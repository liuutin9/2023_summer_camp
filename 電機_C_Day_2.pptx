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36" r:id="rId9"/>
    <p:sldId id="316" r:id="rId10"/>
    <p:sldId id="337" r:id="rId11"/>
    <p:sldId id="317" r:id="rId12"/>
    <p:sldId id="319" r:id="rId13"/>
    <p:sldId id="318" r:id="rId14"/>
    <p:sldId id="320" r:id="rId15"/>
    <p:sldId id="326" r:id="rId16"/>
    <p:sldId id="258" r:id="rId17"/>
    <p:sldId id="287" r:id="rId18"/>
    <p:sldId id="295" r:id="rId19"/>
    <p:sldId id="257" r:id="rId20"/>
    <p:sldId id="259" r:id="rId21"/>
    <p:sldId id="278" r:id="rId22"/>
    <p:sldId id="260" r:id="rId23"/>
    <p:sldId id="262" r:id="rId24"/>
    <p:sldId id="289" r:id="rId25"/>
    <p:sldId id="288" r:id="rId26"/>
    <p:sldId id="264" r:id="rId27"/>
    <p:sldId id="327" r:id="rId28"/>
    <p:sldId id="328" r:id="rId29"/>
    <p:sldId id="334" r:id="rId30"/>
    <p:sldId id="266" r:id="rId31"/>
    <p:sldId id="267" r:id="rId32"/>
    <p:sldId id="268" r:id="rId33"/>
    <p:sldId id="291" r:id="rId34"/>
    <p:sldId id="269" r:id="rId35"/>
    <p:sldId id="271" r:id="rId36"/>
    <p:sldId id="272" r:id="rId37"/>
    <p:sldId id="273" r:id="rId38"/>
    <p:sldId id="274" r:id="rId39"/>
    <p:sldId id="292" r:id="rId40"/>
    <p:sldId id="296" r:id="rId41"/>
    <p:sldId id="297" r:id="rId42"/>
    <p:sldId id="300" r:id="rId43"/>
    <p:sldId id="298" r:id="rId44"/>
    <p:sldId id="299" r:id="rId45"/>
    <p:sldId id="301" r:id="rId46"/>
    <p:sldId id="303" r:id="rId47"/>
    <p:sldId id="304" r:id="rId48"/>
    <p:sldId id="305" r:id="rId49"/>
    <p:sldId id="306" r:id="rId50"/>
    <p:sldId id="307" r:id="rId51"/>
    <p:sldId id="310" r:id="rId52"/>
    <p:sldId id="308" r:id="rId53"/>
    <p:sldId id="311" r:id="rId54"/>
    <p:sldId id="302" r:id="rId55"/>
    <p:sldId id="279" r:id="rId56"/>
    <p:sldId id="280" r:id="rId57"/>
    <p:sldId id="338" r:id="rId58"/>
    <p:sldId id="321" r:id="rId59"/>
    <p:sldId id="281" r:id="rId60"/>
    <p:sldId id="329" r:id="rId61"/>
    <p:sldId id="330" r:id="rId62"/>
    <p:sldId id="332" r:id="rId63"/>
    <p:sldId id="331" r:id="rId64"/>
    <p:sldId id="333" r:id="rId65"/>
    <p:sldId id="284" r:id="rId66"/>
    <p:sldId id="285" r:id="rId67"/>
    <p:sldId id="324" r:id="rId68"/>
    <p:sldId id="322" r:id="rId69"/>
    <p:sldId id="323" r:id="rId70"/>
    <p:sldId id="325" r:id="rId71"/>
    <p:sldId id="286" r:id="rId72"/>
    <p:sldId id="277" r:id="rId73"/>
    <p:sldId id="290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21:00.832" v="5226" actId="255"/>
      <pc:docMkLst>
        <pc:docMk/>
      </pc:docMkLst>
      <pc:sldChg chg="modSp mod modTransition">
        <pc:chgData name="祐廷 劉" userId="55b9f2413b94badf" providerId="LiveId" clId="{5EA86210-9012-4E68-BCD1-7347BE0E642C}" dt="2023-07-21T15:21:00.832" v="5226" actId="255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7-21T15:21:00.832" v="5226" actId="255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addSp modSp mod modTransition modAnim">
        <pc:chgData name="祐廷 劉" userId="55b9f2413b94badf" providerId="LiveId" clId="{5EA86210-9012-4E68-BCD1-7347BE0E642C}" dt="2023-07-21T15:05:53.485" v="505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  <pc:picChg chg="add mod">
          <ac:chgData name="祐廷 劉" userId="55b9f2413b94badf" providerId="LiveId" clId="{5EA86210-9012-4E68-BCD1-7347BE0E642C}" dt="2023-07-21T15:05:44.986" v="5056" actId="1076"/>
          <ac:picMkLst>
            <pc:docMk/>
            <pc:sldMk cId="2714440831" sldId="280"/>
            <ac:picMk id="5" creationId="{D193152F-896C-4016-9EDF-AE112CDA7863}"/>
          </ac:picMkLst>
        </pc:picChg>
      </pc:sldChg>
      <pc:sldChg chg="modSp mod modTransition">
        <pc:chgData name="祐廷 劉" userId="55b9f2413b94badf" providerId="LiveId" clId="{5EA86210-9012-4E68-BCD1-7347BE0E642C}" dt="2023-07-21T15:08:37.466" v="5207" actId="255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7-21T15:08:37.466" v="5207" actId="255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  <pc:sldChg chg="modSp new mod">
        <pc:chgData name="祐廷 劉" userId="55b9f2413b94badf" providerId="LiveId" clId="{5EA86210-9012-4E68-BCD1-7347BE0E642C}" dt="2023-07-21T15:08:23.851" v="5206" actId="255"/>
        <pc:sldMkLst>
          <pc:docMk/>
          <pc:sldMk cId="49393110" sldId="338"/>
        </pc:sldMkLst>
        <pc:spChg chg="mod">
          <ac:chgData name="祐廷 劉" userId="55b9f2413b94badf" providerId="LiveId" clId="{5EA86210-9012-4E68-BCD1-7347BE0E642C}" dt="2023-07-21T15:08:01.519" v="5199" actId="20577"/>
          <ac:spMkLst>
            <pc:docMk/>
            <pc:sldMk cId="49393110" sldId="338"/>
            <ac:spMk id="2" creationId="{AF73D80A-F159-4B07-81DE-662FD7F76151}"/>
          </ac:spMkLst>
        </pc:spChg>
        <pc:spChg chg="mod">
          <ac:chgData name="祐廷 劉" userId="55b9f2413b94badf" providerId="LiveId" clId="{5EA86210-9012-4E68-BCD1-7347BE0E642C}" dt="2023-07-21T15:08:23.851" v="5206" actId="255"/>
          <ac:spMkLst>
            <pc:docMk/>
            <pc:sldMk cId="49393110" sldId="338"/>
            <ac:spMk id="3" creationId="{F3D1CAC8-454D-485E-92A9-5598DDB5D87B}"/>
          </ac:spMkLst>
        </pc:spChg>
      </pc:sldChg>
      <pc:sldChg chg="new del">
        <pc:chgData name="祐廷 劉" userId="55b9f2413b94badf" providerId="LiveId" clId="{5EA86210-9012-4E68-BCD1-7347BE0E642C}" dt="2023-07-21T15:20:37.385" v="5209" actId="47"/>
        <pc:sldMkLst>
          <pc:docMk/>
          <pc:sldMk cId="3924199916" sldId="33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2023/8/4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艾斯雞磨人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EDE7593F-6912-4850-85FD-F1E812C10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56828"/>
              </p:ext>
            </p:extLst>
          </p:nvPr>
        </p:nvGraphicFramePr>
        <p:xfrm>
          <a:off x="0" y="4586794"/>
          <a:ext cx="12192000" cy="70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814033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041963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94065604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47834629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70139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9459459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304740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6556052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9316996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286412242"/>
                    </a:ext>
                  </a:extLst>
                </a:gridCol>
              </a:tblGrid>
              <a:tr h="70758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[0]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[1]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[2]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[3]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[4]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[5]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[6]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[7]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[8]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[9]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83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193152F-896C-4016-9EDF-AE112CDA7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8217"/>
            <a:ext cx="4203908" cy="162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3D80A-F159-4B07-81DE-662FD7F76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取址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取值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*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D1CAC8-454D-485E-92A9-5598DDB5D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來獲取變數位址</a:t>
            </a: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zh-TW" altLang="en-US" sz="2800" dirty="0">
                <a:latin typeface="Consolas" panose="020B0609020204030204" pitchFamily="49" charset="0"/>
                <a:ea typeface="STHeiti TC" panose="02000000000000000000" pitchFamily="2" charset="-120"/>
              </a:rPr>
              <a:t>*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來獲取該位址上的值</a:t>
            </a:r>
          </a:p>
        </p:txBody>
      </p:sp>
    </p:spTree>
    <p:extLst>
      <p:ext uri="{BB962C8B-B14F-4D97-AF65-F5344CB8AC3E}">
        <p14:creationId xmlns:p14="http://schemas.microsoft.com/office/powerpoint/2010/main" val="493931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4828</TotalTime>
  <Words>1546</Words>
  <Application>Microsoft Office PowerPoint</Application>
  <PresentationFormat>寬螢幕</PresentationFormat>
  <Paragraphs>374</Paragraphs>
  <Slides>73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73</vt:i4>
      </vt:variant>
    </vt:vector>
  </HeadingPairs>
  <TitlesOfParts>
    <vt:vector size="79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取址 &amp;  取值 *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108</cp:revision>
  <dcterms:created xsi:type="dcterms:W3CDTF">2023-04-22T11:49:35Z</dcterms:created>
  <dcterms:modified xsi:type="dcterms:W3CDTF">2023-08-04T02:39:12Z</dcterms:modified>
</cp:coreProperties>
</file>