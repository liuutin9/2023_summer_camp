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13" r:id="rId6"/>
    <p:sldId id="314" r:id="rId7"/>
    <p:sldId id="315" r:id="rId8"/>
    <p:sldId id="316" r:id="rId9"/>
    <p:sldId id="317" r:id="rId10"/>
    <p:sldId id="319" r:id="rId11"/>
    <p:sldId id="318" r:id="rId12"/>
    <p:sldId id="320" r:id="rId13"/>
    <p:sldId id="326" r:id="rId14"/>
    <p:sldId id="258" r:id="rId15"/>
    <p:sldId id="287" r:id="rId16"/>
    <p:sldId id="295" r:id="rId17"/>
    <p:sldId id="257" r:id="rId18"/>
    <p:sldId id="259" r:id="rId19"/>
    <p:sldId id="278" r:id="rId20"/>
    <p:sldId id="260" r:id="rId21"/>
    <p:sldId id="262" r:id="rId22"/>
    <p:sldId id="289" r:id="rId23"/>
    <p:sldId id="288" r:id="rId24"/>
    <p:sldId id="264" r:id="rId25"/>
    <p:sldId id="327" r:id="rId26"/>
    <p:sldId id="328" r:id="rId27"/>
    <p:sldId id="266" r:id="rId28"/>
    <p:sldId id="267" r:id="rId29"/>
    <p:sldId id="268" r:id="rId30"/>
    <p:sldId id="291" r:id="rId31"/>
    <p:sldId id="269" r:id="rId32"/>
    <p:sldId id="271" r:id="rId33"/>
    <p:sldId id="272" r:id="rId34"/>
    <p:sldId id="273" r:id="rId35"/>
    <p:sldId id="274" r:id="rId36"/>
    <p:sldId id="292" r:id="rId37"/>
    <p:sldId id="296" r:id="rId38"/>
    <p:sldId id="297" r:id="rId39"/>
    <p:sldId id="300" r:id="rId40"/>
    <p:sldId id="298" r:id="rId41"/>
    <p:sldId id="299" r:id="rId42"/>
    <p:sldId id="301" r:id="rId43"/>
    <p:sldId id="303" r:id="rId44"/>
    <p:sldId id="304" r:id="rId45"/>
    <p:sldId id="305" r:id="rId46"/>
    <p:sldId id="306" r:id="rId47"/>
    <p:sldId id="307" r:id="rId48"/>
    <p:sldId id="310" r:id="rId49"/>
    <p:sldId id="308" r:id="rId50"/>
    <p:sldId id="311" r:id="rId51"/>
    <p:sldId id="302" r:id="rId52"/>
    <p:sldId id="279" r:id="rId53"/>
    <p:sldId id="280" r:id="rId54"/>
    <p:sldId id="321" r:id="rId55"/>
    <p:sldId id="281" r:id="rId56"/>
    <p:sldId id="329" r:id="rId57"/>
    <p:sldId id="330" r:id="rId58"/>
    <p:sldId id="332" r:id="rId59"/>
    <p:sldId id="331" r:id="rId60"/>
    <p:sldId id="284" r:id="rId61"/>
    <p:sldId id="285" r:id="rId62"/>
    <p:sldId id="324" r:id="rId63"/>
    <p:sldId id="322" r:id="rId64"/>
    <p:sldId id="323" r:id="rId65"/>
    <p:sldId id="325" r:id="rId66"/>
    <p:sldId id="286" r:id="rId67"/>
    <p:sldId id="277" r:id="rId68"/>
    <p:sldId id="290" r:id="rId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17T03:37:24.603" v="5035"/>
      <pc:docMkLst>
        <pc:docMk/>
      </pc:docMkLst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6:14.424" v="23" actId="2711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7:31.213" v="3958" actId="2711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10.609" v="4937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10T16:06:12.406" v="4559" actId="1076"/>
          <ac:spMkLst>
            <pc:docMk/>
            <pc:sldMk cId="773901686" sldId="326"/>
            <ac:spMk id="4" creationId="{EDF44081-F897-437F-9B5D-59B0333B8F93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2023/7/17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劉祐廷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1141413" y="3424989"/>
            <a:ext cx="20990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</a:p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</a:p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1676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</a:t>
            </a:r>
            <a:r>
              <a:rPr lang="en-US" altLang="zh-TW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不含空格以及換行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陣列名稱是陣列開頭的指標，故使用 </a:t>
            </a:r>
            <a:r>
              <a:rPr lang="en-US" altLang="zh-TW" cap="none" dirty="0" err="1">
                <a:latin typeface="Consolas" panose="020B0609020204030204" pitchFamily="49" charset="0"/>
                <a:ea typeface="STHeiti TC" panose="02000000000000000000" pitchFamily="2" charset="-120"/>
              </a:rPr>
              <a:t>scanf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的時候不需要加取址符號 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</a:p>
          <a:p>
            <a:pPr marL="0" indent="0">
              <a:buNone/>
            </a:pPr>
            <a:r>
              <a:rPr lang="en-US" altLang="zh-TW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242614"/>
            <a:ext cx="4733093" cy="30057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506" y="4171586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874506" y="49730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111333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dirty="0">
                <a:latin typeface="Consolas" panose="020B0609020204030204" pitchFamily="49" charset="0"/>
              </a:rPr>
              <a:t>main</a:t>
            </a:r>
            <a:r>
              <a:rPr lang="zh-TW" altLang="en-US" dirty="0">
                <a:latin typeface="Consolas" panose="020B0609020204030204" pitchFamily="49" charset="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582159"/>
            <a:ext cx="1836821" cy="1592047"/>
            <a:chOff x="3949357" y="3582159"/>
            <a:chExt cx="1836821" cy="15920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338378" y="358215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316300"/>
            <a:ext cx="1846080" cy="1577001"/>
            <a:chOff x="5776919" y="4316300"/>
            <a:chExt cx="1846080" cy="1577001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145513" y="431630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534803"/>
            <a:chOff x="2813370" y="4587242"/>
            <a:chExt cx="1402283" cy="534803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530550"/>
            <a:chOff x="4734114" y="5318161"/>
            <a:chExt cx="1285078" cy="530550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1796248" cy="768784"/>
            <a:chOff x="7668558" y="5479616"/>
            <a:chExt cx="1796248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4714</TotalTime>
  <Words>1418</Words>
  <Application>Microsoft Office PowerPoint</Application>
  <PresentationFormat>寬螢幕</PresentationFormat>
  <Paragraphs>339</Paragraphs>
  <Slides>68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68</vt:i4>
      </vt:variant>
    </vt:vector>
  </HeadingPairs>
  <TitlesOfParts>
    <vt:vector size="74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While 迴圈</vt:lpstr>
      <vt:lpstr>While 迴圈 – 範例</vt:lpstr>
      <vt:lpstr>For 迴圈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93</cp:revision>
  <dcterms:created xsi:type="dcterms:W3CDTF">2023-04-22T11:49:35Z</dcterms:created>
  <dcterms:modified xsi:type="dcterms:W3CDTF">2023-07-17T03:37:34Z</dcterms:modified>
</cp:coreProperties>
</file>