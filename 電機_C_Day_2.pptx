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changesInfos/changesInfo1.xml" ContentType="application/vnd.ms-powerpoint.changes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96" r:id="rId1"/>
  </p:sldMasterIdLst>
  <p:sldIdLst>
    <p:sldId id="256" r:id="rId2"/>
    <p:sldId id="293" r:id="rId3"/>
    <p:sldId id="294" r:id="rId4"/>
    <p:sldId id="312" r:id="rId5"/>
    <p:sldId id="313" r:id="rId6"/>
    <p:sldId id="314" r:id="rId7"/>
    <p:sldId id="315" r:id="rId8"/>
    <p:sldId id="336" r:id="rId9"/>
    <p:sldId id="316" r:id="rId10"/>
    <p:sldId id="337" r:id="rId11"/>
    <p:sldId id="317" r:id="rId12"/>
    <p:sldId id="319" r:id="rId13"/>
    <p:sldId id="318" r:id="rId14"/>
    <p:sldId id="320" r:id="rId15"/>
    <p:sldId id="326" r:id="rId16"/>
    <p:sldId id="258" r:id="rId17"/>
    <p:sldId id="287" r:id="rId18"/>
    <p:sldId id="295" r:id="rId19"/>
    <p:sldId id="257" r:id="rId20"/>
    <p:sldId id="259" r:id="rId21"/>
    <p:sldId id="278" r:id="rId22"/>
    <p:sldId id="260" r:id="rId23"/>
    <p:sldId id="262" r:id="rId24"/>
    <p:sldId id="289" r:id="rId25"/>
    <p:sldId id="288" r:id="rId26"/>
    <p:sldId id="264" r:id="rId27"/>
    <p:sldId id="327" r:id="rId28"/>
    <p:sldId id="328" r:id="rId29"/>
    <p:sldId id="334" r:id="rId30"/>
    <p:sldId id="266" r:id="rId31"/>
    <p:sldId id="267" r:id="rId32"/>
    <p:sldId id="268" r:id="rId33"/>
    <p:sldId id="291" r:id="rId34"/>
    <p:sldId id="269" r:id="rId35"/>
    <p:sldId id="271" r:id="rId36"/>
    <p:sldId id="272" r:id="rId37"/>
    <p:sldId id="273" r:id="rId38"/>
    <p:sldId id="274" r:id="rId39"/>
    <p:sldId id="292" r:id="rId40"/>
    <p:sldId id="296" r:id="rId41"/>
    <p:sldId id="297" r:id="rId42"/>
    <p:sldId id="300" r:id="rId43"/>
    <p:sldId id="298" r:id="rId44"/>
    <p:sldId id="299" r:id="rId45"/>
    <p:sldId id="301" r:id="rId46"/>
    <p:sldId id="303" r:id="rId47"/>
    <p:sldId id="304" r:id="rId48"/>
    <p:sldId id="305" r:id="rId49"/>
    <p:sldId id="306" r:id="rId50"/>
    <p:sldId id="307" r:id="rId51"/>
    <p:sldId id="310" r:id="rId52"/>
    <p:sldId id="308" r:id="rId53"/>
    <p:sldId id="311" r:id="rId54"/>
    <p:sldId id="302" r:id="rId55"/>
    <p:sldId id="279" r:id="rId56"/>
    <p:sldId id="280" r:id="rId57"/>
    <p:sldId id="338" r:id="rId58"/>
    <p:sldId id="321" r:id="rId59"/>
    <p:sldId id="281" r:id="rId60"/>
    <p:sldId id="329" r:id="rId61"/>
    <p:sldId id="330" r:id="rId62"/>
    <p:sldId id="332" r:id="rId63"/>
    <p:sldId id="331" r:id="rId64"/>
    <p:sldId id="333" r:id="rId65"/>
    <p:sldId id="284" r:id="rId66"/>
    <p:sldId id="285" r:id="rId67"/>
    <p:sldId id="324" r:id="rId68"/>
    <p:sldId id="322" r:id="rId69"/>
    <p:sldId id="323" r:id="rId70"/>
    <p:sldId id="325" r:id="rId71"/>
    <p:sldId id="286" r:id="rId72"/>
    <p:sldId id="277" r:id="rId73"/>
    <p:sldId id="290" r:id="rId74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FF00"/>
    <a:srgbClr val="1E1E1E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等深淺樣式 2 - 輔色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8025" autoAdjust="0"/>
    <p:restoredTop sz="94660"/>
  </p:normalViewPr>
  <p:slideViewPr>
    <p:cSldViewPr snapToGrid="0">
      <p:cViewPr varScale="1">
        <p:scale>
          <a:sx n="119" d="100"/>
          <a:sy n="119" d="100"/>
        </p:scale>
        <p:origin x="96" y="32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63" Type="http://schemas.openxmlformats.org/officeDocument/2006/relationships/slide" Target="slides/slide62.xml"/><Relationship Id="rId68" Type="http://schemas.openxmlformats.org/officeDocument/2006/relationships/slide" Target="slides/slide67.xml"/><Relationship Id="rId16" Type="http://schemas.openxmlformats.org/officeDocument/2006/relationships/slide" Target="slides/slide1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slide" Target="slides/slide52.xml"/><Relationship Id="rId58" Type="http://schemas.openxmlformats.org/officeDocument/2006/relationships/slide" Target="slides/slide57.xml"/><Relationship Id="rId66" Type="http://schemas.openxmlformats.org/officeDocument/2006/relationships/slide" Target="slides/slide65.xml"/><Relationship Id="rId74" Type="http://schemas.openxmlformats.org/officeDocument/2006/relationships/slide" Target="slides/slide73.xml"/><Relationship Id="rId79" Type="http://schemas.microsoft.com/office/2016/11/relationships/changesInfo" Target="changesInfos/changesInfo1.xml"/><Relationship Id="rId5" Type="http://schemas.openxmlformats.org/officeDocument/2006/relationships/slide" Target="slides/slide4.xml"/><Relationship Id="rId61" Type="http://schemas.openxmlformats.org/officeDocument/2006/relationships/slide" Target="slides/slide60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slide" Target="slides/slide55.xml"/><Relationship Id="rId64" Type="http://schemas.openxmlformats.org/officeDocument/2006/relationships/slide" Target="slides/slide63.xml"/><Relationship Id="rId69" Type="http://schemas.openxmlformats.org/officeDocument/2006/relationships/slide" Target="slides/slide68.xml"/><Relationship Id="rId77" Type="http://schemas.openxmlformats.org/officeDocument/2006/relationships/theme" Target="theme/theme1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72" Type="http://schemas.openxmlformats.org/officeDocument/2006/relationships/slide" Target="slides/slide71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openxmlformats.org/officeDocument/2006/relationships/slide" Target="slides/slide58.xml"/><Relationship Id="rId67" Type="http://schemas.openxmlformats.org/officeDocument/2006/relationships/slide" Target="slides/slide66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slide" Target="slides/slide53.xml"/><Relationship Id="rId62" Type="http://schemas.openxmlformats.org/officeDocument/2006/relationships/slide" Target="slides/slide61.xml"/><Relationship Id="rId70" Type="http://schemas.openxmlformats.org/officeDocument/2006/relationships/slide" Target="slides/slide69.xml"/><Relationship Id="rId75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slide" Target="slides/slide56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slide" Target="slides/slide59.xml"/><Relationship Id="rId65" Type="http://schemas.openxmlformats.org/officeDocument/2006/relationships/slide" Target="slides/slide64.xml"/><Relationship Id="rId73" Type="http://schemas.openxmlformats.org/officeDocument/2006/relationships/slide" Target="slides/slide72.xml"/><Relationship Id="rId78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9" Type="http://schemas.openxmlformats.org/officeDocument/2006/relationships/slide" Target="slides/slide38.xml"/><Relationship Id="rId34" Type="http://schemas.openxmlformats.org/officeDocument/2006/relationships/slide" Target="slides/slide33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76" Type="http://schemas.openxmlformats.org/officeDocument/2006/relationships/viewProps" Target="viewProps.xml"/><Relationship Id="rId7" Type="http://schemas.openxmlformats.org/officeDocument/2006/relationships/slide" Target="slides/slide6.xml"/><Relationship Id="rId71" Type="http://schemas.openxmlformats.org/officeDocument/2006/relationships/slide" Target="slides/slide70.xml"/><Relationship Id="rId2" Type="http://schemas.openxmlformats.org/officeDocument/2006/relationships/slide" Target="slides/slide1.xml"/><Relationship Id="rId29" Type="http://schemas.openxmlformats.org/officeDocument/2006/relationships/slide" Target="slides/slide28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祐廷 劉" userId="55b9f2413b94badf" providerId="LiveId" clId="{FAE82E77-E966-4517-B31B-C9DB4C5134D8}"/>
    <pc:docChg chg="undo redo custSel addSld delSld modSld">
      <pc:chgData name="祐廷 劉" userId="55b9f2413b94badf" providerId="LiveId" clId="{FAE82E77-E966-4517-B31B-C9DB4C5134D8}" dt="2023-04-22T16:17:31.323" v="972" actId="478"/>
      <pc:docMkLst>
        <pc:docMk/>
      </pc:docMkLst>
      <pc:sldChg chg="modSp mod">
        <pc:chgData name="祐廷 劉" userId="55b9f2413b94badf" providerId="LiveId" clId="{FAE82E77-E966-4517-B31B-C9DB4C5134D8}" dt="2023-04-22T15:58:28.649" v="511" actId="20577"/>
        <pc:sldMkLst>
          <pc:docMk/>
          <pc:sldMk cId="2439948278" sldId="256"/>
        </pc:sldMkLst>
        <pc:spChg chg="mod">
          <ac:chgData name="祐廷 劉" userId="55b9f2413b94badf" providerId="LiveId" clId="{FAE82E77-E966-4517-B31B-C9DB4C5134D8}" dt="2023-04-22T15:58:21.606" v="499" actId="20577"/>
          <ac:spMkLst>
            <pc:docMk/>
            <pc:sldMk cId="2439948278" sldId="256"/>
            <ac:spMk id="2" creationId="{2547C986-049C-41FC-A0D1-5E7895C02A18}"/>
          </ac:spMkLst>
        </pc:spChg>
        <pc:spChg chg="mod">
          <ac:chgData name="祐廷 劉" userId="55b9f2413b94badf" providerId="LiveId" clId="{FAE82E77-E966-4517-B31B-C9DB4C5134D8}" dt="2023-04-22T15:58:28.649" v="511" actId="20577"/>
          <ac:spMkLst>
            <pc:docMk/>
            <pc:sldMk cId="2439948278" sldId="256"/>
            <ac:spMk id="3" creationId="{B2631129-228D-401D-83D2-17746602C315}"/>
          </ac:spMkLst>
        </pc:spChg>
      </pc:sldChg>
      <pc:sldChg chg="modSp mod">
        <pc:chgData name="祐廷 劉" userId="55b9f2413b94badf" providerId="LiveId" clId="{FAE82E77-E966-4517-B31B-C9DB4C5134D8}" dt="2023-04-22T15:57:48.485" v="456" actId="255"/>
        <pc:sldMkLst>
          <pc:docMk/>
          <pc:sldMk cId="4268384832" sldId="257"/>
        </pc:sldMkLst>
        <pc:spChg chg="mod">
          <ac:chgData name="祐廷 劉" userId="55b9f2413b94badf" providerId="LiveId" clId="{FAE82E77-E966-4517-B31B-C9DB4C5134D8}" dt="2023-04-22T15:57:48.485" v="456" actId="255"/>
          <ac:spMkLst>
            <pc:docMk/>
            <pc:sldMk cId="4268384832" sldId="257"/>
            <ac:spMk id="3" creationId="{5C81EC29-B3DF-4D67-BD52-51AA3594F8E8}"/>
          </ac:spMkLst>
        </pc:spChg>
      </pc:sldChg>
      <pc:sldChg chg="modSp mod">
        <pc:chgData name="祐廷 劉" userId="55b9f2413b94badf" providerId="LiveId" clId="{FAE82E77-E966-4517-B31B-C9DB4C5134D8}" dt="2023-04-22T16:03:48.827" v="623" actId="20577"/>
        <pc:sldMkLst>
          <pc:docMk/>
          <pc:sldMk cId="1688687825" sldId="258"/>
        </pc:sldMkLst>
        <pc:spChg chg="mod">
          <ac:chgData name="祐廷 劉" userId="55b9f2413b94badf" providerId="LiveId" clId="{FAE82E77-E966-4517-B31B-C9DB4C5134D8}" dt="2023-04-22T16:03:48.827" v="623" actId="20577"/>
          <ac:spMkLst>
            <pc:docMk/>
            <pc:sldMk cId="1688687825" sldId="258"/>
            <ac:spMk id="3" creationId="{B2631129-228D-401D-83D2-17746602C315}"/>
          </ac:spMkLst>
        </pc:spChg>
      </pc:sldChg>
      <pc:sldChg chg="modSp mod">
        <pc:chgData name="祐廷 劉" userId="55b9f2413b94badf" providerId="LiveId" clId="{FAE82E77-E966-4517-B31B-C9DB4C5134D8}" dt="2023-04-22T15:59:00.668" v="517" actId="20577"/>
        <pc:sldMkLst>
          <pc:docMk/>
          <pc:sldMk cId="3033534473" sldId="259"/>
        </pc:sldMkLst>
        <pc:spChg chg="mod">
          <ac:chgData name="祐廷 劉" userId="55b9f2413b94badf" providerId="LiveId" clId="{FAE82E77-E966-4517-B31B-C9DB4C5134D8}" dt="2023-04-22T15:59:00.668" v="517" actId="20577"/>
          <ac:spMkLst>
            <pc:docMk/>
            <pc:sldMk cId="3033534473" sldId="259"/>
            <ac:spMk id="3" creationId="{5C81EC29-B3DF-4D67-BD52-51AA3594F8E8}"/>
          </ac:spMkLst>
        </pc:spChg>
      </pc:sldChg>
      <pc:sldChg chg="modSp mod">
        <pc:chgData name="祐廷 劉" userId="55b9f2413b94badf" providerId="LiveId" clId="{FAE82E77-E966-4517-B31B-C9DB4C5134D8}" dt="2023-04-22T15:54:00.145" v="421" actId="255"/>
        <pc:sldMkLst>
          <pc:docMk/>
          <pc:sldMk cId="2304028743" sldId="260"/>
        </pc:sldMkLst>
        <pc:spChg chg="mod">
          <ac:chgData name="祐廷 劉" userId="55b9f2413b94badf" providerId="LiveId" clId="{FAE82E77-E966-4517-B31B-C9DB4C5134D8}" dt="2023-04-22T15:54:00.145" v="421" actId="255"/>
          <ac:spMkLst>
            <pc:docMk/>
            <pc:sldMk cId="2304028743" sldId="260"/>
            <ac:spMk id="3" creationId="{5C81EC29-B3DF-4D67-BD52-51AA3594F8E8}"/>
          </ac:spMkLst>
        </pc:spChg>
      </pc:sldChg>
      <pc:sldChg chg="modSp mod">
        <pc:chgData name="祐廷 劉" userId="55b9f2413b94badf" providerId="LiveId" clId="{FAE82E77-E966-4517-B31B-C9DB4C5134D8}" dt="2023-04-22T15:29:21.002" v="205" actId="20577"/>
        <pc:sldMkLst>
          <pc:docMk/>
          <pc:sldMk cId="3881002959" sldId="262"/>
        </pc:sldMkLst>
        <pc:spChg chg="mod">
          <ac:chgData name="祐廷 劉" userId="55b9f2413b94badf" providerId="LiveId" clId="{FAE82E77-E966-4517-B31B-C9DB4C5134D8}" dt="2023-04-22T15:29:21.002" v="205" actId="20577"/>
          <ac:spMkLst>
            <pc:docMk/>
            <pc:sldMk cId="3881002959" sldId="262"/>
            <ac:spMk id="2" creationId="{86A417EE-BD65-4C07-AA4D-FA2B143C912D}"/>
          </ac:spMkLst>
        </pc:spChg>
      </pc:sldChg>
      <pc:sldChg chg="modSp mod">
        <pc:chgData name="祐廷 劉" userId="55b9f2413b94badf" providerId="LiveId" clId="{FAE82E77-E966-4517-B31B-C9DB4C5134D8}" dt="2023-04-22T15:53:36.134" v="417" actId="20577"/>
        <pc:sldMkLst>
          <pc:docMk/>
          <pc:sldMk cId="2864515312" sldId="263"/>
        </pc:sldMkLst>
        <pc:spChg chg="mod">
          <ac:chgData name="祐廷 劉" userId="55b9f2413b94badf" providerId="LiveId" clId="{FAE82E77-E966-4517-B31B-C9DB4C5134D8}" dt="2023-04-22T15:53:36.134" v="417" actId="20577"/>
          <ac:spMkLst>
            <pc:docMk/>
            <pc:sldMk cId="2864515312" sldId="263"/>
            <ac:spMk id="3" creationId="{5C81EC29-B3DF-4D67-BD52-51AA3594F8E8}"/>
          </ac:spMkLst>
        </pc:spChg>
      </pc:sldChg>
      <pc:sldChg chg="modSp mod">
        <pc:chgData name="祐廷 劉" userId="55b9f2413b94badf" providerId="LiveId" clId="{FAE82E77-E966-4517-B31B-C9DB4C5134D8}" dt="2023-04-22T15:59:15.591" v="519" actId="113"/>
        <pc:sldMkLst>
          <pc:docMk/>
          <pc:sldMk cId="672116585" sldId="264"/>
        </pc:sldMkLst>
        <pc:spChg chg="mod">
          <ac:chgData name="祐廷 劉" userId="55b9f2413b94badf" providerId="LiveId" clId="{FAE82E77-E966-4517-B31B-C9DB4C5134D8}" dt="2023-04-22T15:59:15.591" v="519" actId="113"/>
          <ac:spMkLst>
            <pc:docMk/>
            <pc:sldMk cId="672116585" sldId="264"/>
            <ac:spMk id="3" creationId="{061B9E1D-3BE2-49AA-9338-D8B135E76119}"/>
          </ac:spMkLst>
        </pc:spChg>
      </pc:sldChg>
      <pc:sldChg chg="modSp mod">
        <pc:chgData name="祐廷 劉" userId="55b9f2413b94badf" providerId="LiveId" clId="{FAE82E77-E966-4517-B31B-C9DB4C5134D8}" dt="2023-04-22T16:00:55.704" v="539" actId="1076"/>
        <pc:sldMkLst>
          <pc:docMk/>
          <pc:sldMk cId="593513117" sldId="266"/>
        </pc:sldMkLst>
        <pc:spChg chg="mod">
          <ac:chgData name="祐廷 劉" userId="55b9f2413b94badf" providerId="LiveId" clId="{FAE82E77-E966-4517-B31B-C9DB4C5134D8}" dt="2023-04-22T16:00:46.007" v="537" actId="5793"/>
          <ac:spMkLst>
            <pc:docMk/>
            <pc:sldMk cId="593513117" sldId="266"/>
            <ac:spMk id="3" creationId="{061B9E1D-3BE2-49AA-9338-D8B135E76119}"/>
          </ac:spMkLst>
        </pc:spChg>
        <pc:picChg chg="mod">
          <ac:chgData name="祐廷 劉" userId="55b9f2413b94badf" providerId="LiveId" clId="{FAE82E77-E966-4517-B31B-C9DB4C5134D8}" dt="2023-04-22T16:00:52.394" v="538" actId="1076"/>
          <ac:picMkLst>
            <pc:docMk/>
            <pc:sldMk cId="593513117" sldId="266"/>
            <ac:picMk id="5" creationId="{7F678122-11A5-4A03-AA79-38476905298C}"/>
          </ac:picMkLst>
        </pc:picChg>
        <pc:picChg chg="mod">
          <ac:chgData name="祐廷 劉" userId="55b9f2413b94badf" providerId="LiveId" clId="{FAE82E77-E966-4517-B31B-C9DB4C5134D8}" dt="2023-04-22T16:00:55.704" v="539" actId="1076"/>
          <ac:picMkLst>
            <pc:docMk/>
            <pc:sldMk cId="593513117" sldId="266"/>
            <ac:picMk id="7" creationId="{32B08B26-05B7-44B0-A9E8-2439B038F55D}"/>
          </ac:picMkLst>
        </pc:picChg>
      </pc:sldChg>
      <pc:sldChg chg="modSp mod">
        <pc:chgData name="祐廷 劉" userId="55b9f2413b94badf" providerId="LiveId" clId="{FAE82E77-E966-4517-B31B-C9DB4C5134D8}" dt="2023-04-22T16:03:28.947" v="609" actId="20577"/>
        <pc:sldMkLst>
          <pc:docMk/>
          <pc:sldMk cId="3963719163" sldId="267"/>
        </pc:sldMkLst>
        <pc:spChg chg="mod">
          <ac:chgData name="祐廷 劉" userId="55b9f2413b94badf" providerId="LiveId" clId="{FAE82E77-E966-4517-B31B-C9DB4C5134D8}" dt="2023-04-22T16:03:28.947" v="609" actId="20577"/>
          <ac:spMkLst>
            <pc:docMk/>
            <pc:sldMk cId="3963719163" sldId="267"/>
            <ac:spMk id="3" creationId="{B2631129-228D-401D-83D2-17746602C315}"/>
          </ac:spMkLst>
        </pc:spChg>
      </pc:sldChg>
      <pc:sldChg chg="addSp delSp modSp mod">
        <pc:chgData name="祐廷 劉" userId="55b9f2413b94badf" providerId="LiveId" clId="{FAE82E77-E966-4517-B31B-C9DB4C5134D8}" dt="2023-04-22T14:58:06.687" v="25" actId="1076"/>
        <pc:sldMkLst>
          <pc:docMk/>
          <pc:sldMk cId="8053510" sldId="269"/>
        </pc:sldMkLst>
        <pc:picChg chg="del">
          <ac:chgData name="祐廷 劉" userId="55b9f2413b94badf" providerId="LiveId" clId="{FAE82E77-E966-4517-B31B-C9DB4C5134D8}" dt="2023-04-22T14:56:44.509" v="16" actId="478"/>
          <ac:picMkLst>
            <pc:docMk/>
            <pc:sldMk cId="8053510" sldId="269"/>
            <ac:picMk id="7" creationId="{B60EB933-0DA3-423E-87FD-0D50B6C44A58}"/>
          </ac:picMkLst>
        </pc:picChg>
        <pc:picChg chg="del">
          <ac:chgData name="祐廷 劉" userId="55b9f2413b94badf" providerId="LiveId" clId="{FAE82E77-E966-4517-B31B-C9DB4C5134D8}" dt="2023-04-22T14:56:46.782" v="17" actId="478"/>
          <ac:picMkLst>
            <pc:docMk/>
            <pc:sldMk cId="8053510" sldId="269"/>
            <ac:picMk id="9" creationId="{54353B1F-998D-4BB2-8C6C-C37FD07D9A90}"/>
          </ac:picMkLst>
        </pc:picChg>
        <pc:picChg chg="add mod">
          <ac:chgData name="祐廷 劉" userId="55b9f2413b94badf" providerId="LiveId" clId="{FAE82E77-E966-4517-B31B-C9DB4C5134D8}" dt="2023-04-22T14:56:56.467" v="21" actId="1076"/>
          <ac:picMkLst>
            <pc:docMk/>
            <pc:sldMk cId="8053510" sldId="269"/>
            <ac:picMk id="11" creationId="{70439831-5010-4C16-91D8-8BAB0FCFFA14}"/>
          </ac:picMkLst>
        </pc:picChg>
        <pc:picChg chg="add mod">
          <ac:chgData name="祐廷 劉" userId="55b9f2413b94badf" providerId="LiveId" clId="{FAE82E77-E966-4517-B31B-C9DB4C5134D8}" dt="2023-04-22T14:58:06.687" v="25" actId="1076"/>
          <ac:picMkLst>
            <pc:docMk/>
            <pc:sldMk cId="8053510" sldId="269"/>
            <ac:picMk id="13" creationId="{0BB40DCA-D1B4-4473-9227-70240643DEBE}"/>
          </ac:picMkLst>
        </pc:picChg>
      </pc:sldChg>
      <pc:sldChg chg="addSp delSp modSp add mod">
        <pc:chgData name="祐廷 劉" userId="55b9f2413b94badf" providerId="LiveId" clId="{FAE82E77-E966-4517-B31B-C9DB4C5134D8}" dt="2023-04-22T14:48:26.288" v="15" actId="1076"/>
        <pc:sldMkLst>
          <pc:docMk/>
          <pc:sldMk cId="2751198659" sldId="272"/>
        </pc:sldMkLst>
        <pc:picChg chg="add del mod">
          <ac:chgData name="祐廷 劉" userId="55b9f2413b94badf" providerId="LiveId" clId="{FAE82E77-E966-4517-B31B-C9DB4C5134D8}" dt="2023-04-22T14:47:39.391" v="8" actId="478"/>
          <ac:picMkLst>
            <pc:docMk/>
            <pc:sldMk cId="2751198659" sldId="272"/>
            <ac:picMk id="4" creationId="{DE0DA708-843F-4D0A-BA0D-81E8E4ADEDE3}"/>
          </ac:picMkLst>
        </pc:picChg>
        <pc:picChg chg="del">
          <ac:chgData name="祐廷 劉" userId="55b9f2413b94badf" providerId="LiveId" clId="{FAE82E77-E966-4517-B31B-C9DB4C5134D8}" dt="2023-04-22T14:44:28.544" v="3" actId="478"/>
          <ac:picMkLst>
            <pc:docMk/>
            <pc:sldMk cId="2751198659" sldId="272"/>
            <ac:picMk id="5" creationId="{4BEBD9F9-C2D8-408F-956C-909D73910EA7}"/>
          </ac:picMkLst>
        </pc:picChg>
        <pc:picChg chg="del">
          <ac:chgData name="祐廷 劉" userId="55b9f2413b94badf" providerId="LiveId" clId="{FAE82E77-E966-4517-B31B-C9DB4C5134D8}" dt="2023-04-22T14:44:29.155" v="4" actId="478"/>
          <ac:picMkLst>
            <pc:docMk/>
            <pc:sldMk cId="2751198659" sldId="272"/>
            <ac:picMk id="7" creationId="{5969664E-2D07-4A14-9954-A489D301E58B}"/>
          </ac:picMkLst>
        </pc:picChg>
        <pc:picChg chg="add mod">
          <ac:chgData name="祐廷 劉" userId="55b9f2413b94badf" providerId="LiveId" clId="{FAE82E77-E966-4517-B31B-C9DB4C5134D8}" dt="2023-04-22T14:47:54.874" v="12" actId="1076"/>
          <ac:picMkLst>
            <pc:docMk/>
            <pc:sldMk cId="2751198659" sldId="272"/>
            <ac:picMk id="8" creationId="{85A0E612-F1CD-4B2D-AED1-6B61CC959FDD}"/>
          </ac:picMkLst>
        </pc:picChg>
        <pc:picChg chg="add mod">
          <ac:chgData name="祐廷 劉" userId="55b9f2413b94badf" providerId="LiveId" clId="{FAE82E77-E966-4517-B31B-C9DB4C5134D8}" dt="2023-04-22T14:48:26.288" v="15" actId="1076"/>
          <ac:picMkLst>
            <pc:docMk/>
            <pc:sldMk cId="2751198659" sldId="272"/>
            <ac:picMk id="10" creationId="{57BB33D1-AD1A-4B16-9385-9265A44292D7}"/>
          </ac:picMkLst>
        </pc:picChg>
      </pc:sldChg>
      <pc:sldChg chg="new del">
        <pc:chgData name="祐廷 劉" userId="55b9f2413b94badf" providerId="LiveId" clId="{FAE82E77-E966-4517-B31B-C9DB4C5134D8}" dt="2023-04-22T14:43:15.401" v="1" actId="47"/>
        <pc:sldMkLst>
          <pc:docMk/>
          <pc:sldMk cId="3487719790" sldId="272"/>
        </pc:sldMkLst>
      </pc:sldChg>
      <pc:sldChg chg="modSp add mod">
        <pc:chgData name="祐廷 劉" userId="55b9f2413b94badf" providerId="LiveId" clId="{FAE82E77-E966-4517-B31B-C9DB4C5134D8}" dt="2023-04-22T14:59:42.601" v="78" actId="20577"/>
        <pc:sldMkLst>
          <pc:docMk/>
          <pc:sldMk cId="3255012270" sldId="273"/>
        </pc:sldMkLst>
        <pc:spChg chg="mod">
          <ac:chgData name="祐廷 劉" userId="55b9f2413b94badf" providerId="LiveId" clId="{FAE82E77-E966-4517-B31B-C9DB4C5134D8}" dt="2023-04-22T14:59:24.767" v="48" actId="20577"/>
          <ac:spMkLst>
            <pc:docMk/>
            <pc:sldMk cId="3255012270" sldId="273"/>
            <ac:spMk id="2" creationId="{2547C986-049C-41FC-A0D1-5E7895C02A18}"/>
          </ac:spMkLst>
        </pc:spChg>
        <pc:spChg chg="mod">
          <ac:chgData name="祐廷 劉" userId="55b9f2413b94badf" providerId="LiveId" clId="{FAE82E77-E966-4517-B31B-C9DB4C5134D8}" dt="2023-04-22T14:59:42.601" v="78" actId="20577"/>
          <ac:spMkLst>
            <pc:docMk/>
            <pc:sldMk cId="3255012270" sldId="273"/>
            <ac:spMk id="3" creationId="{B2631129-228D-401D-83D2-17746602C315}"/>
          </ac:spMkLst>
        </pc:spChg>
      </pc:sldChg>
      <pc:sldChg chg="new del">
        <pc:chgData name="祐廷 劉" userId="55b9f2413b94badf" providerId="LiveId" clId="{FAE82E77-E966-4517-B31B-C9DB4C5134D8}" dt="2023-04-22T14:59:04.144" v="27" actId="47"/>
        <pc:sldMkLst>
          <pc:docMk/>
          <pc:sldMk cId="4287791276" sldId="273"/>
        </pc:sldMkLst>
      </pc:sldChg>
      <pc:sldChg chg="addSp delSp modSp new mod">
        <pc:chgData name="祐廷 劉" userId="55b9f2413b94badf" providerId="LiveId" clId="{FAE82E77-E966-4517-B31B-C9DB4C5134D8}" dt="2023-04-22T15:46:00.223" v="370" actId="1076"/>
        <pc:sldMkLst>
          <pc:docMk/>
          <pc:sldMk cId="1316587971" sldId="274"/>
        </pc:sldMkLst>
        <pc:spChg chg="mod">
          <ac:chgData name="祐廷 劉" userId="55b9f2413b94badf" providerId="LiveId" clId="{FAE82E77-E966-4517-B31B-C9DB4C5134D8}" dt="2023-04-22T14:59:58.416" v="94" actId="20577"/>
          <ac:spMkLst>
            <pc:docMk/>
            <pc:sldMk cId="1316587971" sldId="274"/>
            <ac:spMk id="2" creationId="{A2F40727-A2E0-4DFE-BAAE-1DB58A855993}"/>
          </ac:spMkLst>
        </pc:spChg>
        <pc:spChg chg="mod">
          <ac:chgData name="祐廷 劉" userId="55b9f2413b94badf" providerId="LiveId" clId="{FAE82E77-E966-4517-B31B-C9DB4C5134D8}" dt="2023-04-22T15:00:33.832" v="143" actId="20577"/>
          <ac:spMkLst>
            <pc:docMk/>
            <pc:sldMk cId="1316587971" sldId="274"/>
            <ac:spMk id="3" creationId="{1A6E9D2E-8F06-488F-A6E5-FB21C03C7AC7}"/>
          </ac:spMkLst>
        </pc:spChg>
        <pc:spChg chg="add mod">
          <ac:chgData name="祐廷 劉" userId="55b9f2413b94badf" providerId="LiveId" clId="{FAE82E77-E966-4517-B31B-C9DB4C5134D8}" dt="2023-04-22T15:42:58.697" v="274" actId="20577"/>
          <ac:spMkLst>
            <pc:docMk/>
            <pc:sldMk cId="1316587971" sldId="274"/>
            <ac:spMk id="4" creationId="{75E1A584-AD4E-4217-96B1-46B976CE84A4}"/>
          </ac:spMkLst>
        </pc:spChg>
        <pc:spChg chg="add mod">
          <ac:chgData name="祐廷 劉" userId="55b9f2413b94badf" providerId="LiveId" clId="{FAE82E77-E966-4517-B31B-C9DB4C5134D8}" dt="2023-04-22T15:43:04.896" v="283" actId="20577"/>
          <ac:spMkLst>
            <pc:docMk/>
            <pc:sldMk cId="1316587971" sldId="274"/>
            <ac:spMk id="5" creationId="{848FE28D-8B9C-473F-810C-2C9E48A70F68}"/>
          </ac:spMkLst>
        </pc:spChg>
        <pc:spChg chg="add mod">
          <ac:chgData name="祐廷 劉" userId="55b9f2413b94badf" providerId="LiveId" clId="{FAE82E77-E966-4517-B31B-C9DB4C5134D8}" dt="2023-04-22T15:43:13.728" v="292" actId="20577"/>
          <ac:spMkLst>
            <pc:docMk/>
            <pc:sldMk cId="1316587971" sldId="274"/>
            <ac:spMk id="6" creationId="{9BCD5172-DCF5-4505-9E3E-144EEC192B28}"/>
          </ac:spMkLst>
        </pc:spChg>
        <pc:spChg chg="add mod">
          <ac:chgData name="祐廷 劉" userId="55b9f2413b94badf" providerId="LiveId" clId="{FAE82E77-E966-4517-B31B-C9DB4C5134D8}" dt="2023-04-22T15:30:41.426" v="213" actId="688"/>
          <ac:spMkLst>
            <pc:docMk/>
            <pc:sldMk cId="1316587971" sldId="274"/>
            <ac:spMk id="7" creationId="{A7150539-314E-4D80-A3CB-B9D9D4E6114A}"/>
          </ac:spMkLst>
        </pc:spChg>
        <pc:spChg chg="add mod">
          <ac:chgData name="祐廷 劉" userId="55b9f2413b94badf" providerId="LiveId" clId="{FAE82E77-E966-4517-B31B-C9DB4C5134D8}" dt="2023-04-22T15:30:48.394" v="215" actId="1076"/>
          <ac:spMkLst>
            <pc:docMk/>
            <pc:sldMk cId="1316587971" sldId="274"/>
            <ac:spMk id="8" creationId="{069AB269-5848-47C1-9733-FFFA8BAC5AAE}"/>
          </ac:spMkLst>
        </pc:spChg>
        <pc:spChg chg="add mod">
          <ac:chgData name="祐廷 劉" userId="55b9f2413b94badf" providerId="LiveId" clId="{FAE82E77-E966-4517-B31B-C9DB4C5134D8}" dt="2023-04-22T15:31:01.456" v="221" actId="1076"/>
          <ac:spMkLst>
            <pc:docMk/>
            <pc:sldMk cId="1316587971" sldId="274"/>
            <ac:spMk id="9" creationId="{8EF4FF62-FC10-43CD-9FF3-C4C796F2BD84}"/>
          </ac:spMkLst>
        </pc:spChg>
        <pc:spChg chg="add del mod">
          <ac:chgData name="祐廷 劉" userId="55b9f2413b94badf" providerId="LiveId" clId="{FAE82E77-E966-4517-B31B-C9DB4C5134D8}" dt="2023-04-22T15:30:51.626" v="218"/>
          <ac:spMkLst>
            <pc:docMk/>
            <pc:sldMk cId="1316587971" sldId="274"/>
            <ac:spMk id="10" creationId="{5E22735A-CDDF-4FC8-93E2-8CC713F41C84}"/>
          </ac:spMkLst>
        </pc:spChg>
        <pc:spChg chg="add mod">
          <ac:chgData name="祐廷 劉" userId="55b9f2413b94badf" providerId="LiveId" clId="{FAE82E77-E966-4517-B31B-C9DB4C5134D8}" dt="2023-04-22T15:31:09.069" v="223" actId="1076"/>
          <ac:spMkLst>
            <pc:docMk/>
            <pc:sldMk cId="1316587971" sldId="274"/>
            <ac:spMk id="11" creationId="{953A6FCA-6030-4D2A-A774-B28BE1F544B8}"/>
          </ac:spMkLst>
        </pc:spChg>
        <pc:spChg chg="add mod">
          <ac:chgData name="祐廷 劉" userId="55b9f2413b94badf" providerId="LiveId" clId="{FAE82E77-E966-4517-B31B-C9DB4C5134D8}" dt="2023-04-22T15:42:10.569" v="253" actId="1076"/>
          <ac:spMkLst>
            <pc:docMk/>
            <pc:sldMk cId="1316587971" sldId="274"/>
            <ac:spMk id="12" creationId="{05A72444-7CF2-4523-9A69-38DA227511D8}"/>
          </ac:spMkLst>
        </pc:spChg>
        <pc:spChg chg="add mod">
          <ac:chgData name="祐廷 劉" userId="55b9f2413b94badf" providerId="LiveId" clId="{FAE82E77-E966-4517-B31B-C9DB4C5134D8}" dt="2023-04-22T15:42:16.627" v="255" actId="1076"/>
          <ac:spMkLst>
            <pc:docMk/>
            <pc:sldMk cId="1316587971" sldId="274"/>
            <ac:spMk id="13" creationId="{4C736AAA-7CF8-4713-9137-98A7CC1F157F}"/>
          </ac:spMkLst>
        </pc:spChg>
        <pc:spChg chg="add mod">
          <ac:chgData name="祐廷 劉" userId="55b9f2413b94badf" providerId="LiveId" clId="{FAE82E77-E966-4517-B31B-C9DB4C5134D8}" dt="2023-04-22T15:42:31.713" v="263" actId="1076"/>
          <ac:spMkLst>
            <pc:docMk/>
            <pc:sldMk cId="1316587971" sldId="274"/>
            <ac:spMk id="14" creationId="{B4B64A92-2B2C-4F2F-92DA-9D3759462535}"/>
          </ac:spMkLst>
        </pc:spChg>
        <pc:spChg chg="add mod">
          <ac:chgData name="祐廷 劉" userId="55b9f2413b94badf" providerId="LiveId" clId="{FAE82E77-E966-4517-B31B-C9DB4C5134D8}" dt="2023-04-22T15:42:38.558" v="265" actId="1076"/>
          <ac:spMkLst>
            <pc:docMk/>
            <pc:sldMk cId="1316587971" sldId="274"/>
            <ac:spMk id="15" creationId="{D562A568-2A06-4D3D-B404-1F818C65E59B}"/>
          </ac:spMkLst>
        </pc:spChg>
        <pc:spChg chg="add mod">
          <ac:chgData name="祐廷 劉" userId="55b9f2413b94badf" providerId="LiveId" clId="{FAE82E77-E966-4517-B31B-C9DB4C5134D8}" dt="2023-04-22T15:43:28.101" v="294" actId="1076"/>
          <ac:spMkLst>
            <pc:docMk/>
            <pc:sldMk cId="1316587971" sldId="274"/>
            <ac:spMk id="16" creationId="{93F0582A-72C3-43E5-9BB8-A53AAE355755}"/>
          </ac:spMkLst>
        </pc:spChg>
        <pc:spChg chg="add mod">
          <ac:chgData name="祐廷 劉" userId="55b9f2413b94badf" providerId="LiveId" clId="{FAE82E77-E966-4517-B31B-C9DB4C5134D8}" dt="2023-04-22T15:44:15.985" v="313" actId="1076"/>
          <ac:spMkLst>
            <pc:docMk/>
            <pc:sldMk cId="1316587971" sldId="274"/>
            <ac:spMk id="17" creationId="{7A77FBA3-15CD-4469-A389-92D7BEF66CB1}"/>
          </ac:spMkLst>
        </pc:spChg>
        <pc:spChg chg="add del">
          <ac:chgData name="祐廷 劉" userId="55b9f2413b94badf" providerId="LiveId" clId="{FAE82E77-E966-4517-B31B-C9DB4C5134D8}" dt="2023-04-22T15:44:37.270" v="315" actId="478"/>
          <ac:spMkLst>
            <pc:docMk/>
            <pc:sldMk cId="1316587971" sldId="274"/>
            <ac:spMk id="18" creationId="{FF9F1880-4BE5-493A-BD91-E6F31AE0D199}"/>
          </ac:spMkLst>
        </pc:spChg>
        <pc:spChg chg="add mod">
          <ac:chgData name="祐廷 劉" userId="55b9f2413b94badf" providerId="LiveId" clId="{FAE82E77-E966-4517-B31B-C9DB4C5134D8}" dt="2023-04-22T15:45:44.278" v="365" actId="164"/>
          <ac:spMkLst>
            <pc:docMk/>
            <pc:sldMk cId="1316587971" sldId="274"/>
            <ac:spMk id="19" creationId="{7E7495BB-40BA-4AD3-88A1-4FC50BA48135}"/>
          </ac:spMkLst>
        </pc:spChg>
        <pc:spChg chg="add mod">
          <ac:chgData name="祐廷 劉" userId="55b9f2413b94badf" providerId="LiveId" clId="{FAE82E77-E966-4517-B31B-C9DB4C5134D8}" dt="2023-04-22T15:45:44.278" v="365" actId="164"/>
          <ac:spMkLst>
            <pc:docMk/>
            <pc:sldMk cId="1316587971" sldId="274"/>
            <ac:spMk id="20" creationId="{BAAA8F5F-78A1-4341-839F-D74119B9A5AD}"/>
          </ac:spMkLst>
        </pc:spChg>
        <pc:grpChg chg="add mod">
          <ac:chgData name="祐廷 劉" userId="55b9f2413b94badf" providerId="LiveId" clId="{FAE82E77-E966-4517-B31B-C9DB4C5134D8}" dt="2023-04-22T15:46:00.223" v="370" actId="1076"/>
          <ac:grpSpMkLst>
            <pc:docMk/>
            <pc:sldMk cId="1316587971" sldId="274"/>
            <ac:grpSpMk id="21" creationId="{385602CB-4A95-46D8-AEE4-E0F60069BF63}"/>
          </ac:grpSpMkLst>
        </pc:grpChg>
      </pc:sldChg>
      <pc:sldChg chg="new del">
        <pc:chgData name="祐廷 劉" userId="55b9f2413b94badf" providerId="LiveId" clId="{FAE82E77-E966-4517-B31B-C9DB4C5134D8}" dt="2023-04-22T15:00:46.404" v="146" actId="47"/>
        <pc:sldMkLst>
          <pc:docMk/>
          <pc:sldMk cId="361309165" sldId="275"/>
        </pc:sldMkLst>
      </pc:sldChg>
      <pc:sldChg chg="addSp delSp modSp add mod">
        <pc:chgData name="祐廷 劉" userId="55b9f2413b94badf" providerId="LiveId" clId="{FAE82E77-E966-4517-B31B-C9DB4C5134D8}" dt="2023-04-22T15:17:14.315" v="185" actId="1076"/>
        <pc:sldMkLst>
          <pc:docMk/>
          <pc:sldMk cId="4165867379" sldId="276"/>
        </pc:sldMkLst>
        <pc:spChg chg="mod">
          <ac:chgData name="祐廷 劉" userId="55b9f2413b94badf" providerId="LiveId" clId="{FAE82E77-E966-4517-B31B-C9DB4C5134D8}" dt="2023-04-22T15:03:02.001" v="170"/>
          <ac:spMkLst>
            <pc:docMk/>
            <pc:sldMk cId="4165867379" sldId="276"/>
            <ac:spMk id="2" creationId="{A2F40727-A2E0-4DFE-BAAE-1DB58A855993}"/>
          </ac:spMkLst>
        </pc:spChg>
        <pc:spChg chg="del mod">
          <ac:chgData name="祐廷 劉" userId="55b9f2413b94badf" providerId="LiveId" clId="{FAE82E77-E966-4517-B31B-C9DB4C5134D8}" dt="2023-04-22T15:09:02.922" v="173" actId="478"/>
          <ac:spMkLst>
            <pc:docMk/>
            <pc:sldMk cId="4165867379" sldId="276"/>
            <ac:spMk id="3" creationId="{1A6E9D2E-8F06-488F-A6E5-FB21C03C7AC7}"/>
          </ac:spMkLst>
        </pc:spChg>
        <pc:picChg chg="add mod">
          <ac:chgData name="祐廷 劉" userId="55b9f2413b94badf" providerId="LiveId" clId="{FAE82E77-E966-4517-B31B-C9DB4C5134D8}" dt="2023-04-22T15:09:23.322" v="179" actId="1076"/>
          <ac:picMkLst>
            <pc:docMk/>
            <pc:sldMk cId="4165867379" sldId="276"/>
            <ac:picMk id="5" creationId="{AFC7194C-DD38-4917-BCB4-ACCE5C1D066E}"/>
          </ac:picMkLst>
        </pc:picChg>
        <pc:picChg chg="add mod">
          <ac:chgData name="祐廷 劉" userId="55b9f2413b94badf" providerId="LiveId" clId="{FAE82E77-E966-4517-B31B-C9DB4C5134D8}" dt="2023-04-22T15:17:14.315" v="185" actId="1076"/>
          <ac:picMkLst>
            <pc:docMk/>
            <pc:sldMk cId="4165867379" sldId="276"/>
            <ac:picMk id="9" creationId="{7E7887C0-67CA-4A8E-A9C1-D40D2329732F}"/>
          </ac:picMkLst>
        </pc:picChg>
        <pc:cxnChg chg="add del">
          <ac:chgData name="祐廷 劉" userId="55b9f2413b94badf" providerId="LiveId" clId="{FAE82E77-E966-4517-B31B-C9DB4C5134D8}" dt="2023-04-22T15:13:46.029" v="181" actId="11529"/>
          <ac:cxnSpMkLst>
            <pc:docMk/>
            <pc:sldMk cId="4165867379" sldId="276"/>
            <ac:cxnSpMk id="7" creationId="{B41A0CD6-2DFC-4C9E-9B84-99E629F8E96B}"/>
          </ac:cxnSpMkLst>
        </pc:cxnChg>
      </pc:sldChg>
      <pc:sldChg chg="addSp delSp modSp new mod">
        <pc:chgData name="祐廷 劉" userId="55b9f2413b94badf" providerId="LiveId" clId="{FAE82E77-E966-4517-B31B-C9DB4C5134D8}" dt="2023-04-22T15:29:30.062" v="206"/>
        <pc:sldMkLst>
          <pc:docMk/>
          <pc:sldMk cId="741772491" sldId="277"/>
        </pc:sldMkLst>
        <pc:spChg chg="mod">
          <ac:chgData name="祐廷 劉" userId="55b9f2413b94badf" providerId="LiveId" clId="{FAE82E77-E966-4517-B31B-C9DB4C5134D8}" dt="2023-04-22T15:29:30.062" v="206"/>
          <ac:spMkLst>
            <pc:docMk/>
            <pc:sldMk cId="741772491" sldId="277"/>
            <ac:spMk id="2" creationId="{F9E8DE3B-0212-4177-999F-ABB3CDCB4791}"/>
          </ac:spMkLst>
        </pc:spChg>
        <pc:spChg chg="del">
          <ac:chgData name="祐廷 劉" userId="55b9f2413b94badf" providerId="LiveId" clId="{FAE82E77-E966-4517-B31B-C9DB4C5134D8}" dt="2023-04-22T15:27:42.803" v="187" actId="478"/>
          <ac:spMkLst>
            <pc:docMk/>
            <pc:sldMk cId="741772491" sldId="277"/>
            <ac:spMk id="3" creationId="{A4966A35-EDB9-4493-BE37-D9817E184BF4}"/>
          </ac:spMkLst>
        </pc:spChg>
        <pc:picChg chg="add mod">
          <ac:chgData name="祐廷 劉" userId="55b9f2413b94badf" providerId="LiveId" clId="{FAE82E77-E966-4517-B31B-C9DB4C5134D8}" dt="2023-04-22T15:27:47.502" v="189" actId="1076"/>
          <ac:picMkLst>
            <pc:docMk/>
            <pc:sldMk cId="741772491" sldId="277"/>
            <ac:picMk id="5" creationId="{9FD44C33-3EA6-4F1B-9E3A-22CAE5A5DAB3}"/>
          </ac:picMkLst>
        </pc:picChg>
        <pc:picChg chg="add mod">
          <ac:chgData name="祐廷 劉" userId="55b9f2413b94badf" providerId="LiveId" clId="{FAE82E77-E966-4517-B31B-C9DB4C5134D8}" dt="2023-04-22T15:28:37.136" v="194" actId="1076"/>
          <ac:picMkLst>
            <pc:docMk/>
            <pc:sldMk cId="741772491" sldId="277"/>
            <ac:picMk id="7" creationId="{FA30FFDD-97D2-4910-ABD5-194BE4F51A4F}"/>
          </ac:picMkLst>
        </pc:picChg>
      </pc:sldChg>
      <pc:sldChg chg="addSp delSp modSp new mod">
        <pc:chgData name="祐廷 劉" userId="55b9f2413b94badf" providerId="LiveId" clId="{FAE82E77-E966-4517-B31B-C9DB4C5134D8}" dt="2023-04-22T15:50:08.031" v="392" actId="20577"/>
        <pc:sldMkLst>
          <pc:docMk/>
          <pc:sldMk cId="4222768340" sldId="278"/>
        </pc:sldMkLst>
        <pc:spChg chg="mod">
          <ac:chgData name="祐廷 劉" userId="55b9f2413b94badf" providerId="LiveId" clId="{FAE82E77-E966-4517-B31B-C9DB4C5134D8}" dt="2023-04-22T15:50:08.031" v="392" actId="20577"/>
          <ac:spMkLst>
            <pc:docMk/>
            <pc:sldMk cId="4222768340" sldId="278"/>
            <ac:spMk id="2" creationId="{DBA85197-9A25-44B5-A028-9296B1EEE06D}"/>
          </ac:spMkLst>
        </pc:spChg>
        <pc:spChg chg="del">
          <ac:chgData name="祐廷 劉" userId="55b9f2413b94badf" providerId="LiveId" clId="{FAE82E77-E966-4517-B31B-C9DB4C5134D8}" dt="2023-04-22T15:48:33.025" v="372" actId="478"/>
          <ac:spMkLst>
            <pc:docMk/>
            <pc:sldMk cId="4222768340" sldId="278"/>
            <ac:spMk id="3" creationId="{D7F79AA6-1496-442B-BC41-AEF1957425BF}"/>
          </ac:spMkLst>
        </pc:spChg>
        <pc:picChg chg="add mod">
          <ac:chgData name="祐廷 劉" userId="55b9f2413b94badf" providerId="LiveId" clId="{FAE82E77-E966-4517-B31B-C9DB4C5134D8}" dt="2023-04-22T15:48:40.751" v="376" actId="1076"/>
          <ac:picMkLst>
            <pc:docMk/>
            <pc:sldMk cId="4222768340" sldId="278"/>
            <ac:picMk id="5" creationId="{38ED3261-09B2-4FBE-9264-1188AB463CA2}"/>
          </ac:picMkLst>
        </pc:picChg>
        <pc:picChg chg="add mod">
          <ac:chgData name="祐廷 劉" userId="55b9f2413b94badf" providerId="LiveId" clId="{FAE82E77-E966-4517-B31B-C9DB4C5134D8}" dt="2023-04-22T15:49:15.585" v="380" actId="1076"/>
          <ac:picMkLst>
            <pc:docMk/>
            <pc:sldMk cId="4222768340" sldId="278"/>
            <ac:picMk id="7" creationId="{CC33EA00-1775-426C-B64C-B32BB15F973B}"/>
          </ac:picMkLst>
        </pc:picChg>
        <pc:picChg chg="add mod">
          <ac:chgData name="祐廷 劉" userId="55b9f2413b94badf" providerId="LiveId" clId="{FAE82E77-E966-4517-B31B-C9DB4C5134D8}" dt="2023-04-22T15:49:49.790" v="382" actId="1076"/>
          <ac:picMkLst>
            <pc:docMk/>
            <pc:sldMk cId="4222768340" sldId="278"/>
            <ac:picMk id="9" creationId="{05B7CE11-E0BB-47D2-B6EA-BA4761AACB68}"/>
          </ac:picMkLst>
        </pc:picChg>
      </pc:sldChg>
      <pc:sldChg chg="new del">
        <pc:chgData name="祐廷 劉" userId="55b9f2413b94badf" providerId="LiveId" clId="{FAE82E77-E966-4517-B31B-C9DB4C5134D8}" dt="2023-04-22T16:02:45.751" v="573" actId="47"/>
        <pc:sldMkLst>
          <pc:docMk/>
          <pc:sldMk cId="671357147" sldId="279"/>
        </pc:sldMkLst>
      </pc:sldChg>
      <pc:sldChg chg="modSp add mod">
        <pc:chgData name="祐廷 劉" userId="55b9f2413b94badf" providerId="LiveId" clId="{FAE82E77-E966-4517-B31B-C9DB4C5134D8}" dt="2023-04-22T16:03:16.369" v="603" actId="20577"/>
        <pc:sldMkLst>
          <pc:docMk/>
          <pc:sldMk cId="1988659488" sldId="279"/>
        </pc:sldMkLst>
        <pc:spChg chg="mod">
          <ac:chgData name="祐廷 劉" userId="55b9f2413b94badf" providerId="LiveId" clId="{FAE82E77-E966-4517-B31B-C9DB4C5134D8}" dt="2023-04-22T16:02:53.835" v="581" actId="20577"/>
          <ac:spMkLst>
            <pc:docMk/>
            <pc:sldMk cId="1988659488" sldId="279"/>
            <ac:spMk id="2" creationId="{2547C986-049C-41FC-A0D1-5E7895C02A18}"/>
          </ac:spMkLst>
        </pc:spChg>
        <pc:spChg chg="mod">
          <ac:chgData name="祐廷 劉" userId="55b9f2413b94badf" providerId="LiveId" clId="{FAE82E77-E966-4517-B31B-C9DB4C5134D8}" dt="2023-04-22T16:03:16.369" v="603" actId="20577"/>
          <ac:spMkLst>
            <pc:docMk/>
            <pc:sldMk cId="1988659488" sldId="279"/>
            <ac:spMk id="3" creationId="{B2631129-228D-401D-83D2-17746602C315}"/>
          </ac:spMkLst>
        </pc:spChg>
      </pc:sldChg>
      <pc:sldChg chg="modSp new mod">
        <pc:chgData name="祐廷 劉" userId="55b9f2413b94badf" providerId="LiveId" clId="{FAE82E77-E966-4517-B31B-C9DB4C5134D8}" dt="2023-04-22T16:14:51.576" v="951" actId="20577"/>
        <pc:sldMkLst>
          <pc:docMk/>
          <pc:sldMk cId="2714440831" sldId="280"/>
        </pc:sldMkLst>
        <pc:spChg chg="mod">
          <ac:chgData name="祐廷 劉" userId="55b9f2413b94badf" providerId="LiveId" clId="{FAE82E77-E966-4517-B31B-C9DB4C5134D8}" dt="2023-04-22T16:04:35.302" v="631" actId="20577"/>
          <ac:spMkLst>
            <pc:docMk/>
            <pc:sldMk cId="2714440831" sldId="280"/>
            <ac:spMk id="2" creationId="{59C4C1D6-D9FB-4A53-AAED-6CF713FC4524}"/>
          </ac:spMkLst>
        </pc:spChg>
        <pc:spChg chg="mod">
          <ac:chgData name="祐廷 劉" userId="55b9f2413b94badf" providerId="LiveId" clId="{FAE82E77-E966-4517-B31B-C9DB4C5134D8}" dt="2023-04-22T16:14:51.576" v="951" actId="20577"/>
          <ac:spMkLst>
            <pc:docMk/>
            <pc:sldMk cId="2714440831" sldId="280"/>
            <ac:spMk id="3" creationId="{0E5B272C-E588-4538-9F92-1CF0F1BBEA59}"/>
          </ac:spMkLst>
        </pc:spChg>
      </pc:sldChg>
      <pc:sldChg chg="addSp delSp modSp add mod">
        <pc:chgData name="祐廷 劉" userId="55b9f2413b94badf" providerId="LiveId" clId="{FAE82E77-E966-4517-B31B-C9DB4C5134D8}" dt="2023-04-22T16:16:49.461" v="956"/>
        <pc:sldMkLst>
          <pc:docMk/>
          <pc:sldMk cId="3124783487" sldId="281"/>
        </pc:sldMkLst>
        <pc:spChg chg="mod">
          <ac:chgData name="祐廷 劉" userId="55b9f2413b94badf" providerId="LiveId" clId="{FAE82E77-E966-4517-B31B-C9DB4C5134D8}" dt="2023-04-22T16:04:58.230" v="648" actId="20577"/>
          <ac:spMkLst>
            <pc:docMk/>
            <pc:sldMk cId="3124783487" sldId="281"/>
            <ac:spMk id="2" creationId="{59C4C1D6-D9FB-4A53-AAED-6CF713FC4524}"/>
          </ac:spMkLst>
        </pc:spChg>
        <pc:spChg chg="mod">
          <ac:chgData name="祐廷 劉" userId="55b9f2413b94badf" providerId="LiveId" clId="{FAE82E77-E966-4517-B31B-C9DB4C5134D8}" dt="2023-04-22T16:05:16.850" v="674" actId="20577"/>
          <ac:spMkLst>
            <pc:docMk/>
            <pc:sldMk cId="3124783487" sldId="281"/>
            <ac:spMk id="3" creationId="{0E5B272C-E588-4538-9F92-1CF0F1BBEA59}"/>
          </ac:spMkLst>
        </pc:spChg>
        <pc:picChg chg="add del mod">
          <ac:chgData name="祐廷 劉" userId="55b9f2413b94badf" providerId="LiveId" clId="{FAE82E77-E966-4517-B31B-C9DB4C5134D8}" dt="2023-04-22T16:16:49.461" v="956"/>
          <ac:picMkLst>
            <pc:docMk/>
            <pc:sldMk cId="3124783487" sldId="281"/>
            <ac:picMk id="4" creationId="{35A97372-04E0-4BD2-B8A9-D97D737676C1}"/>
          </ac:picMkLst>
        </pc:picChg>
        <pc:picChg chg="add del mod">
          <ac:chgData name="祐廷 劉" userId="55b9f2413b94badf" providerId="LiveId" clId="{FAE82E77-E966-4517-B31B-C9DB4C5134D8}" dt="2023-04-22T16:16:49.461" v="956"/>
          <ac:picMkLst>
            <pc:docMk/>
            <pc:sldMk cId="3124783487" sldId="281"/>
            <ac:picMk id="5" creationId="{0DC0B5C1-62E7-4D64-9B73-C325D28981AF}"/>
          </ac:picMkLst>
        </pc:picChg>
      </pc:sldChg>
      <pc:sldChg chg="modSp add mod">
        <pc:chgData name="祐廷 劉" userId="55b9f2413b94badf" providerId="LiveId" clId="{FAE82E77-E966-4517-B31B-C9DB4C5134D8}" dt="2023-04-22T16:17:06.830" v="967" actId="20577"/>
        <pc:sldMkLst>
          <pc:docMk/>
          <pc:sldMk cId="1773413331" sldId="282"/>
        </pc:sldMkLst>
        <pc:spChg chg="mod">
          <ac:chgData name="祐廷 劉" userId="55b9f2413b94badf" providerId="LiveId" clId="{FAE82E77-E966-4517-B31B-C9DB4C5134D8}" dt="2023-04-22T16:17:06.830" v="967" actId="20577"/>
          <ac:spMkLst>
            <pc:docMk/>
            <pc:sldMk cId="1773413331" sldId="282"/>
            <ac:spMk id="2" creationId="{91541DDF-9217-4176-9BAC-35EE0C8B7419}"/>
          </ac:spMkLst>
        </pc:spChg>
      </pc:sldChg>
      <pc:sldChg chg="new del">
        <pc:chgData name="祐廷 劉" userId="55b9f2413b94badf" providerId="LiveId" clId="{FAE82E77-E966-4517-B31B-C9DB4C5134D8}" dt="2023-04-22T16:16:36.009" v="953" actId="680"/>
        <pc:sldMkLst>
          <pc:docMk/>
          <pc:sldMk cId="2510594950" sldId="282"/>
        </pc:sldMkLst>
      </pc:sldChg>
      <pc:sldChg chg="delSp modSp add mod delAnim">
        <pc:chgData name="祐廷 劉" userId="55b9f2413b94badf" providerId="LiveId" clId="{FAE82E77-E966-4517-B31B-C9DB4C5134D8}" dt="2023-04-22T16:17:31.323" v="972" actId="478"/>
        <pc:sldMkLst>
          <pc:docMk/>
          <pc:sldMk cId="4131467385" sldId="283"/>
        </pc:sldMkLst>
        <pc:spChg chg="mod">
          <ac:chgData name="祐廷 劉" userId="55b9f2413b94badf" providerId="LiveId" clId="{FAE82E77-E966-4517-B31B-C9DB4C5134D8}" dt="2023-04-22T16:17:20.042" v="968"/>
          <ac:spMkLst>
            <pc:docMk/>
            <pc:sldMk cId="4131467385" sldId="283"/>
            <ac:spMk id="2" creationId="{91541DDF-9217-4176-9BAC-35EE0C8B7419}"/>
          </ac:spMkLst>
        </pc:spChg>
        <pc:spChg chg="del">
          <ac:chgData name="祐廷 劉" userId="55b9f2413b94badf" providerId="LiveId" clId="{FAE82E77-E966-4517-B31B-C9DB4C5134D8}" dt="2023-04-22T16:17:29.410" v="969" actId="478"/>
          <ac:spMkLst>
            <pc:docMk/>
            <pc:sldMk cId="4131467385" sldId="283"/>
            <ac:spMk id="8" creationId="{A5A31845-0DC0-47F6-8A7B-9FBB391A6391}"/>
          </ac:spMkLst>
        </pc:spChg>
        <pc:spChg chg="del">
          <ac:chgData name="祐廷 劉" userId="55b9f2413b94badf" providerId="LiveId" clId="{FAE82E77-E966-4517-B31B-C9DB4C5134D8}" dt="2023-04-22T16:17:29.860" v="970" actId="478"/>
          <ac:spMkLst>
            <pc:docMk/>
            <pc:sldMk cId="4131467385" sldId="283"/>
            <ac:spMk id="9" creationId="{5C76223A-5DFD-4E35-A75C-589EC0FA56B1}"/>
          </ac:spMkLst>
        </pc:spChg>
        <pc:spChg chg="del">
          <ac:chgData name="祐廷 劉" userId="55b9f2413b94badf" providerId="LiveId" clId="{FAE82E77-E966-4517-B31B-C9DB4C5134D8}" dt="2023-04-22T16:17:30.445" v="971" actId="478"/>
          <ac:spMkLst>
            <pc:docMk/>
            <pc:sldMk cId="4131467385" sldId="283"/>
            <ac:spMk id="10" creationId="{7027D98E-C4E9-493D-A449-67729D84EDA8}"/>
          </ac:spMkLst>
        </pc:spChg>
        <pc:spChg chg="del">
          <ac:chgData name="祐廷 劉" userId="55b9f2413b94badf" providerId="LiveId" clId="{FAE82E77-E966-4517-B31B-C9DB4C5134D8}" dt="2023-04-22T16:17:31.323" v="972" actId="478"/>
          <ac:spMkLst>
            <pc:docMk/>
            <pc:sldMk cId="4131467385" sldId="283"/>
            <ac:spMk id="11" creationId="{89790E1B-E481-4EB4-95C4-2C4456F8679F}"/>
          </ac:spMkLst>
        </pc:spChg>
      </pc:sldChg>
    </pc:docChg>
  </pc:docChgLst>
  <pc:docChgLst>
    <pc:chgData name="祐廷 劉" userId="55b9f2413b94badf" providerId="LiveId" clId="{5EA86210-9012-4E68-BCD1-7347BE0E642C}"/>
    <pc:docChg chg="undo custSel addSld delSld modSld">
      <pc:chgData name="祐廷 劉" userId="55b9f2413b94badf" providerId="LiveId" clId="{5EA86210-9012-4E68-BCD1-7347BE0E642C}" dt="2023-07-21T15:21:00.832" v="5226" actId="255"/>
      <pc:docMkLst>
        <pc:docMk/>
      </pc:docMkLst>
      <pc:sldChg chg="modSp mod modTransition">
        <pc:chgData name="祐廷 劉" userId="55b9f2413b94badf" providerId="LiveId" clId="{5EA86210-9012-4E68-BCD1-7347BE0E642C}" dt="2023-07-21T15:21:00.832" v="5226" actId="255"/>
        <pc:sldMkLst>
          <pc:docMk/>
          <pc:sldMk cId="2439948278" sldId="256"/>
        </pc:sldMkLst>
        <pc:spChg chg="mod">
          <ac:chgData name="祐廷 劉" userId="55b9f2413b94badf" providerId="LiveId" clId="{5EA86210-9012-4E68-BCD1-7347BE0E642C}" dt="2023-06-25T15:25:28.993" v="9" actId="20577"/>
          <ac:spMkLst>
            <pc:docMk/>
            <pc:sldMk cId="2439948278" sldId="256"/>
            <ac:spMk id="2" creationId="{2547C986-049C-41FC-A0D1-5E7895C02A18}"/>
          </ac:spMkLst>
        </pc:spChg>
        <pc:spChg chg="mod">
          <ac:chgData name="祐廷 劉" userId="55b9f2413b94badf" providerId="LiveId" clId="{5EA86210-9012-4E68-BCD1-7347BE0E642C}" dt="2023-07-21T15:21:00.832" v="5226" actId="255"/>
          <ac:spMkLst>
            <pc:docMk/>
            <pc:sldMk cId="2439948278" sldId="256"/>
            <ac:spMk id="3" creationId="{B2631129-228D-401D-83D2-17746602C315}"/>
          </ac:spMkLst>
        </pc:spChg>
      </pc:sldChg>
      <pc:sldChg chg="modSp mod modTransition">
        <pc:chgData name="祐廷 劉" userId="55b9f2413b94badf" providerId="LiveId" clId="{5EA86210-9012-4E68-BCD1-7347BE0E642C}" dt="2023-06-26T14:23:54.748" v="4390"/>
        <pc:sldMkLst>
          <pc:docMk/>
          <pc:sldMk cId="4268384832" sldId="257"/>
        </pc:sldMkLst>
        <pc:spChg chg="mod">
          <ac:chgData name="祐廷 劉" userId="55b9f2413b94badf" providerId="LiveId" clId="{5EA86210-9012-4E68-BCD1-7347BE0E642C}" dt="2023-06-25T15:42:48.732" v="1114" actId="2711"/>
          <ac:spMkLst>
            <pc:docMk/>
            <pc:sldMk cId="4268384832" sldId="257"/>
            <ac:spMk id="2" creationId="{86A417EE-BD65-4C07-AA4D-FA2B143C912D}"/>
          </ac:spMkLst>
        </pc:spChg>
      </pc:sldChg>
      <pc:sldChg chg="modSp mod modTransition">
        <pc:chgData name="祐廷 劉" userId="55b9f2413b94badf" providerId="LiveId" clId="{5EA86210-9012-4E68-BCD1-7347BE0E642C}" dt="2023-06-26T14:23:54.748" v="4390"/>
        <pc:sldMkLst>
          <pc:docMk/>
          <pc:sldMk cId="1688687825" sldId="258"/>
        </pc:sldMkLst>
        <pc:spChg chg="mod">
          <ac:chgData name="祐廷 劉" userId="55b9f2413b94badf" providerId="LiveId" clId="{5EA86210-9012-4E68-BCD1-7347BE0E642C}" dt="2023-06-25T15:35:59.923" v="647" actId="2711"/>
          <ac:spMkLst>
            <pc:docMk/>
            <pc:sldMk cId="1688687825" sldId="258"/>
            <ac:spMk id="2" creationId="{2547C986-049C-41FC-A0D1-5E7895C02A18}"/>
          </ac:spMkLst>
        </pc:spChg>
        <pc:spChg chg="mod">
          <ac:chgData name="祐廷 劉" userId="55b9f2413b94badf" providerId="LiveId" clId="{5EA86210-9012-4E68-BCD1-7347BE0E642C}" dt="2023-06-25T15:36:33.641" v="687" actId="2711"/>
          <ac:spMkLst>
            <pc:docMk/>
            <pc:sldMk cId="1688687825" sldId="258"/>
            <ac:spMk id="3" creationId="{B2631129-228D-401D-83D2-17746602C315}"/>
          </ac:spMkLst>
        </pc:spChg>
      </pc:sldChg>
      <pc:sldChg chg="modSp mod modTransition">
        <pc:chgData name="祐廷 劉" userId="55b9f2413b94badf" providerId="LiveId" clId="{5EA86210-9012-4E68-BCD1-7347BE0E642C}" dt="2023-06-26T14:23:54.748" v="4390"/>
        <pc:sldMkLst>
          <pc:docMk/>
          <pc:sldMk cId="3033534473" sldId="259"/>
        </pc:sldMkLst>
        <pc:spChg chg="mod">
          <ac:chgData name="祐廷 劉" userId="55b9f2413b94badf" providerId="LiveId" clId="{5EA86210-9012-4E68-BCD1-7347BE0E642C}" dt="2023-06-25T15:43:08.722" v="1135" actId="2711"/>
          <ac:spMkLst>
            <pc:docMk/>
            <pc:sldMk cId="3033534473" sldId="259"/>
            <ac:spMk id="2" creationId="{86A417EE-BD65-4C07-AA4D-FA2B143C912D}"/>
          </ac:spMkLst>
        </pc:spChg>
        <pc:spChg chg="mod">
          <ac:chgData name="祐廷 劉" userId="55b9f2413b94badf" providerId="LiveId" clId="{5EA86210-9012-4E68-BCD1-7347BE0E642C}" dt="2023-06-25T15:46:36.213" v="1451" actId="207"/>
          <ac:spMkLst>
            <pc:docMk/>
            <pc:sldMk cId="3033534473" sldId="259"/>
            <ac:spMk id="3" creationId="{5C81EC29-B3DF-4D67-BD52-51AA3594F8E8}"/>
          </ac:spMkLst>
        </pc:spChg>
      </pc:sldChg>
      <pc:sldChg chg="modSp mod modTransition">
        <pc:chgData name="祐廷 劉" userId="55b9f2413b94badf" providerId="LiveId" clId="{5EA86210-9012-4E68-BCD1-7347BE0E642C}" dt="2023-06-26T14:23:54.748" v="4390"/>
        <pc:sldMkLst>
          <pc:docMk/>
          <pc:sldMk cId="2304028743" sldId="260"/>
        </pc:sldMkLst>
        <pc:spChg chg="mod">
          <ac:chgData name="祐廷 劉" userId="55b9f2413b94badf" providerId="LiveId" clId="{5EA86210-9012-4E68-BCD1-7347BE0E642C}" dt="2023-06-25T15:47:31.033" v="1502" actId="2711"/>
          <ac:spMkLst>
            <pc:docMk/>
            <pc:sldMk cId="2304028743" sldId="260"/>
            <ac:spMk id="2" creationId="{86A417EE-BD65-4C07-AA4D-FA2B143C912D}"/>
          </ac:spMkLst>
        </pc:spChg>
        <pc:spChg chg="mod">
          <ac:chgData name="祐廷 劉" userId="55b9f2413b94badf" providerId="LiveId" clId="{5EA86210-9012-4E68-BCD1-7347BE0E642C}" dt="2023-06-25T15:52:54.375" v="1766" actId="207"/>
          <ac:spMkLst>
            <pc:docMk/>
            <pc:sldMk cId="2304028743" sldId="260"/>
            <ac:spMk id="3" creationId="{5C81EC29-B3DF-4D67-BD52-51AA3594F8E8}"/>
          </ac:spMkLst>
        </pc:spChg>
      </pc:sldChg>
      <pc:sldChg chg="modSp mod modTransition">
        <pc:chgData name="祐廷 劉" userId="55b9f2413b94badf" providerId="LiveId" clId="{5EA86210-9012-4E68-BCD1-7347BE0E642C}" dt="2023-06-26T14:23:54.748" v="4390"/>
        <pc:sldMkLst>
          <pc:docMk/>
          <pc:sldMk cId="3881002959" sldId="262"/>
        </pc:sldMkLst>
        <pc:spChg chg="mod">
          <ac:chgData name="祐廷 劉" userId="55b9f2413b94badf" providerId="LiveId" clId="{5EA86210-9012-4E68-BCD1-7347BE0E642C}" dt="2023-06-25T15:53:39.894" v="1814" actId="2711"/>
          <ac:spMkLst>
            <pc:docMk/>
            <pc:sldMk cId="3881002959" sldId="262"/>
            <ac:spMk id="2" creationId="{86A417EE-BD65-4C07-AA4D-FA2B143C912D}"/>
          </ac:spMkLst>
        </pc:spChg>
      </pc:sldChg>
      <pc:sldChg chg="modSp mod modTransition">
        <pc:chgData name="祐廷 劉" userId="55b9f2413b94badf" providerId="LiveId" clId="{5EA86210-9012-4E68-BCD1-7347BE0E642C}" dt="2023-06-26T14:23:54.748" v="4390"/>
        <pc:sldMkLst>
          <pc:docMk/>
          <pc:sldMk cId="672116585" sldId="264"/>
        </pc:sldMkLst>
        <pc:spChg chg="mod">
          <ac:chgData name="祐廷 劉" userId="55b9f2413b94badf" providerId="LiveId" clId="{5EA86210-9012-4E68-BCD1-7347BE0E642C}" dt="2023-06-25T15:55:20.291" v="1948" actId="2711"/>
          <ac:spMkLst>
            <pc:docMk/>
            <pc:sldMk cId="672116585" sldId="264"/>
            <ac:spMk id="2" creationId="{9BAF6A6D-9697-4620-A046-97B781BC06A4}"/>
          </ac:spMkLst>
        </pc:spChg>
        <pc:spChg chg="mod">
          <ac:chgData name="祐廷 劉" userId="55b9f2413b94badf" providerId="LiveId" clId="{5EA86210-9012-4E68-BCD1-7347BE0E642C}" dt="2023-06-25T15:56:09.954" v="2023" actId="20577"/>
          <ac:spMkLst>
            <pc:docMk/>
            <pc:sldMk cId="672116585" sldId="264"/>
            <ac:spMk id="3" creationId="{061B9E1D-3BE2-49AA-9338-D8B135E76119}"/>
          </ac:spMkLst>
        </pc:spChg>
      </pc:sldChg>
      <pc:sldChg chg="modSp mod modTransition">
        <pc:chgData name="祐廷 劉" userId="55b9f2413b94badf" providerId="LiveId" clId="{5EA86210-9012-4E68-BCD1-7347BE0E642C}" dt="2023-06-26T14:23:54.748" v="4390"/>
        <pc:sldMkLst>
          <pc:docMk/>
          <pc:sldMk cId="593513117" sldId="266"/>
        </pc:sldMkLst>
        <pc:spChg chg="mod">
          <ac:chgData name="祐廷 劉" userId="55b9f2413b94badf" providerId="LiveId" clId="{5EA86210-9012-4E68-BCD1-7347BE0E642C}" dt="2023-06-25T15:56:44.138" v="2041" actId="2711"/>
          <ac:spMkLst>
            <pc:docMk/>
            <pc:sldMk cId="593513117" sldId="266"/>
            <ac:spMk id="2" creationId="{9BAF6A6D-9697-4620-A046-97B781BC06A4}"/>
          </ac:spMkLst>
        </pc:spChg>
        <pc:spChg chg="mod">
          <ac:chgData name="祐廷 劉" userId="55b9f2413b94badf" providerId="LiveId" clId="{5EA86210-9012-4E68-BCD1-7347BE0E642C}" dt="2023-06-25T15:58:45.955" v="2164" actId="2711"/>
          <ac:spMkLst>
            <pc:docMk/>
            <pc:sldMk cId="593513117" sldId="266"/>
            <ac:spMk id="3" creationId="{061B9E1D-3BE2-49AA-9338-D8B135E76119}"/>
          </ac:spMkLst>
        </pc:spChg>
      </pc:sldChg>
      <pc:sldChg chg="modSp mod modTransition">
        <pc:chgData name="祐廷 劉" userId="55b9f2413b94badf" providerId="LiveId" clId="{5EA86210-9012-4E68-BCD1-7347BE0E642C}" dt="2023-06-26T14:23:54.748" v="4390"/>
        <pc:sldMkLst>
          <pc:docMk/>
          <pc:sldMk cId="3963719163" sldId="267"/>
        </pc:sldMkLst>
        <pc:spChg chg="mod">
          <ac:chgData name="祐廷 劉" userId="55b9f2413b94badf" providerId="LiveId" clId="{5EA86210-9012-4E68-BCD1-7347BE0E642C}" dt="2023-06-25T15:59:16.050" v="2212" actId="2711"/>
          <ac:spMkLst>
            <pc:docMk/>
            <pc:sldMk cId="3963719163" sldId="267"/>
            <ac:spMk id="2" creationId="{2547C986-049C-41FC-A0D1-5E7895C02A18}"/>
          </ac:spMkLst>
        </pc:spChg>
        <pc:spChg chg="mod">
          <ac:chgData name="祐廷 劉" userId="55b9f2413b94badf" providerId="LiveId" clId="{5EA86210-9012-4E68-BCD1-7347BE0E642C}" dt="2023-06-25T15:59:19.606" v="2213" actId="2711"/>
          <ac:spMkLst>
            <pc:docMk/>
            <pc:sldMk cId="3963719163" sldId="267"/>
            <ac:spMk id="3" creationId="{B2631129-228D-401D-83D2-17746602C315}"/>
          </ac:spMkLst>
        </pc:spChg>
      </pc:sldChg>
      <pc:sldChg chg="modSp mod modTransition">
        <pc:chgData name="祐廷 劉" userId="55b9f2413b94badf" providerId="LiveId" clId="{5EA86210-9012-4E68-BCD1-7347BE0E642C}" dt="2023-06-26T14:23:54.748" v="4390"/>
        <pc:sldMkLst>
          <pc:docMk/>
          <pc:sldMk cId="3458657498" sldId="268"/>
        </pc:sldMkLst>
        <pc:spChg chg="mod">
          <ac:chgData name="祐廷 劉" userId="55b9f2413b94badf" providerId="LiveId" clId="{5EA86210-9012-4E68-BCD1-7347BE0E642C}" dt="2023-06-25T15:59:54.379" v="2230" actId="2711"/>
          <ac:spMkLst>
            <pc:docMk/>
            <pc:sldMk cId="3458657498" sldId="268"/>
            <ac:spMk id="2" creationId="{91541DDF-9217-4176-9BAC-35EE0C8B7419}"/>
          </ac:spMkLst>
        </pc:spChg>
        <pc:spChg chg="mod">
          <ac:chgData name="祐廷 劉" userId="55b9f2413b94badf" providerId="LiveId" clId="{5EA86210-9012-4E68-BCD1-7347BE0E642C}" dt="2023-06-25T16:01:36.565" v="2358" actId="207"/>
          <ac:spMkLst>
            <pc:docMk/>
            <pc:sldMk cId="3458657498" sldId="268"/>
            <ac:spMk id="3" creationId="{CF5A194C-9C6C-43FC-976B-D1D9D9FE204A}"/>
          </ac:spMkLst>
        </pc:spChg>
      </pc:sldChg>
      <pc:sldChg chg="addSp modSp mod modTransition modAnim">
        <pc:chgData name="祐廷 劉" userId="55b9f2413b94badf" providerId="LiveId" clId="{5EA86210-9012-4E68-BCD1-7347BE0E642C}" dt="2023-07-17T03:37:24.603" v="5035"/>
        <pc:sldMkLst>
          <pc:docMk/>
          <pc:sldMk cId="8053510" sldId="269"/>
        </pc:sldMkLst>
        <pc:spChg chg="mod">
          <ac:chgData name="祐廷 劉" userId="55b9f2413b94badf" providerId="LiveId" clId="{5EA86210-9012-4E68-BCD1-7347BE0E642C}" dt="2023-06-25T16:02:14.882" v="2395" actId="2711"/>
          <ac:spMkLst>
            <pc:docMk/>
            <pc:sldMk cId="8053510" sldId="269"/>
            <ac:spMk id="2" creationId="{91541DDF-9217-4176-9BAC-35EE0C8B7419}"/>
          </ac:spMkLst>
        </pc:spChg>
        <pc:spChg chg="mod">
          <ac:chgData name="祐廷 劉" userId="55b9f2413b94badf" providerId="LiveId" clId="{5EA86210-9012-4E68-BCD1-7347BE0E642C}" dt="2023-06-25T16:06:52.245" v="2713" actId="2711"/>
          <ac:spMkLst>
            <pc:docMk/>
            <pc:sldMk cId="8053510" sldId="269"/>
            <ac:spMk id="20" creationId="{19064D7A-7739-4831-81E2-9ABCD1178DD7}"/>
          </ac:spMkLst>
        </pc:spChg>
        <pc:spChg chg="mod">
          <ac:chgData name="祐廷 劉" userId="55b9f2413b94badf" providerId="LiveId" clId="{5EA86210-9012-4E68-BCD1-7347BE0E642C}" dt="2023-06-25T16:06:43.739" v="2711" actId="2711"/>
          <ac:spMkLst>
            <pc:docMk/>
            <pc:sldMk cId="8053510" sldId="269"/>
            <ac:spMk id="21" creationId="{F73BE5C1-3B8B-43F3-B653-6AD8D5884538}"/>
          </ac:spMkLst>
        </pc:spChg>
        <pc:picChg chg="add mod">
          <ac:chgData name="祐廷 劉" userId="55b9f2413b94badf" providerId="LiveId" clId="{5EA86210-9012-4E68-BCD1-7347BE0E642C}" dt="2023-07-17T03:37:18.374" v="5034" actId="1076"/>
          <ac:picMkLst>
            <pc:docMk/>
            <pc:sldMk cId="8053510" sldId="269"/>
            <ac:picMk id="7" creationId="{404A38EE-9D19-489C-B289-27CA14E14DE2}"/>
          </ac:picMkLst>
        </pc:picChg>
      </pc:sldChg>
      <pc:sldChg chg="modSp mod modTransition">
        <pc:chgData name="祐廷 劉" userId="55b9f2413b94badf" providerId="LiveId" clId="{5EA86210-9012-4E68-BCD1-7347BE0E642C}" dt="2023-06-26T14:23:54.748" v="4390"/>
        <pc:sldMkLst>
          <pc:docMk/>
          <pc:sldMk cId="4011433078" sldId="271"/>
        </pc:sldMkLst>
        <pc:spChg chg="mod">
          <ac:chgData name="祐廷 劉" userId="55b9f2413b94badf" providerId="LiveId" clId="{5EA86210-9012-4E68-BCD1-7347BE0E642C}" dt="2023-06-25T16:02:37.428" v="2424" actId="2711"/>
          <ac:spMkLst>
            <pc:docMk/>
            <pc:sldMk cId="4011433078" sldId="271"/>
            <ac:spMk id="2" creationId="{BBAF934C-D35A-4F26-8DFD-D4C7805BD4E7}"/>
          </ac:spMkLst>
        </pc:spChg>
      </pc:sldChg>
      <pc:sldChg chg="modSp mod modTransition">
        <pc:chgData name="祐廷 劉" userId="55b9f2413b94badf" providerId="LiveId" clId="{5EA86210-9012-4E68-BCD1-7347BE0E642C}" dt="2023-06-26T14:23:54.748" v="4390"/>
        <pc:sldMkLst>
          <pc:docMk/>
          <pc:sldMk cId="2751198659" sldId="272"/>
        </pc:sldMkLst>
        <pc:spChg chg="mod">
          <ac:chgData name="祐廷 劉" userId="55b9f2413b94badf" providerId="LiveId" clId="{5EA86210-9012-4E68-BCD1-7347BE0E642C}" dt="2023-06-25T16:03:02.134" v="2463" actId="2711"/>
          <ac:spMkLst>
            <pc:docMk/>
            <pc:sldMk cId="2751198659" sldId="272"/>
            <ac:spMk id="2" creationId="{BBAF934C-D35A-4F26-8DFD-D4C7805BD4E7}"/>
          </ac:spMkLst>
        </pc:spChg>
        <pc:spChg chg="mod">
          <ac:chgData name="祐廷 劉" userId="55b9f2413b94badf" providerId="LiveId" clId="{5EA86210-9012-4E68-BCD1-7347BE0E642C}" dt="2023-06-25T16:04:57.741" v="2600" actId="2711"/>
          <ac:spMkLst>
            <pc:docMk/>
            <pc:sldMk cId="2751198659" sldId="272"/>
            <ac:spMk id="5" creationId="{F069CFF5-26E1-4339-9A12-1AF150D42789}"/>
          </ac:spMkLst>
        </pc:spChg>
        <pc:spChg chg="mod">
          <ac:chgData name="祐廷 劉" userId="55b9f2413b94badf" providerId="LiveId" clId="{5EA86210-9012-4E68-BCD1-7347BE0E642C}" dt="2023-06-25T16:05:29.487" v="2650" actId="2711"/>
          <ac:spMkLst>
            <pc:docMk/>
            <pc:sldMk cId="2751198659" sldId="272"/>
            <ac:spMk id="11" creationId="{6346C7ED-651E-44C8-9862-58FA8340B97A}"/>
          </ac:spMkLst>
        </pc:spChg>
      </pc:sldChg>
      <pc:sldChg chg="modSp mod modTransition">
        <pc:chgData name="祐廷 劉" userId="55b9f2413b94badf" providerId="LiveId" clId="{5EA86210-9012-4E68-BCD1-7347BE0E642C}" dt="2023-06-26T14:23:54.748" v="4390"/>
        <pc:sldMkLst>
          <pc:docMk/>
          <pc:sldMk cId="3255012270" sldId="273"/>
        </pc:sldMkLst>
        <pc:spChg chg="mod">
          <ac:chgData name="祐廷 劉" userId="55b9f2413b94badf" providerId="LiveId" clId="{5EA86210-9012-4E68-BCD1-7347BE0E642C}" dt="2023-06-25T16:03:18.794" v="2476" actId="2711"/>
          <ac:spMkLst>
            <pc:docMk/>
            <pc:sldMk cId="3255012270" sldId="273"/>
            <ac:spMk id="2" creationId="{2547C986-049C-41FC-A0D1-5E7895C02A18}"/>
          </ac:spMkLst>
        </pc:spChg>
        <pc:spChg chg="mod">
          <ac:chgData name="祐廷 劉" userId="55b9f2413b94badf" providerId="LiveId" clId="{5EA86210-9012-4E68-BCD1-7347BE0E642C}" dt="2023-06-25T16:03:33.770" v="2500" actId="2711"/>
          <ac:spMkLst>
            <pc:docMk/>
            <pc:sldMk cId="3255012270" sldId="273"/>
            <ac:spMk id="3" creationId="{B2631129-228D-401D-83D2-17746602C315}"/>
          </ac:spMkLst>
        </pc:spChg>
      </pc:sldChg>
      <pc:sldChg chg="modSp mod modTransition">
        <pc:chgData name="祐廷 劉" userId="55b9f2413b94badf" providerId="LiveId" clId="{5EA86210-9012-4E68-BCD1-7347BE0E642C}" dt="2023-06-26T14:23:54.748" v="4390"/>
        <pc:sldMkLst>
          <pc:docMk/>
          <pc:sldMk cId="1316587971" sldId="274"/>
        </pc:sldMkLst>
        <pc:spChg chg="mod">
          <ac:chgData name="祐廷 劉" userId="55b9f2413b94badf" providerId="LiveId" clId="{5EA86210-9012-4E68-BCD1-7347BE0E642C}" dt="2023-06-25T16:03:43.353" v="2509" actId="2711"/>
          <ac:spMkLst>
            <pc:docMk/>
            <pc:sldMk cId="1316587971" sldId="274"/>
            <ac:spMk id="2" creationId="{A2F40727-A2E0-4DFE-BAAE-1DB58A855993}"/>
          </ac:spMkLst>
        </pc:spChg>
        <pc:spChg chg="mod">
          <ac:chgData name="祐廷 劉" userId="55b9f2413b94badf" providerId="LiveId" clId="{5EA86210-9012-4E68-BCD1-7347BE0E642C}" dt="2023-06-25T16:04:04.177" v="2549" actId="2711"/>
          <ac:spMkLst>
            <pc:docMk/>
            <pc:sldMk cId="1316587971" sldId="274"/>
            <ac:spMk id="3" creationId="{1A6E9D2E-8F06-488F-A6E5-FB21C03C7AC7}"/>
          </ac:spMkLst>
        </pc:spChg>
        <pc:spChg chg="mod">
          <ac:chgData name="祐廷 劉" userId="55b9f2413b94badf" providerId="LiveId" clId="{5EA86210-9012-4E68-BCD1-7347BE0E642C}" dt="2023-06-25T16:07:44.638" v="2726" actId="2711"/>
          <ac:spMkLst>
            <pc:docMk/>
            <pc:sldMk cId="1316587971" sldId="274"/>
            <ac:spMk id="12" creationId="{05A72444-7CF2-4523-9A69-38DA227511D8}"/>
          </ac:spMkLst>
        </pc:spChg>
        <pc:spChg chg="mod">
          <ac:chgData name="祐廷 劉" userId="55b9f2413b94badf" providerId="LiveId" clId="{5EA86210-9012-4E68-BCD1-7347BE0E642C}" dt="2023-06-25T16:07:53.785" v="2735" actId="2711"/>
          <ac:spMkLst>
            <pc:docMk/>
            <pc:sldMk cId="1316587971" sldId="274"/>
            <ac:spMk id="13" creationId="{4C736AAA-7CF8-4713-9137-98A7CC1F157F}"/>
          </ac:spMkLst>
        </pc:spChg>
        <pc:spChg chg="mod">
          <ac:chgData name="祐廷 劉" userId="55b9f2413b94badf" providerId="LiveId" clId="{5EA86210-9012-4E68-BCD1-7347BE0E642C}" dt="2023-06-25T16:08:11.501" v="2760" actId="2711"/>
          <ac:spMkLst>
            <pc:docMk/>
            <pc:sldMk cId="1316587971" sldId="274"/>
            <ac:spMk id="14" creationId="{B4B64A92-2B2C-4F2F-92DA-9D3759462535}"/>
          </ac:spMkLst>
        </pc:spChg>
        <pc:spChg chg="mod">
          <ac:chgData name="祐廷 劉" userId="55b9f2413b94badf" providerId="LiveId" clId="{5EA86210-9012-4E68-BCD1-7347BE0E642C}" dt="2023-06-25T16:08:03.053" v="2747" actId="2711"/>
          <ac:spMkLst>
            <pc:docMk/>
            <pc:sldMk cId="1316587971" sldId="274"/>
            <ac:spMk id="15" creationId="{D562A568-2A06-4D3D-B404-1F818C65E59B}"/>
          </ac:spMkLst>
        </pc:spChg>
        <pc:spChg chg="mod">
          <ac:chgData name="祐廷 劉" userId="55b9f2413b94badf" providerId="LiveId" clId="{5EA86210-9012-4E68-BCD1-7347BE0E642C}" dt="2023-06-25T16:04:18.217" v="2565" actId="2711"/>
          <ac:spMkLst>
            <pc:docMk/>
            <pc:sldMk cId="1316587971" sldId="274"/>
            <ac:spMk id="17" creationId="{7A77FBA3-15CD-4469-A389-92D7BEF66CB1}"/>
          </ac:spMkLst>
        </pc:spChg>
      </pc:sldChg>
      <pc:sldChg chg="modTransition">
        <pc:chgData name="祐廷 劉" userId="55b9f2413b94badf" providerId="LiveId" clId="{5EA86210-9012-4E68-BCD1-7347BE0E642C}" dt="2023-06-26T14:23:54.748" v="4390"/>
        <pc:sldMkLst>
          <pc:docMk/>
          <pc:sldMk cId="741772491" sldId="277"/>
        </pc:sldMkLst>
      </pc:sldChg>
      <pc:sldChg chg="modSp mod modTransition">
        <pc:chgData name="祐廷 劉" userId="55b9f2413b94badf" providerId="LiveId" clId="{5EA86210-9012-4E68-BCD1-7347BE0E642C}" dt="2023-06-26T14:23:54.748" v="4390"/>
        <pc:sldMkLst>
          <pc:docMk/>
          <pc:sldMk cId="4222768340" sldId="278"/>
        </pc:sldMkLst>
        <pc:spChg chg="mod">
          <ac:chgData name="祐廷 劉" userId="55b9f2413b94badf" providerId="LiveId" clId="{5EA86210-9012-4E68-BCD1-7347BE0E642C}" dt="2023-06-25T15:47:10.692" v="1483" actId="2711"/>
          <ac:spMkLst>
            <pc:docMk/>
            <pc:sldMk cId="4222768340" sldId="278"/>
            <ac:spMk id="2" creationId="{DBA85197-9A25-44B5-A028-9296B1EEE06D}"/>
          </ac:spMkLst>
        </pc:spChg>
      </pc:sldChg>
      <pc:sldChg chg="modSp mod modTransition">
        <pc:chgData name="祐廷 劉" userId="55b9f2413b94badf" providerId="LiveId" clId="{5EA86210-9012-4E68-BCD1-7347BE0E642C}" dt="2023-06-26T14:23:54.748" v="4390"/>
        <pc:sldMkLst>
          <pc:docMk/>
          <pc:sldMk cId="1988659488" sldId="279"/>
        </pc:sldMkLst>
        <pc:spChg chg="mod">
          <ac:chgData name="祐廷 劉" userId="55b9f2413b94badf" providerId="LiveId" clId="{5EA86210-9012-4E68-BCD1-7347BE0E642C}" dt="2023-06-26T14:11:34.580" v="3534" actId="2711"/>
          <ac:spMkLst>
            <pc:docMk/>
            <pc:sldMk cId="1988659488" sldId="279"/>
            <ac:spMk id="2" creationId="{2547C986-049C-41FC-A0D1-5E7895C02A18}"/>
          </ac:spMkLst>
        </pc:spChg>
        <pc:spChg chg="mod">
          <ac:chgData name="祐廷 劉" userId="55b9f2413b94badf" providerId="LiveId" clId="{5EA86210-9012-4E68-BCD1-7347BE0E642C}" dt="2023-06-26T14:11:56.253" v="3567" actId="2711"/>
          <ac:spMkLst>
            <pc:docMk/>
            <pc:sldMk cId="1988659488" sldId="279"/>
            <ac:spMk id="3" creationId="{B2631129-228D-401D-83D2-17746602C315}"/>
          </ac:spMkLst>
        </pc:spChg>
      </pc:sldChg>
      <pc:sldChg chg="addSp modSp mod modTransition modAnim">
        <pc:chgData name="祐廷 劉" userId="55b9f2413b94badf" providerId="LiveId" clId="{5EA86210-9012-4E68-BCD1-7347BE0E642C}" dt="2023-07-21T15:05:53.485" v="5057"/>
        <pc:sldMkLst>
          <pc:docMk/>
          <pc:sldMk cId="2714440831" sldId="280"/>
        </pc:sldMkLst>
        <pc:spChg chg="mod">
          <ac:chgData name="祐廷 劉" userId="55b9f2413b94badf" providerId="LiveId" clId="{5EA86210-9012-4E68-BCD1-7347BE0E642C}" dt="2023-06-26T14:12:17.021" v="3580" actId="2711"/>
          <ac:spMkLst>
            <pc:docMk/>
            <pc:sldMk cId="2714440831" sldId="280"/>
            <ac:spMk id="2" creationId="{59C4C1D6-D9FB-4A53-AAED-6CF713FC4524}"/>
          </ac:spMkLst>
        </pc:spChg>
        <pc:spChg chg="mod">
          <ac:chgData name="祐廷 劉" userId="55b9f2413b94badf" providerId="LiveId" clId="{5EA86210-9012-4E68-BCD1-7347BE0E642C}" dt="2023-06-26T14:14:18.157" v="3783" actId="20577"/>
          <ac:spMkLst>
            <pc:docMk/>
            <pc:sldMk cId="2714440831" sldId="280"/>
            <ac:spMk id="3" creationId="{0E5B272C-E588-4538-9F92-1CF0F1BBEA59}"/>
          </ac:spMkLst>
        </pc:spChg>
        <pc:picChg chg="add mod">
          <ac:chgData name="祐廷 劉" userId="55b9f2413b94badf" providerId="LiveId" clId="{5EA86210-9012-4E68-BCD1-7347BE0E642C}" dt="2023-07-21T15:05:44.986" v="5056" actId="1076"/>
          <ac:picMkLst>
            <pc:docMk/>
            <pc:sldMk cId="2714440831" sldId="280"/>
            <ac:picMk id="5" creationId="{D193152F-896C-4016-9EDF-AE112CDA7863}"/>
          </ac:picMkLst>
        </pc:picChg>
      </pc:sldChg>
      <pc:sldChg chg="modSp mod modTransition">
        <pc:chgData name="祐廷 劉" userId="55b9f2413b94badf" providerId="LiveId" clId="{5EA86210-9012-4E68-BCD1-7347BE0E642C}" dt="2023-07-21T15:08:37.466" v="5207" actId="255"/>
        <pc:sldMkLst>
          <pc:docMk/>
          <pc:sldMk cId="3124783487" sldId="281"/>
        </pc:sldMkLst>
        <pc:spChg chg="mod">
          <ac:chgData name="祐廷 劉" userId="55b9f2413b94badf" providerId="LiveId" clId="{5EA86210-9012-4E68-BCD1-7347BE0E642C}" dt="2023-06-26T14:17:25.846" v="3957" actId="2711"/>
          <ac:spMkLst>
            <pc:docMk/>
            <pc:sldMk cId="3124783487" sldId="281"/>
            <ac:spMk id="2" creationId="{59C4C1D6-D9FB-4A53-AAED-6CF713FC4524}"/>
          </ac:spMkLst>
        </pc:spChg>
        <pc:spChg chg="mod">
          <ac:chgData name="祐廷 劉" userId="55b9f2413b94badf" providerId="LiveId" clId="{5EA86210-9012-4E68-BCD1-7347BE0E642C}" dt="2023-07-21T15:08:37.466" v="5207" actId="255"/>
          <ac:spMkLst>
            <pc:docMk/>
            <pc:sldMk cId="3124783487" sldId="281"/>
            <ac:spMk id="3" creationId="{0E5B272C-E588-4538-9F92-1CF0F1BBEA59}"/>
          </ac:spMkLst>
        </pc:spChg>
      </pc:sldChg>
      <pc:sldChg chg="modSp del mod modTransition">
        <pc:chgData name="祐廷 劉" userId="55b9f2413b94badf" providerId="LiveId" clId="{5EA86210-9012-4E68-BCD1-7347BE0E642C}" dt="2023-07-17T03:32:44.520" v="5000" actId="47"/>
        <pc:sldMkLst>
          <pc:docMk/>
          <pc:sldMk cId="1773413331" sldId="282"/>
        </pc:sldMkLst>
        <pc:spChg chg="mod">
          <ac:chgData name="祐廷 劉" userId="55b9f2413b94badf" providerId="LiveId" clId="{5EA86210-9012-4E68-BCD1-7347BE0E642C}" dt="2023-06-26T14:18:01.363" v="3983" actId="2711"/>
          <ac:spMkLst>
            <pc:docMk/>
            <pc:sldMk cId="1773413331" sldId="282"/>
            <ac:spMk id="2" creationId="{91541DDF-9217-4176-9BAC-35EE0C8B7419}"/>
          </ac:spMkLst>
        </pc:spChg>
        <pc:picChg chg="mod">
          <ac:chgData name="祐廷 劉" userId="55b9f2413b94badf" providerId="LiveId" clId="{5EA86210-9012-4E68-BCD1-7347BE0E642C}" dt="2023-07-17T03:25:08.262" v="4962" actId="1076"/>
          <ac:picMkLst>
            <pc:docMk/>
            <pc:sldMk cId="1773413331" sldId="282"/>
            <ac:picMk id="11" creationId="{70439831-5010-4C16-91D8-8BAB0FCFFA14}"/>
          </ac:picMkLst>
        </pc:picChg>
      </pc:sldChg>
      <pc:sldChg chg="modSp mod modTransition">
        <pc:chgData name="祐廷 劉" userId="55b9f2413b94badf" providerId="LiveId" clId="{5EA86210-9012-4E68-BCD1-7347BE0E642C}" dt="2023-06-26T14:23:54.748" v="4390"/>
        <pc:sldMkLst>
          <pc:docMk/>
          <pc:sldMk cId="2178927778" sldId="284"/>
        </pc:sldMkLst>
        <pc:spChg chg="mod">
          <ac:chgData name="祐廷 劉" userId="55b9f2413b94badf" providerId="LiveId" clId="{5EA86210-9012-4E68-BCD1-7347BE0E642C}" dt="2023-06-26T14:18:18.249" v="4010" actId="2711"/>
          <ac:spMkLst>
            <pc:docMk/>
            <pc:sldMk cId="2178927778" sldId="284"/>
            <ac:spMk id="2" creationId="{2547C986-049C-41FC-A0D1-5E7895C02A18}"/>
          </ac:spMkLst>
        </pc:spChg>
        <pc:spChg chg="mod">
          <ac:chgData name="祐廷 劉" userId="55b9f2413b94badf" providerId="LiveId" clId="{5EA86210-9012-4E68-BCD1-7347BE0E642C}" dt="2023-06-26T14:18:40.402" v="4048" actId="2711"/>
          <ac:spMkLst>
            <pc:docMk/>
            <pc:sldMk cId="2178927778" sldId="284"/>
            <ac:spMk id="3" creationId="{B2631129-228D-401D-83D2-17746602C315}"/>
          </ac:spMkLst>
        </pc:spChg>
      </pc:sldChg>
      <pc:sldChg chg="modSp mod modTransition">
        <pc:chgData name="祐廷 劉" userId="55b9f2413b94badf" providerId="LiveId" clId="{5EA86210-9012-4E68-BCD1-7347BE0E642C}" dt="2023-06-26T14:23:54.748" v="4390"/>
        <pc:sldMkLst>
          <pc:docMk/>
          <pc:sldMk cId="2202354560" sldId="285"/>
        </pc:sldMkLst>
        <pc:spChg chg="mod">
          <ac:chgData name="祐廷 劉" userId="55b9f2413b94badf" providerId="LiveId" clId="{5EA86210-9012-4E68-BCD1-7347BE0E642C}" dt="2023-06-26T14:19:34.368" v="4123" actId="2711"/>
          <ac:spMkLst>
            <pc:docMk/>
            <pc:sldMk cId="2202354560" sldId="285"/>
            <ac:spMk id="2" creationId="{3233419F-F054-4754-9DC3-9959B801B9F7}"/>
          </ac:spMkLst>
        </pc:spChg>
        <pc:spChg chg="mod">
          <ac:chgData name="祐廷 劉" userId="55b9f2413b94badf" providerId="LiveId" clId="{5EA86210-9012-4E68-BCD1-7347BE0E642C}" dt="2023-06-26T14:19:31.196" v="4122" actId="2711"/>
          <ac:spMkLst>
            <pc:docMk/>
            <pc:sldMk cId="2202354560" sldId="285"/>
            <ac:spMk id="3" creationId="{E0008044-5C99-4F96-9A04-EC06768304F4}"/>
          </ac:spMkLst>
        </pc:spChg>
      </pc:sldChg>
      <pc:sldChg chg="modSp mod modTransition">
        <pc:chgData name="祐廷 劉" userId="55b9f2413b94badf" providerId="LiveId" clId="{5EA86210-9012-4E68-BCD1-7347BE0E642C}" dt="2023-06-26T14:23:54.748" v="4390"/>
        <pc:sldMkLst>
          <pc:docMk/>
          <pc:sldMk cId="639974245" sldId="286"/>
        </pc:sldMkLst>
        <pc:spChg chg="mod">
          <ac:chgData name="祐廷 劉" userId="55b9f2413b94badf" providerId="LiveId" clId="{5EA86210-9012-4E68-BCD1-7347BE0E642C}" dt="2023-06-26T14:21:56.298" v="4352" actId="2711"/>
          <ac:spMkLst>
            <pc:docMk/>
            <pc:sldMk cId="639974245" sldId="286"/>
            <ac:spMk id="2" creationId="{0D173691-B0F6-4D01-A39A-9F2D12A6FFB0}"/>
          </ac:spMkLst>
        </pc:spChg>
      </pc:sldChg>
      <pc:sldChg chg="modSp mod modTransition">
        <pc:chgData name="祐廷 劉" userId="55b9f2413b94badf" providerId="LiveId" clId="{5EA86210-9012-4E68-BCD1-7347BE0E642C}" dt="2023-06-26T14:23:54.748" v="4390"/>
        <pc:sldMkLst>
          <pc:docMk/>
          <pc:sldMk cId="2920271265" sldId="287"/>
        </pc:sldMkLst>
        <pc:spChg chg="mod">
          <ac:chgData name="祐廷 劉" userId="55b9f2413b94badf" providerId="LiveId" clId="{5EA86210-9012-4E68-BCD1-7347BE0E642C}" dt="2023-06-25T15:36:59.662" v="714" actId="2711"/>
          <ac:spMkLst>
            <pc:docMk/>
            <pc:sldMk cId="2920271265" sldId="287"/>
            <ac:spMk id="2" creationId="{5862A0F0-E3BA-4ED0-9850-622702AD2AD0}"/>
          </ac:spMkLst>
        </pc:spChg>
        <pc:spChg chg="mod">
          <ac:chgData name="祐廷 劉" userId="55b9f2413b94badf" providerId="LiveId" clId="{5EA86210-9012-4E68-BCD1-7347BE0E642C}" dt="2023-06-25T15:39:02.673" v="844" actId="2711"/>
          <ac:spMkLst>
            <pc:docMk/>
            <pc:sldMk cId="2920271265" sldId="287"/>
            <ac:spMk id="3" creationId="{32BF4F77-F0C2-4F47-B8A6-68CEEA00DF5D}"/>
          </ac:spMkLst>
        </pc:spChg>
        <pc:graphicFrameChg chg="mod modGraphic">
          <ac:chgData name="祐廷 劉" userId="55b9f2413b94badf" providerId="LiveId" clId="{5EA86210-9012-4E68-BCD1-7347BE0E642C}" dt="2023-06-25T15:40:24.990" v="902" actId="2711"/>
          <ac:graphicFrameMkLst>
            <pc:docMk/>
            <pc:sldMk cId="2920271265" sldId="287"/>
            <ac:graphicFrameMk id="4" creationId="{6612ABFC-CA6F-40B8-AEA2-60251FA2E813}"/>
          </ac:graphicFrameMkLst>
        </pc:graphicFrameChg>
      </pc:sldChg>
      <pc:sldChg chg="modSp mod modTransition">
        <pc:chgData name="祐廷 劉" userId="55b9f2413b94badf" providerId="LiveId" clId="{5EA86210-9012-4E68-BCD1-7347BE0E642C}" dt="2023-06-26T14:23:54.748" v="4390"/>
        <pc:sldMkLst>
          <pc:docMk/>
          <pc:sldMk cId="2565727836" sldId="288"/>
        </pc:sldMkLst>
        <pc:spChg chg="mod">
          <ac:chgData name="祐廷 劉" userId="55b9f2413b94badf" providerId="LiveId" clId="{5EA86210-9012-4E68-BCD1-7347BE0E642C}" dt="2023-06-25T15:54:43.244" v="1896" actId="2711"/>
          <ac:spMkLst>
            <pc:docMk/>
            <pc:sldMk cId="2565727836" sldId="288"/>
            <ac:spMk id="2" creationId="{6C201346-2A0C-4D4A-8BF0-1C4DB8967D96}"/>
          </ac:spMkLst>
        </pc:spChg>
      </pc:sldChg>
      <pc:sldChg chg="modSp mod modTransition">
        <pc:chgData name="祐廷 劉" userId="55b9f2413b94badf" providerId="LiveId" clId="{5EA86210-9012-4E68-BCD1-7347BE0E642C}" dt="2023-06-26T14:23:54.748" v="4390"/>
        <pc:sldMkLst>
          <pc:docMk/>
          <pc:sldMk cId="2450123762" sldId="289"/>
        </pc:sldMkLst>
        <pc:spChg chg="mod">
          <ac:chgData name="祐廷 劉" userId="55b9f2413b94badf" providerId="LiveId" clId="{5EA86210-9012-4E68-BCD1-7347BE0E642C}" dt="2023-06-25T15:54:14.872" v="1861" actId="2711"/>
          <ac:spMkLst>
            <pc:docMk/>
            <pc:sldMk cId="2450123762" sldId="289"/>
            <ac:spMk id="2" creationId="{578159BF-AB76-4EE8-95F5-64A21103BB58}"/>
          </ac:spMkLst>
        </pc:spChg>
      </pc:sldChg>
      <pc:sldChg chg="modTransition">
        <pc:chgData name="祐廷 劉" userId="55b9f2413b94badf" providerId="LiveId" clId="{5EA86210-9012-4E68-BCD1-7347BE0E642C}" dt="2023-06-26T14:23:54.748" v="4390"/>
        <pc:sldMkLst>
          <pc:docMk/>
          <pc:sldMk cId="4190264006" sldId="290"/>
        </pc:sldMkLst>
      </pc:sldChg>
      <pc:sldChg chg="modSp mod modTransition">
        <pc:chgData name="祐廷 劉" userId="55b9f2413b94badf" providerId="LiveId" clId="{5EA86210-9012-4E68-BCD1-7347BE0E642C}" dt="2023-06-26T14:23:54.748" v="4390"/>
        <pc:sldMkLst>
          <pc:docMk/>
          <pc:sldMk cId="3768461706" sldId="291"/>
        </pc:sldMkLst>
        <pc:spChg chg="mod">
          <ac:chgData name="祐廷 劉" userId="55b9f2413b94badf" providerId="LiveId" clId="{5EA86210-9012-4E68-BCD1-7347BE0E642C}" dt="2023-06-25T16:01:59.323" v="2379" actId="2711"/>
          <ac:spMkLst>
            <pc:docMk/>
            <pc:sldMk cId="3768461706" sldId="291"/>
            <ac:spMk id="2" creationId="{7D454111-2EE3-46FE-8A8D-8C61CA13A814}"/>
          </ac:spMkLst>
        </pc:spChg>
      </pc:sldChg>
      <pc:sldChg chg="modSp mod modTransition">
        <pc:chgData name="祐廷 劉" userId="55b9f2413b94badf" providerId="LiveId" clId="{5EA86210-9012-4E68-BCD1-7347BE0E642C}" dt="2023-06-26T14:23:54.748" v="4390"/>
        <pc:sldMkLst>
          <pc:docMk/>
          <pc:sldMk cId="419369078" sldId="292"/>
        </pc:sldMkLst>
        <pc:spChg chg="mod">
          <ac:chgData name="祐廷 劉" userId="55b9f2413b94badf" providerId="LiveId" clId="{5EA86210-9012-4E68-BCD1-7347BE0E642C}" dt="2023-06-25T16:09:01.600" v="2811" actId="2711"/>
          <ac:spMkLst>
            <pc:docMk/>
            <pc:sldMk cId="419369078" sldId="292"/>
            <ac:spMk id="2" creationId="{6FAD0BC9-4F9F-4E50-9D96-1477E2CD01B9}"/>
          </ac:spMkLst>
        </pc:spChg>
        <pc:spChg chg="mod">
          <ac:chgData name="祐廷 劉" userId="55b9f2413b94badf" providerId="LiveId" clId="{5EA86210-9012-4E68-BCD1-7347BE0E642C}" dt="2023-06-25T16:10:10.565" v="2876" actId="2711"/>
          <ac:spMkLst>
            <pc:docMk/>
            <pc:sldMk cId="419369078" sldId="292"/>
            <ac:spMk id="3" creationId="{D45443B8-DF88-4C4F-B7F4-888A9E0775C1}"/>
          </ac:spMkLst>
        </pc:spChg>
        <pc:spChg chg="mod">
          <ac:chgData name="祐廷 劉" userId="55b9f2413b94badf" providerId="LiveId" clId="{5EA86210-9012-4E68-BCD1-7347BE0E642C}" dt="2023-06-25T16:13:04.752" v="2898" actId="2711"/>
          <ac:spMkLst>
            <pc:docMk/>
            <pc:sldMk cId="419369078" sldId="292"/>
            <ac:spMk id="26" creationId="{D798E979-7841-4E27-BF40-77395C5098CB}"/>
          </ac:spMkLst>
        </pc:spChg>
        <pc:spChg chg="mod">
          <ac:chgData name="祐廷 劉" userId="55b9f2413b94badf" providerId="LiveId" clId="{5EA86210-9012-4E68-BCD1-7347BE0E642C}" dt="2023-06-25T16:13:01.895" v="2897" actId="2711"/>
          <ac:spMkLst>
            <pc:docMk/>
            <pc:sldMk cId="419369078" sldId="292"/>
            <ac:spMk id="27" creationId="{C36B98C1-EAD6-42DE-B3EC-2636ADC94DD3}"/>
          </ac:spMkLst>
        </pc:spChg>
        <pc:spChg chg="mod">
          <ac:chgData name="祐廷 劉" userId="55b9f2413b94badf" providerId="LiveId" clId="{5EA86210-9012-4E68-BCD1-7347BE0E642C}" dt="2023-06-25T16:12:58.981" v="2896" actId="2711"/>
          <ac:spMkLst>
            <pc:docMk/>
            <pc:sldMk cId="419369078" sldId="292"/>
            <ac:spMk id="28" creationId="{39665D42-B9E4-4642-968F-A819DFE8FAD1}"/>
          </ac:spMkLst>
        </pc:spChg>
        <pc:spChg chg="mod">
          <ac:chgData name="祐廷 劉" userId="55b9f2413b94badf" providerId="LiveId" clId="{5EA86210-9012-4E68-BCD1-7347BE0E642C}" dt="2023-06-25T16:12:55.628" v="2895" actId="2711"/>
          <ac:spMkLst>
            <pc:docMk/>
            <pc:sldMk cId="419369078" sldId="292"/>
            <ac:spMk id="29" creationId="{8C71A2B5-0B5A-4741-9253-7BF58A6045BD}"/>
          </ac:spMkLst>
        </pc:spChg>
        <pc:spChg chg="mod">
          <ac:chgData name="祐廷 劉" userId="55b9f2413b94badf" providerId="LiveId" clId="{5EA86210-9012-4E68-BCD1-7347BE0E642C}" dt="2023-06-25T16:12:51.432" v="2894" actId="2711"/>
          <ac:spMkLst>
            <pc:docMk/>
            <pc:sldMk cId="419369078" sldId="292"/>
            <ac:spMk id="30" creationId="{CE56E485-3384-4B17-8D87-6572EBBF74B0}"/>
          </ac:spMkLst>
        </pc:spChg>
        <pc:spChg chg="mod">
          <ac:chgData name="祐廷 劉" userId="55b9f2413b94badf" providerId="LiveId" clId="{5EA86210-9012-4E68-BCD1-7347BE0E642C}" dt="2023-06-25T16:12:45.706" v="2891" actId="2711"/>
          <ac:spMkLst>
            <pc:docMk/>
            <pc:sldMk cId="419369078" sldId="292"/>
            <ac:spMk id="31" creationId="{EDC2CD12-F812-4BA4-838D-97DF1FA6E605}"/>
          </ac:spMkLst>
        </pc:spChg>
        <pc:spChg chg="mod">
          <ac:chgData name="祐廷 劉" userId="55b9f2413b94badf" providerId="LiveId" clId="{5EA86210-9012-4E68-BCD1-7347BE0E642C}" dt="2023-06-25T16:12:40.632" v="2890" actId="2711"/>
          <ac:spMkLst>
            <pc:docMk/>
            <pc:sldMk cId="419369078" sldId="292"/>
            <ac:spMk id="32" creationId="{F53E5F62-686D-4F3D-A67E-F552F936218F}"/>
          </ac:spMkLst>
        </pc:spChg>
        <pc:spChg chg="mod">
          <ac:chgData name="祐廷 劉" userId="55b9f2413b94badf" providerId="LiveId" clId="{5EA86210-9012-4E68-BCD1-7347BE0E642C}" dt="2023-06-25T16:12:35.322" v="2889" actId="2711"/>
          <ac:spMkLst>
            <pc:docMk/>
            <pc:sldMk cId="419369078" sldId="292"/>
            <ac:spMk id="33" creationId="{2416310F-1C12-42B4-9668-349F296BF0E1}"/>
          </ac:spMkLst>
        </pc:spChg>
        <pc:spChg chg="mod">
          <ac:chgData name="祐廷 劉" userId="55b9f2413b94badf" providerId="LiveId" clId="{5EA86210-9012-4E68-BCD1-7347BE0E642C}" dt="2023-06-25T16:13:07.767" v="2899" actId="2711"/>
          <ac:spMkLst>
            <pc:docMk/>
            <pc:sldMk cId="419369078" sldId="292"/>
            <ac:spMk id="36" creationId="{60CA3E60-43B5-478C-81EB-7916369CEF23}"/>
          </ac:spMkLst>
        </pc:spChg>
        <pc:spChg chg="mod">
          <ac:chgData name="祐廷 劉" userId="55b9f2413b94badf" providerId="LiveId" clId="{5EA86210-9012-4E68-BCD1-7347BE0E642C}" dt="2023-06-25T16:12:28.469" v="2888" actId="2711"/>
          <ac:spMkLst>
            <pc:docMk/>
            <pc:sldMk cId="419369078" sldId="292"/>
            <ac:spMk id="37" creationId="{8B804950-0EEE-401C-BE96-3434F18DC653}"/>
          </ac:spMkLst>
        </pc:spChg>
      </pc:sldChg>
      <pc:sldChg chg="modSp mod modTransition">
        <pc:chgData name="祐廷 劉" userId="55b9f2413b94badf" providerId="LiveId" clId="{5EA86210-9012-4E68-BCD1-7347BE0E642C}" dt="2023-06-26T14:23:54.748" v="4390"/>
        <pc:sldMkLst>
          <pc:docMk/>
          <pc:sldMk cId="862952906" sldId="293"/>
        </pc:sldMkLst>
        <pc:spChg chg="mod">
          <ac:chgData name="祐廷 劉" userId="55b9f2413b94badf" providerId="LiveId" clId="{5EA86210-9012-4E68-BCD1-7347BE0E642C}" dt="2023-06-25T15:26:34.516" v="31" actId="2711"/>
          <ac:spMkLst>
            <pc:docMk/>
            <pc:sldMk cId="862952906" sldId="293"/>
            <ac:spMk id="2" creationId="{5621CD7E-90F9-444D-8695-CCD0B59FEA70}"/>
          </ac:spMkLst>
        </pc:spChg>
        <pc:spChg chg="mod">
          <ac:chgData name="祐廷 劉" userId="55b9f2413b94badf" providerId="LiveId" clId="{5EA86210-9012-4E68-BCD1-7347BE0E642C}" dt="2023-06-25T15:27:28.131" v="144" actId="2711"/>
          <ac:spMkLst>
            <pc:docMk/>
            <pc:sldMk cId="862952906" sldId="293"/>
            <ac:spMk id="3" creationId="{AC0F124E-0939-4E4A-9AF9-8F0B97AA114F}"/>
          </ac:spMkLst>
        </pc:spChg>
      </pc:sldChg>
      <pc:sldChg chg="modSp mod modTransition">
        <pc:chgData name="祐廷 劉" userId="55b9f2413b94badf" providerId="LiveId" clId="{5EA86210-9012-4E68-BCD1-7347BE0E642C}" dt="2023-06-26T14:23:54.748" v="4390"/>
        <pc:sldMkLst>
          <pc:docMk/>
          <pc:sldMk cId="481057122" sldId="294"/>
        </pc:sldMkLst>
        <pc:spChg chg="mod">
          <ac:chgData name="祐廷 劉" userId="55b9f2413b94badf" providerId="LiveId" clId="{5EA86210-9012-4E68-BCD1-7347BE0E642C}" dt="2023-06-25T15:27:48.571" v="154" actId="2711"/>
          <ac:spMkLst>
            <pc:docMk/>
            <pc:sldMk cId="481057122" sldId="294"/>
            <ac:spMk id="2" creationId="{2547C986-049C-41FC-A0D1-5E7895C02A18}"/>
          </ac:spMkLst>
        </pc:spChg>
        <pc:spChg chg="mod">
          <ac:chgData name="祐廷 劉" userId="55b9f2413b94badf" providerId="LiveId" clId="{5EA86210-9012-4E68-BCD1-7347BE0E642C}" dt="2023-06-25T15:28:03.635" v="173" actId="2711"/>
          <ac:spMkLst>
            <pc:docMk/>
            <pc:sldMk cId="481057122" sldId="294"/>
            <ac:spMk id="3" creationId="{B2631129-228D-401D-83D2-17746602C315}"/>
          </ac:spMkLst>
        </pc:spChg>
      </pc:sldChg>
      <pc:sldChg chg="modSp mod modTransition">
        <pc:chgData name="祐廷 劉" userId="55b9f2413b94badf" providerId="LiveId" clId="{5EA86210-9012-4E68-BCD1-7347BE0E642C}" dt="2023-06-26T14:23:54.748" v="4390"/>
        <pc:sldMkLst>
          <pc:docMk/>
          <pc:sldMk cId="4161285535" sldId="295"/>
        </pc:sldMkLst>
        <pc:spChg chg="mod">
          <ac:chgData name="祐廷 劉" userId="55b9f2413b94badf" providerId="LiveId" clId="{5EA86210-9012-4E68-BCD1-7347BE0E642C}" dt="2023-06-25T15:40:49.829" v="920" actId="2711"/>
          <ac:spMkLst>
            <pc:docMk/>
            <pc:sldMk cId="4161285535" sldId="295"/>
            <ac:spMk id="2" creationId="{7A2A0A36-E877-4AFF-A56F-559ADD52493B}"/>
          </ac:spMkLst>
        </pc:spChg>
        <pc:spChg chg="mod">
          <ac:chgData name="祐廷 劉" userId="55b9f2413b94badf" providerId="LiveId" clId="{5EA86210-9012-4E68-BCD1-7347BE0E642C}" dt="2023-06-25T15:42:21.150" v="1079" actId="2711"/>
          <ac:spMkLst>
            <pc:docMk/>
            <pc:sldMk cId="4161285535" sldId="295"/>
            <ac:spMk id="3" creationId="{0D3D1AF8-2FB4-42E5-ACEC-4262FEF82C2F}"/>
          </ac:spMkLst>
        </pc:spChg>
      </pc:sldChg>
      <pc:sldChg chg="modSp mod modTransition">
        <pc:chgData name="祐廷 劉" userId="55b9f2413b94badf" providerId="LiveId" clId="{5EA86210-9012-4E68-BCD1-7347BE0E642C}" dt="2023-06-26T14:23:54.748" v="4390"/>
        <pc:sldMkLst>
          <pc:docMk/>
          <pc:sldMk cId="1361062127" sldId="296"/>
        </pc:sldMkLst>
        <pc:spChg chg="mod">
          <ac:chgData name="祐廷 劉" userId="55b9f2413b94badf" providerId="LiveId" clId="{5EA86210-9012-4E68-BCD1-7347BE0E642C}" dt="2023-06-25T16:13:34.159" v="2925" actId="2711"/>
          <ac:spMkLst>
            <pc:docMk/>
            <pc:sldMk cId="1361062127" sldId="296"/>
            <ac:spMk id="2" creationId="{0118A5F7-8843-4A50-8A67-A6FA73CFEC98}"/>
          </ac:spMkLst>
        </pc:spChg>
        <pc:spChg chg="mod">
          <ac:chgData name="祐廷 劉" userId="55b9f2413b94badf" providerId="LiveId" clId="{5EA86210-9012-4E68-BCD1-7347BE0E642C}" dt="2023-06-25T16:14:36.844" v="3053" actId="20577"/>
          <ac:spMkLst>
            <pc:docMk/>
            <pc:sldMk cId="1361062127" sldId="296"/>
            <ac:spMk id="3" creationId="{15FC1553-9B37-4DBA-8925-FB8E6031FBAC}"/>
          </ac:spMkLst>
        </pc:spChg>
        <pc:spChg chg="mod">
          <ac:chgData name="祐廷 劉" userId="55b9f2413b94badf" providerId="LiveId" clId="{5EA86210-9012-4E68-BCD1-7347BE0E642C}" dt="2023-06-25T16:15:13.398" v="3090" actId="2711"/>
          <ac:spMkLst>
            <pc:docMk/>
            <pc:sldMk cId="1361062127" sldId="296"/>
            <ac:spMk id="4" creationId="{B1114CC6-A37D-420B-8599-23574E496F33}"/>
          </ac:spMkLst>
        </pc:spChg>
        <pc:spChg chg="mod">
          <ac:chgData name="祐廷 劉" userId="55b9f2413b94badf" providerId="LiveId" clId="{5EA86210-9012-4E68-BCD1-7347BE0E642C}" dt="2023-06-25T16:15:39.470" v="3108" actId="1076"/>
          <ac:spMkLst>
            <pc:docMk/>
            <pc:sldMk cId="1361062127" sldId="296"/>
            <ac:spMk id="12" creationId="{1EB0CEB8-8206-47CE-9F83-BAF882EF2174}"/>
          </ac:spMkLst>
        </pc:spChg>
        <pc:spChg chg="mod">
          <ac:chgData name="祐廷 劉" userId="55b9f2413b94badf" providerId="LiveId" clId="{5EA86210-9012-4E68-BCD1-7347BE0E642C}" dt="2023-06-25T16:15:34.154" v="3107" actId="2711"/>
          <ac:spMkLst>
            <pc:docMk/>
            <pc:sldMk cId="1361062127" sldId="296"/>
            <ac:spMk id="13" creationId="{3FD34A35-42FD-47BD-BCA5-B2E1259703C8}"/>
          </ac:spMkLst>
        </pc:spChg>
      </pc:sldChg>
      <pc:sldChg chg="modSp mod modTransition">
        <pc:chgData name="祐廷 劉" userId="55b9f2413b94badf" providerId="LiveId" clId="{5EA86210-9012-4E68-BCD1-7347BE0E642C}" dt="2023-06-26T14:23:54.748" v="4390"/>
        <pc:sldMkLst>
          <pc:docMk/>
          <pc:sldMk cId="1756356236" sldId="297"/>
        </pc:sldMkLst>
        <pc:spChg chg="mod">
          <ac:chgData name="祐廷 劉" userId="55b9f2413b94badf" providerId="LiveId" clId="{5EA86210-9012-4E68-BCD1-7347BE0E642C}" dt="2023-06-25T16:16:27.141" v="3153" actId="2711"/>
          <ac:spMkLst>
            <pc:docMk/>
            <pc:sldMk cId="1756356236" sldId="297"/>
            <ac:spMk id="2" creationId="{732C8D34-F284-44D2-A973-17221D1582E6}"/>
          </ac:spMkLst>
        </pc:spChg>
        <pc:spChg chg="mod">
          <ac:chgData name="祐廷 劉" userId="55b9f2413b94badf" providerId="LiveId" clId="{5EA86210-9012-4E68-BCD1-7347BE0E642C}" dt="2023-06-25T16:17:55.165" v="3277" actId="2711"/>
          <ac:spMkLst>
            <pc:docMk/>
            <pc:sldMk cId="1756356236" sldId="297"/>
            <ac:spMk id="6" creationId="{9F8BE6BA-ECE1-486E-A59A-F3B6AF4EFDEB}"/>
          </ac:spMkLst>
        </pc:spChg>
      </pc:sldChg>
      <pc:sldChg chg="modSp mod modTransition">
        <pc:chgData name="祐廷 劉" userId="55b9f2413b94badf" providerId="LiveId" clId="{5EA86210-9012-4E68-BCD1-7347BE0E642C}" dt="2023-06-26T14:23:54.748" v="4390"/>
        <pc:sldMkLst>
          <pc:docMk/>
          <pc:sldMk cId="2389503515" sldId="298"/>
        </pc:sldMkLst>
        <pc:spChg chg="mod">
          <ac:chgData name="祐廷 劉" userId="55b9f2413b94badf" providerId="LiveId" clId="{5EA86210-9012-4E68-BCD1-7347BE0E642C}" dt="2023-06-25T16:39:23.703" v="3376" actId="2711"/>
          <ac:spMkLst>
            <pc:docMk/>
            <pc:sldMk cId="2389503515" sldId="298"/>
            <ac:spMk id="2" creationId="{8CD6E9AF-8035-4342-AC6E-A7EBE27A5BA7}"/>
          </ac:spMkLst>
        </pc:spChg>
      </pc:sldChg>
      <pc:sldChg chg="modSp mod modTransition">
        <pc:chgData name="祐廷 劉" userId="55b9f2413b94badf" providerId="LiveId" clId="{5EA86210-9012-4E68-BCD1-7347BE0E642C}" dt="2023-06-26T14:23:54.748" v="4390"/>
        <pc:sldMkLst>
          <pc:docMk/>
          <pc:sldMk cId="4087681602" sldId="299"/>
        </pc:sldMkLst>
        <pc:spChg chg="mod">
          <ac:chgData name="祐廷 劉" userId="55b9f2413b94badf" providerId="LiveId" clId="{5EA86210-9012-4E68-BCD1-7347BE0E642C}" dt="2023-06-25T16:46:47.189" v="3429" actId="2711"/>
          <ac:spMkLst>
            <pc:docMk/>
            <pc:sldMk cId="4087681602" sldId="299"/>
            <ac:spMk id="2" creationId="{7D77C5FB-2098-4AE7-BE8E-49605106F9C2}"/>
          </ac:spMkLst>
        </pc:spChg>
        <pc:spChg chg="mod">
          <ac:chgData name="祐廷 劉" userId="55b9f2413b94badf" providerId="LiveId" clId="{5EA86210-9012-4E68-BCD1-7347BE0E642C}" dt="2023-06-25T16:47:41.555" v="3455" actId="2711"/>
          <ac:spMkLst>
            <pc:docMk/>
            <pc:sldMk cId="4087681602" sldId="299"/>
            <ac:spMk id="6" creationId="{A113718C-347D-4CCB-8ADD-7D460EC8D383}"/>
          </ac:spMkLst>
        </pc:spChg>
      </pc:sldChg>
      <pc:sldChg chg="modSp mod modTransition">
        <pc:chgData name="祐廷 劉" userId="55b9f2413b94badf" providerId="LiveId" clId="{5EA86210-9012-4E68-BCD1-7347BE0E642C}" dt="2023-06-26T14:23:54.748" v="4390"/>
        <pc:sldMkLst>
          <pc:docMk/>
          <pc:sldMk cId="1772986048" sldId="300"/>
        </pc:sldMkLst>
        <pc:spChg chg="mod">
          <ac:chgData name="祐廷 劉" userId="55b9f2413b94badf" providerId="LiveId" clId="{5EA86210-9012-4E68-BCD1-7347BE0E642C}" dt="2023-06-25T16:18:41.895" v="3310" actId="2711"/>
          <ac:spMkLst>
            <pc:docMk/>
            <pc:sldMk cId="1772986048" sldId="300"/>
            <ac:spMk id="2" creationId="{8CD6E9AF-8035-4342-AC6E-A7EBE27A5BA7}"/>
          </ac:spMkLst>
        </pc:spChg>
        <pc:spChg chg="mod">
          <ac:chgData name="祐廷 劉" userId="55b9f2413b94badf" providerId="LiveId" clId="{5EA86210-9012-4E68-BCD1-7347BE0E642C}" dt="2023-06-25T16:18:56.264" v="3319" actId="1076"/>
          <ac:spMkLst>
            <pc:docMk/>
            <pc:sldMk cId="1772986048" sldId="300"/>
            <ac:spMk id="6" creationId="{CBADFFBA-FC02-483D-BC75-FC90183D9504}"/>
          </ac:spMkLst>
        </pc:spChg>
      </pc:sldChg>
      <pc:sldChg chg="modSp mod modTransition">
        <pc:chgData name="祐廷 劉" userId="55b9f2413b94badf" providerId="LiveId" clId="{5EA86210-9012-4E68-BCD1-7347BE0E642C}" dt="2023-06-26T14:23:54.748" v="4390"/>
        <pc:sldMkLst>
          <pc:docMk/>
          <pc:sldMk cId="3466264441" sldId="301"/>
        </pc:sldMkLst>
        <pc:spChg chg="mod">
          <ac:chgData name="祐廷 劉" userId="55b9f2413b94badf" providerId="LiveId" clId="{5EA86210-9012-4E68-BCD1-7347BE0E642C}" dt="2023-06-25T16:46:53.115" v="3430"/>
          <ac:spMkLst>
            <pc:docMk/>
            <pc:sldMk cId="3466264441" sldId="301"/>
            <ac:spMk id="2" creationId="{7D77C5FB-2098-4AE7-BE8E-49605106F9C2}"/>
          </ac:spMkLst>
        </pc:spChg>
        <pc:spChg chg="mod">
          <ac:chgData name="祐廷 劉" userId="55b9f2413b94badf" providerId="LiveId" clId="{5EA86210-9012-4E68-BCD1-7347BE0E642C}" dt="2023-06-25T16:48:00.786" v="3481" actId="2711"/>
          <ac:spMkLst>
            <pc:docMk/>
            <pc:sldMk cId="3466264441" sldId="301"/>
            <ac:spMk id="9" creationId="{87C34A4B-E457-42C2-8F2B-B8A4C58D9797}"/>
          </ac:spMkLst>
        </pc:spChg>
      </pc:sldChg>
      <pc:sldChg chg="modSp mod modTransition">
        <pc:chgData name="祐廷 劉" userId="55b9f2413b94badf" providerId="LiveId" clId="{5EA86210-9012-4E68-BCD1-7347BE0E642C}" dt="2023-06-26T14:23:54.748" v="4390"/>
        <pc:sldMkLst>
          <pc:docMk/>
          <pc:sldMk cId="3393552922" sldId="302"/>
        </pc:sldMkLst>
        <pc:spChg chg="mod">
          <ac:chgData name="祐廷 劉" userId="55b9f2413b94badf" providerId="LiveId" clId="{5EA86210-9012-4E68-BCD1-7347BE0E642C}" dt="2023-06-25T16:47:21.622" v="3439"/>
          <ac:spMkLst>
            <pc:docMk/>
            <pc:sldMk cId="3393552922" sldId="302"/>
            <ac:spMk id="2" creationId="{7D77C5FB-2098-4AE7-BE8E-49605106F9C2}"/>
          </ac:spMkLst>
        </pc:spChg>
      </pc:sldChg>
      <pc:sldChg chg="modSp mod modTransition">
        <pc:chgData name="祐廷 劉" userId="55b9f2413b94badf" providerId="LiveId" clId="{5EA86210-9012-4E68-BCD1-7347BE0E642C}" dt="2023-06-26T14:23:54.748" v="4390"/>
        <pc:sldMkLst>
          <pc:docMk/>
          <pc:sldMk cId="3582894403" sldId="303"/>
        </pc:sldMkLst>
        <pc:spChg chg="mod">
          <ac:chgData name="祐廷 劉" userId="55b9f2413b94badf" providerId="LiveId" clId="{5EA86210-9012-4E68-BCD1-7347BE0E642C}" dt="2023-06-25T16:46:56.129" v="3431"/>
          <ac:spMkLst>
            <pc:docMk/>
            <pc:sldMk cId="3582894403" sldId="303"/>
            <ac:spMk id="2" creationId="{7D77C5FB-2098-4AE7-BE8E-49605106F9C2}"/>
          </ac:spMkLst>
        </pc:spChg>
      </pc:sldChg>
      <pc:sldChg chg="modSp mod modTransition">
        <pc:chgData name="祐廷 劉" userId="55b9f2413b94badf" providerId="LiveId" clId="{5EA86210-9012-4E68-BCD1-7347BE0E642C}" dt="2023-06-26T14:23:54.748" v="4390"/>
        <pc:sldMkLst>
          <pc:docMk/>
          <pc:sldMk cId="3451858875" sldId="304"/>
        </pc:sldMkLst>
        <pc:spChg chg="mod">
          <ac:chgData name="祐廷 劉" userId="55b9f2413b94badf" providerId="LiveId" clId="{5EA86210-9012-4E68-BCD1-7347BE0E642C}" dt="2023-06-25T16:46:59.200" v="3432"/>
          <ac:spMkLst>
            <pc:docMk/>
            <pc:sldMk cId="3451858875" sldId="304"/>
            <ac:spMk id="2" creationId="{7D77C5FB-2098-4AE7-BE8E-49605106F9C2}"/>
          </ac:spMkLst>
        </pc:spChg>
      </pc:sldChg>
      <pc:sldChg chg="modSp mod modTransition">
        <pc:chgData name="祐廷 劉" userId="55b9f2413b94badf" providerId="LiveId" clId="{5EA86210-9012-4E68-BCD1-7347BE0E642C}" dt="2023-06-26T14:23:54.748" v="4390"/>
        <pc:sldMkLst>
          <pc:docMk/>
          <pc:sldMk cId="3949229952" sldId="305"/>
        </pc:sldMkLst>
        <pc:spChg chg="mod">
          <ac:chgData name="祐廷 劉" userId="55b9f2413b94badf" providerId="LiveId" clId="{5EA86210-9012-4E68-BCD1-7347BE0E642C}" dt="2023-06-25T16:47:03.284" v="3433"/>
          <ac:spMkLst>
            <pc:docMk/>
            <pc:sldMk cId="3949229952" sldId="305"/>
            <ac:spMk id="2" creationId="{7D77C5FB-2098-4AE7-BE8E-49605106F9C2}"/>
          </ac:spMkLst>
        </pc:spChg>
      </pc:sldChg>
      <pc:sldChg chg="modSp mod modTransition">
        <pc:chgData name="祐廷 劉" userId="55b9f2413b94badf" providerId="LiveId" clId="{5EA86210-9012-4E68-BCD1-7347BE0E642C}" dt="2023-06-26T14:23:54.748" v="4390"/>
        <pc:sldMkLst>
          <pc:docMk/>
          <pc:sldMk cId="941220507" sldId="306"/>
        </pc:sldMkLst>
        <pc:spChg chg="mod">
          <ac:chgData name="祐廷 劉" userId="55b9f2413b94badf" providerId="LiveId" clId="{5EA86210-9012-4E68-BCD1-7347BE0E642C}" dt="2023-06-25T16:47:06.119" v="3434"/>
          <ac:spMkLst>
            <pc:docMk/>
            <pc:sldMk cId="941220507" sldId="306"/>
            <ac:spMk id="2" creationId="{7D77C5FB-2098-4AE7-BE8E-49605106F9C2}"/>
          </ac:spMkLst>
        </pc:spChg>
      </pc:sldChg>
      <pc:sldChg chg="modSp mod modTransition">
        <pc:chgData name="祐廷 劉" userId="55b9f2413b94badf" providerId="LiveId" clId="{5EA86210-9012-4E68-BCD1-7347BE0E642C}" dt="2023-06-26T14:23:54.748" v="4390"/>
        <pc:sldMkLst>
          <pc:docMk/>
          <pc:sldMk cId="3824792781" sldId="307"/>
        </pc:sldMkLst>
        <pc:spChg chg="mod">
          <ac:chgData name="祐廷 劉" userId="55b9f2413b94badf" providerId="LiveId" clId="{5EA86210-9012-4E68-BCD1-7347BE0E642C}" dt="2023-06-25T16:47:09.157" v="3435"/>
          <ac:spMkLst>
            <pc:docMk/>
            <pc:sldMk cId="3824792781" sldId="307"/>
            <ac:spMk id="2" creationId="{7D77C5FB-2098-4AE7-BE8E-49605106F9C2}"/>
          </ac:spMkLst>
        </pc:spChg>
      </pc:sldChg>
      <pc:sldChg chg="modSp mod modTransition">
        <pc:chgData name="祐廷 劉" userId="55b9f2413b94badf" providerId="LiveId" clId="{5EA86210-9012-4E68-BCD1-7347BE0E642C}" dt="2023-06-26T14:23:54.748" v="4390"/>
        <pc:sldMkLst>
          <pc:docMk/>
          <pc:sldMk cId="1911723664" sldId="308"/>
        </pc:sldMkLst>
        <pc:spChg chg="mod">
          <ac:chgData name="祐廷 劉" userId="55b9f2413b94badf" providerId="LiveId" clId="{5EA86210-9012-4E68-BCD1-7347BE0E642C}" dt="2023-06-25T16:47:14.747" v="3437"/>
          <ac:spMkLst>
            <pc:docMk/>
            <pc:sldMk cId="1911723664" sldId="308"/>
            <ac:spMk id="2" creationId="{7D77C5FB-2098-4AE7-BE8E-49605106F9C2}"/>
          </ac:spMkLst>
        </pc:spChg>
      </pc:sldChg>
      <pc:sldChg chg="modSp mod modTransition">
        <pc:chgData name="祐廷 劉" userId="55b9f2413b94badf" providerId="LiveId" clId="{5EA86210-9012-4E68-BCD1-7347BE0E642C}" dt="2023-06-26T14:23:54.748" v="4390"/>
        <pc:sldMkLst>
          <pc:docMk/>
          <pc:sldMk cId="4284699570" sldId="310"/>
        </pc:sldMkLst>
        <pc:spChg chg="mod">
          <ac:chgData name="祐廷 劉" userId="55b9f2413b94badf" providerId="LiveId" clId="{5EA86210-9012-4E68-BCD1-7347BE0E642C}" dt="2023-06-25T16:47:12.914" v="3436"/>
          <ac:spMkLst>
            <pc:docMk/>
            <pc:sldMk cId="4284699570" sldId="310"/>
            <ac:spMk id="2" creationId="{7D77C5FB-2098-4AE7-BE8E-49605106F9C2}"/>
          </ac:spMkLst>
        </pc:spChg>
      </pc:sldChg>
      <pc:sldChg chg="modSp mod modTransition">
        <pc:chgData name="祐廷 劉" userId="55b9f2413b94badf" providerId="LiveId" clId="{5EA86210-9012-4E68-BCD1-7347BE0E642C}" dt="2023-06-26T14:23:54.748" v="4390"/>
        <pc:sldMkLst>
          <pc:docMk/>
          <pc:sldMk cId="1333751187" sldId="311"/>
        </pc:sldMkLst>
        <pc:spChg chg="mod">
          <ac:chgData name="祐廷 劉" userId="55b9f2413b94badf" providerId="LiveId" clId="{5EA86210-9012-4E68-BCD1-7347BE0E642C}" dt="2023-06-25T16:47:17.921" v="3438"/>
          <ac:spMkLst>
            <pc:docMk/>
            <pc:sldMk cId="1333751187" sldId="311"/>
            <ac:spMk id="2" creationId="{7D77C5FB-2098-4AE7-BE8E-49605106F9C2}"/>
          </ac:spMkLst>
        </pc:spChg>
      </pc:sldChg>
      <pc:sldChg chg="modSp mod modTransition">
        <pc:chgData name="祐廷 劉" userId="55b9f2413b94badf" providerId="LiveId" clId="{5EA86210-9012-4E68-BCD1-7347BE0E642C}" dt="2023-06-26T14:23:54.748" v="4390"/>
        <pc:sldMkLst>
          <pc:docMk/>
          <pc:sldMk cId="1404204930" sldId="312"/>
        </pc:sldMkLst>
        <pc:spChg chg="mod">
          <ac:chgData name="祐廷 劉" userId="55b9f2413b94badf" providerId="LiveId" clId="{5EA86210-9012-4E68-BCD1-7347BE0E642C}" dt="2023-06-25T15:28:27.688" v="192" actId="2711"/>
          <ac:spMkLst>
            <pc:docMk/>
            <pc:sldMk cId="1404204930" sldId="312"/>
            <ac:spMk id="2" creationId="{F610D7CB-D079-4247-ABBF-5110177DA0A1}"/>
          </ac:spMkLst>
        </pc:spChg>
        <pc:spChg chg="mod">
          <ac:chgData name="祐廷 劉" userId="55b9f2413b94badf" providerId="LiveId" clId="{5EA86210-9012-4E68-BCD1-7347BE0E642C}" dt="2023-06-25T15:29:31.460" v="280" actId="20577"/>
          <ac:spMkLst>
            <pc:docMk/>
            <pc:sldMk cId="1404204930" sldId="312"/>
            <ac:spMk id="3" creationId="{33D8E5CB-CA98-4B6C-A305-D62663D5DAB5}"/>
          </ac:spMkLst>
        </pc:spChg>
      </pc:sldChg>
      <pc:sldChg chg="modSp mod modTransition modAnim">
        <pc:chgData name="祐廷 劉" userId="55b9f2413b94badf" providerId="LiveId" clId="{5EA86210-9012-4E68-BCD1-7347BE0E642C}" dt="2023-06-26T14:23:54.748" v="4390"/>
        <pc:sldMkLst>
          <pc:docMk/>
          <pc:sldMk cId="4148040693" sldId="313"/>
        </pc:sldMkLst>
        <pc:spChg chg="mod">
          <ac:chgData name="祐廷 劉" userId="55b9f2413b94badf" providerId="LiveId" clId="{5EA86210-9012-4E68-BCD1-7347BE0E642C}" dt="2023-06-25T15:29:46.968" v="294" actId="2711"/>
          <ac:spMkLst>
            <pc:docMk/>
            <pc:sldMk cId="4148040693" sldId="313"/>
            <ac:spMk id="2" creationId="{2C03F527-35A6-4D8D-8B31-76ADFE1083C8}"/>
          </ac:spMkLst>
        </pc:spChg>
        <pc:spChg chg="mod">
          <ac:chgData name="祐廷 劉" userId="55b9f2413b94badf" providerId="LiveId" clId="{5EA86210-9012-4E68-BCD1-7347BE0E642C}" dt="2023-06-25T15:30:39.328" v="396" actId="2711"/>
          <ac:spMkLst>
            <pc:docMk/>
            <pc:sldMk cId="4148040693" sldId="313"/>
            <ac:spMk id="6" creationId="{84A23D80-F19D-4F33-90F1-6D1D74DB46DE}"/>
          </ac:spMkLst>
        </pc:spChg>
        <pc:spChg chg="mod">
          <ac:chgData name="祐廷 劉" userId="55b9f2413b94badf" providerId="LiveId" clId="{5EA86210-9012-4E68-BCD1-7347BE0E642C}" dt="2023-06-25T15:31:11.614" v="434" actId="2711"/>
          <ac:spMkLst>
            <pc:docMk/>
            <pc:sldMk cId="4148040693" sldId="313"/>
            <ac:spMk id="8" creationId="{BFCE2436-9A40-42CC-B82E-338B3291D824}"/>
          </ac:spMkLst>
        </pc:spChg>
      </pc:sldChg>
      <pc:sldChg chg="modSp mod modTransition">
        <pc:chgData name="祐廷 劉" userId="55b9f2413b94badf" providerId="LiveId" clId="{5EA86210-9012-4E68-BCD1-7347BE0E642C}" dt="2023-06-26T14:23:54.748" v="4390"/>
        <pc:sldMkLst>
          <pc:docMk/>
          <pc:sldMk cId="3744230213" sldId="314"/>
        </pc:sldMkLst>
        <pc:spChg chg="mod">
          <ac:chgData name="祐廷 劉" userId="55b9f2413b94badf" providerId="LiveId" clId="{5EA86210-9012-4E68-BCD1-7347BE0E642C}" dt="2023-06-25T15:31:57.089" v="460" actId="2711"/>
          <ac:spMkLst>
            <pc:docMk/>
            <pc:sldMk cId="3744230213" sldId="314"/>
            <ac:spMk id="2" creationId="{1D0E7EF7-BCA6-469B-B0A4-D5C04590FB24}"/>
          </ac:spMkLst>
        </pc:spChg>
      </pc:sldChg>
      <pc:sldChg chg="modSp mod modTransition">
        <pc:chgData name="祐廷 劉" userId="55b9f2413b94badf" providerId="LiveId" clId="{5EA86210-9012-4E68-BCD1-7347BE0E642C}" dt="2023-06-26T14:23:54.748" v="4390"/>
        <pc:sldMkLst>
          <pc:docMk/>
          <pc:sldMk cId="2599848128" sldId="315"/>
        </pc:sldMkLst>
        <pc:spChg chg="mod">
          <ac:chgData name="祐廷 劉" userId="55b9f2413b94badf" providerId="LiveId" clId="{5EA86210-9012-4E68-BCD1-7347BE0E642C}" dt="2023-06-25T15:32:35.294" v="478" actId="2711"/>
          <ac:spMkLst>
            <pc:docMk/>
            <pc:sldMk cId="2599848128" sldId="315"/>
            <ac:spMk id="2" creationId="{2C03F527-35A6-4D8D-8B31-76ADFE1083C8}"/>
          </ac:spMkLst>
        </pc:spChg>
        <pc:spChg chg="mod">
          <ac:chgData name="祐廷 劉" userId="55b9f2413b94badf" providerId="LiveId" clId="{5EA86210-9012-4E68-BCD1-7347BE0E642C}" dt="2023-06-25T15:34:42.184" v="557" actId="2711"/>
          <ac:spMkLst>
            <pc:docMk/>
            <pc:sldMk cId="2599848128" sldId="315"/>
            <ac:spMk id="8" creationId="{BFCE2436-9A40-42CC-B82E-338B3291D824}"/>
          </ac:spMkLst>
        </pc:spChg>
      </pc:sldChg>
      <pc:sldChg chg="modSp mod modTransition">
        <pc:chgData name="祐廷 劉" userId="55b9f2413b94badf" providerId="LiveId" clId="{5EA86210-9012-4E68-BCD1-7347BE0E642C}" dt="2023-06-26T14:23:54.748" v="4390"/>
        <pc:sldMkLst>
          <pc:docMk/>
          <pc:sldMk cId="443170838" sldId="316"/>
        </pc:sldMkLst>
        <pc:spChg chg="mod">
          <ac:chgData name="祐廷 劉" userId="55b9f2413b94badf" providerId="LiveId" clId="{5EA86210-9012-4E68-BCD1-7347BE0E642C}" dt="2023-06-25T15:33:22.681" v="497" actId="2711"/>
          <ac:spMkLst>
            <pc:docMk/>
            <pc:sldMk cId="443170838" sldId="316"/>
            <ac:spMk id="2" creationId="{1D0E7EF7-BCA6-469B-B0A4-D5C04590FB24}"/>
          </ac:spMkLst>
        </pc:spChg>
      </pc:sldChg>
      <pc:sldChg chg="modSp mod modTransition">
        <pc:chgData name="祐廷 劉" userId="55b9f2413b94badf" providerId="LiveId" clId="{5EA86210-9012-4E68-BCD1-7347BE0E642C}" dt="2023-06-26T14:23:54.748" v="4390"/>
        <pc:sldMkLst>
          <pc:docMk/>
          <pc:sldMk cId="3535103373" sldId="317"/>
        </pc:sldMkLst>
        <pc:spChg chg="mod">
          <ac:chgData name="祐廷 劉" userId="55b9f2413b94badf" providerId="LiveId" clId="{5EA86210-9012-4E68-BCD1-7347BE0E642C}" dt="2023-06-25T15:33:58.659" v="513" actId="2711"/>
          <ac:spMkLst>
            <pc:docMk/>
            <pc:sldMk cId="3535103373" sldId="317"/>
            <ac:spMk id="2" creationId="{21CD52D8-1EB9-44AB-8124-38B2513FE299}"/>
          </ac:spMkLst>
        </pc:spChg>
        <pc:spChg chg="mod">
          <ac:chgData name="祐廷 劉" userId="55b9f2413b94badf" providerId="LiveId" clId="{5EA86210-9012-4E68-BCD1-7347BE0E642C}" dt="2023-06-25T15:34:11.371" v="523" actId="2711"/>
          <ac:spMkLst>
            <pc:docMk/>
            <pc:sldMk cId="3535103373" sldId="317"/>
            <ac:spMk id="17" creationId="{C993D28A-EAED-461B-88EC-3CFF3C437F75}"/>
          </ac:spMkLst>
        </pc:spChg>
      </pc:sldChg>
      <pc:sldChg chg="modSp mod modTransition">
        <pc:chgData name="祐廷 劉" userId="55b9f2413b94badf" providerId="LiveId" clId="{5EA86210-9012-4E68-BCD1-7347BE0E642C}" dt="2023-06-26T14:23:54.748" v="4390"/>
        <pc:sldMkLst>
          <pc:docMk/>
          <pc:sldMk cId="950982794" sldId="318"/>
        </pc:sldMkLst>
        <pc:spChg chg="mod">
          <ac:chgData name="祐廷 劉" userId="55b9f2413b94badf" providerId="LiveId" clId="{5EA86210-9012-4E68-BCD1-7347BE0E642C}" dt="2023-06-25T15:35:31.291" v="622" actId="2711"/>
          <ac:spMkLst>
            <pc:docMk/>
            <pc:sldMk cId="950982794" sldId="318"/>
            <ac:spMk id="2" creationId="{21CD52D8-1EB9-44AB-8124-38B2513FE299}"/>
          </ac:spMkLst>
        </pc:spChg>
      </pc:sldChg>
      <pc:sldChg chg="modSp mod modTransition">
        <pc:chgData name="祐廷 劉" userId="55b9f2413b94badf" providerId="LiveId" clId="{5EA86210-9012-4E68-BCD1-7347BE0E642C}" dt="2023-06-26T14:23:54.748" v="4390"/>
        <pc:sldMkLst>
          <pc:docMk/>
          <pc:sldMk cId="1986822702" sldId="319"/>
        </pc:sldMkLst>
        <pc:spChg chg="mod">
          <ac:chgData name="祐廷 劉" userId="55b9f2413b94badf" providerId="LiveId" clId="{5EA86210-9012-4E68-BCD1-7347BE0E642C}" dt="2023-06-25T15:35:07.385" v="573" actId="2711"/>
          <ac:spMkLst>
            <pc:docMk/>
            <pc:sldMk cId="1986822702" sldId="319"/>
            <ac:spMk id="2" creationId="{21CD52D8-1EB9-44AB-8124-38B2513FE299}"/>
          </ac:spMkLst>
        </pc:spChg>
      </pc:sldChg>
      <pc:sldChg chg="modSp mod modTransition">
        <pc:chgData name="祐廷 劉" userId="55b9f2413b94badf" providerId="LiveId" clId="{5EA86210-9012-4E68-BCD1-7347BE0E642C}" dt="2023-06-26T14:23:54.748" v="4390"/>
        <pc:sldMkLst>
          <pc:docMk/>
          <pc:sldMk cId="725889679" sldId="320"/>
        </pc:sldMkLst>
        <pc:spChg chg="mod">
          <ac:chgData name="祐廷 劉" userId="55b9f2413b94badf" providerId="LiveId" clId="{5EA86210-9012-4E68-BCD1-7347BE0E642C}" dt="2023-06-25T15:35:47.807" v="638" actId="2711"/>
          <ac:spMkLst>
            <pc:docMk/>
            <pc:sldMk cId="725889679" sldId="320"/>
            <ac:spMk id="2" creationId="{21CD52D8-1EB9-44AB-8124-38B2513FE299}"/>
          </ac:spMkLst>
        </pc:spChg>
      </pc:sldChg>
      <pc:sldChg chg="modSp mod modTransition">
        <pc:chgData name="祐廷 劉" userId="55b9f2413b94badf" providerId="LiveId" clId="{5EA86210-9012-4E68-BCD1-7347BE0E642C}" dt="2023-06-26T14:23:54.748" v="4390"/>
        <pc:sldMkLst>
          <pc:docMk/>
          <pc:sldMk cId="2007164890" sldId="321"/>
        </pc:sldMkLst>
        <pc:spChg chg="mod">
          <ac:chgData name="祐廷 劉" userId="55b9f2413b94badf" providerId="LiveId" clId="{5EA86210-9012-4E68-BCD1-7347BE0E642C}" dt="2023-06-26T14:16:42.175" v="3900" actId="2711"/>
          <ac:spMkLst>
            <pc:docMk/>
            <pc:sldMk cId="2007164890" sldId="321"/>
            <ac:spMk id="2" creationId="{431CBF03-5EB3-4E70-A248-587F2835BD79}"/>
          </ac:spMkLst>
        </pc:spChg>
        <pc:spChg chg="mod">
          <ac:chgData name="祐廷 劉" userId="55b9f2413b94badf" providerId="LiveId" clId="{5EA86210-9012-4E68-BCD1-7347BE0E642C}" dt="2023-06-26T14:15:20.352" v="3830" actId="2711"/>
          <ac:spMkLst>
            <pc:docMk/>
            <pc:sldMk cId="2007164890" sldId="321"/>
            <ac:spMk id="8" creationId="{23629D86-8219-4BF7-854C-D7F40DDF3E67}"/>
          </ac:spMkLst>
        </pc:spChg>
        <pc:spChg chg="mod">
          <ac:chgData name="祐廷 劉" userId="55b9f2413b94badf" providerId="LiveId" clId="{5EA86210-9012-4E68-BCD1-7347BE0E642C}" dt="2023-06-26T14:16:19.854" v="3883" actId="2711"/>
          <ac:spMkLst>
            <pc:docMk/>
            <pc:sldMk cId="2007164890" sldId="321"/>
            <ac:spMk id="9" creationId="{EB5BD1F0-6917-47C4-ADC0-C576F6F755FC}"/>
          </ac:spMkLst>
        </pc:spChg>
      </pc:sldChg>
      <pc:sldChg chg="modSp mod modTransition">
        <pc:chgData name="祐廷 劉" userId="55b9f2413b94badf" providerId="LiveId" clId="{5EA86210-9012-4E68-BCD1-7347BE0E642C}" dt="2023-06-26T14:23:54.748" v="4390"/>
        <pc:sldMkLst>
          <pc:docMk/>
          <pc:sldMk cId="1252941179" sldId="322"/>
        </pc:sldMkLst>
        <pc:spChg chg="mod">
          <ac:chgData name="祐廷 劉" userId="55b9f2413b94badf" providerId="LiveId" clId="{5EA86210-9012-4E68-BCD1-7347BE0E642C}" dt="2023-06-26T14:20:39.607" v="4215" actId="2711"/>
          <ac:spMkLst>
            <pc:docMk/>
            <pc:sldMk cId="1252941179" sldId="322"/>
            <ac:spMk id="2" creationId="{2A1E1279-DDF0-4B6A-BDA0-5F9B4776B245}"/>
          </ac:spMkLst>
        </pc:spChg>
      </pc:sldChg>
      <pc:sldChg chg="modSp mod modTransition">
        <pc:chgData name="祐廷 劉" userId="55b9f2413b94badf" providerId="LiveId" clId="{5EA86210-9012-4E68-BCD1-7347BE0E642C}" dt="2023-06-26T14:23:54.748" v="4390"/>
        <pc:sldMkLst>
          <pc:docMk/>
          <pc:sldMk cId="2133384222" sldId="323"/>
        </pc:sldMkLst>
        <pc:spChg chg="mod">
          <ac:chgData name="祐廷 劉" userId="55b9f2413b94badf" providerId="LiveId" clId="{5EA86210-9012-4E68-BCD1-7347BE0E642C}" dt="2023-06-26T14:20:56.842" v="4244" actId="2711"/>
          <ac:spMkLst>
            <pc:docMk/>
            <pc:sldMk cId="2133384222" sldId="323"/>
            <ac:spMk id="2" creationId="{D808F4AF-25C4-4A7D-8375-EFE3EE8CDEBC}"/>
          </ac:spMkLst>
        </pc:spChg>
        <pc:spChg chg="mod">
          <ac:chgData name="祐廷 劉" userId="55b9f2413b94badf" providerId="LiveId" clId="{5EA86210-9012-4E68-BCD1-7347BE0E642C}" dt="2023-06-26T14:21:14.135" v="4267" actId="2711"/>
          <ac:spMkLst>
            <pc:docMk/>
            <pc:sldMk cId="2133384222" sldId="323"/>
            <ac:spMk id="3" creationId="{DA6BC435-6AC6-4CD8-9A88-03873CEFDA0C}"/>
          </ac:spMkLst>
        </pc:spChg>
      </pc:sldChg>
      <pc:sldChg chg="modSp mod modTransition">
        <pc:chgData name="祐廷 劉" userId="55b9f2413b94badf" providerId="LiveId" clId="{5EA86210-9012-4E68-BCD1-7347BE0E642C}" dt="2023-06-26T14:23:54.748" v="4390"/>
        <pc:sldMkLst>
          <pc:docMk/>
          <pc:sldMk cId="296983837" sldId="324"/>
        </pc:sldMkLst>
        <pc:spChg chg="mod">
          <ac:chgData name="祐廷 劉" userId="55b9f2413b94badf" providerId="LiveId" clId="{5EA86210-9012-4E68-BCD1-7347BE0E642C}" dt="2023-06-26T14:19:56.856" v="4152" actId="2711"/>
          <ac:spMkLst>
            <pc:docMk/>
            <pc:sldMk cId="296983837" sldId="324"/>
            <ac:spMk id="2" creationId="{F8A52C0E-B9ED-4526-90DD-3DBED2860B41}"/>
          </ac:spMkLst>
        </pc:spChg>
        <pc:spChg chg="mod">
          <ac:chgData name="祐廷 劉" userId="55b9f2413b94badf" providerId="LiveId" clId="{5EA86210-9012-4E68-BCD1-7347BE0E642C}" dt="2023-06-26T14:20:21.337" v="4186" actId="2711"/>
          <ac:spMkLst>
            <pc:docMk/>
            <pc:sldMk cId="296983837" sldId="324"/>
            <ac:spMk id="3" creationId="{5402E5A0-B4D3-4DE8-9288-24F259849F59}"/>
          </ac:spMkLst>
        </pc:spChg>
      </pc:sldChg>
      <pc:sldChg chg="modSp mod modTransition">
        <pc:chgData name="祐廷 劉" userId="55b9f2413b94badf" providerId="LiveId" clId="{5EA86210-9012-4E68-BCD1-7347BE0E642C}" dt="2023-06-26T14:23:54.748" v="4390"/>
        <pc:sldMkLst>
          <pc:docMk/>
          <pc:sldMk cId="1008749676" sldId="325"/>
        </pc:sldMkLst>
        <pc:spChg chg="mod">
          <ac:chgData name="祐廷 劉" userId="55b9f2413b94badf" providerId="LiveId" clId="{5EA86210-9012-4E68-BCD1-7347BE0E642C}" dt="2023-06-26T14:21:32.797" v="4291" actId="2711"/>
          <ac:spMkLst>
            <pc:docMk/>
            <pc:sldMk cId="1008749676" sldId="325"/>
            <ac:spMk id="2" creationId="{A7BE158D-D969-4F49-9979-F3AE29578C38}"/>
          </ac:spMkLst>
        </pc:spChg>
      </pc:sldChg>
      <pc:sldChg chg="addSp delSp modSp new mod modTransition modAnim">
        <pc:chgData name="祐廷 劉" userId="55b9f2413b94badf" providerId="LiveId" clId="{5EA86210-9012-4E68-BCD1-7347BE0E642C}" dt="2023-07-21T15:03:18.290" v="5050"/>
        <pc:sldMkLst>
          <pc:docMk/>
          <pc:sldMk cId="773901686" sldId="326"/>
        </pc:sldMkLst>
        <pc:spChg chg="mod">
          <ac:chgData name="祐廷 劉" userId="55b9f2413b94badf" providerId="LiveId" clId="{5EA86210-9012-4E68-BCD1-7347BE0E642C}" dt="2023-07-10T15:52:23.322" v="4409" actId="20577"/>
          <ac:spMkLst>
            <pc:docMk/>
            <pc:sldMk cId="773901686" sldId="326"/>
            <ac:spMk id="2" creationId="{CA56D354-741D-4C86-8AEC-F87ED95E4DA3}"/>
          </ac:spMkLst>
        </pc:spChg>
        <pc:spChg chg="del">
          <ac:chgData name="祐廷 劉" userId="55b9f2413b94badf" providerId="LiveId" clId="{5EA86210-9012-4E68-BCD1-7347BE0E642C}" dt="2023-07-10T15:52:37.510" v="4410" actId="478"/>
          <ac:spMkLst>
            <pc:docMk/>
            <pc:sldMk cId="773901686" sldId="326"/>
            <ac:spMk id="3" creationId="{945777F8-C611-45B2-8C4B-0492E7FF6F5C}"/>
          </ac:spMkLst>
        </pc:spChg>
        <pc:spChg chg="add mod">
          <ac:chgData name="祐廷 劉" userId="55b9f2413b94badf" providerId="LiveId" clId="{5EA86210-9012-4E68-BCD1-7347BE0E642C}" dt="2023-07-21T15:02:27.375" v="5044" actId="20577"/>
          <ac:spMkLst>
            <pc:docMk/>
            <pc:sldMk cId="773901686" sldId="326"/>
            <ac:spMk id="4" creationId="{EDF44081-F897-437F-9B5D-59B0333B8F93}"/>
          </ac:spMkLst>
        </pc:spChg>
        <pc:spChg chg="add mod">
          <ac:chgData name="祐廷 劉" userId="55b9f2413b94badf" providerId="LiveId" clId="{5EA86210-9012-4E68-BCD1-7347BE0E642C}" dt="2023-07-21T15:02:34.086" v="5045" actId="1076"/>
          <ac:spMkLst>
            <pc:docMk/>
            <pc:sldMk cId="773901686" sldId="326"/>
            <ac:spMk id="7" creationId="{BE11CB8C-4056-4108-9849-E5E17DD48A94}"/>
          </ac:spMkLst>
        </pc:spChg>
        <pc:spChg chg="add mod">
          <ac:chgData name="祐廷 劉" userId="55b9f2413b94badf" providerId="LiveId" clId="{5EA86210-9012-4E68-BCD1-7347BE0E642C}" dt="2023-07-21T15:02:38.512" v="5046" actId="1076"/>
          <ac:spMkLst>
            <pc:docMk/>
            <pc:sldMk cId="773901686" sldId="326"/>
            <ac:spMk id="9" creationId="{614D1592-9859-4AEA-8A9E-D30CDCCEE790}"/>
          </ac:spMkLst>
        </pc:spChg>
        <pc:picChg chg="add mod">
          <ac:chgData name="祐廷 劉" userId="55b9f2413b94badf" providerId="LiveId" clId="{5EA86210-9012-4E68-BCD1-7347BE0E642C}" dt="2023-07-10T16:06:49.822" v="4564" actId="1076"/>
          <ac:picMkLst>
            <pc:docMk/>
            <pc:sldMk cId="773901686" sldId="326"/>
            <ac:picMk id="6" creationId="{6E6BF51A-D814-4F6B-A1B3-8E35B6A9E5FC}"/>
          </ac:picMkLst>
        </pc:picChg>
        <pc:picChg chg="add mod">
          <ac:chgData name="祐廷 劉" userId="55b9f2413b94badf" providerId="LiveId" clId="{5EA86210-9012-4E68-BCD1-7347BE0E642C}" dt="2023-07-10T16:07:18.892" v="4567" actId="1076"/>
          <ac:picMkLst>
            <pc:docMk/>
            <pc:sldMk cId="773901686" sldId="326"/>
            <ac:picMk id="8" creationId="{F77FF5DC-9D3C-48BE-962C-362A809FD22A}"/>
          </ac:picMkLst>
        </pc:picChg>
      </pc:sldChg>
      <pc:sldChg chg="modSp new mod modTransition">
        <pc:chgData name="祐廷 劉" userId="55b9f2413b94badf" providerId="LiveId" clId="{5EA86210-9012-4E68-BCD1-7347BE0E642C}" dt="2023-07-10T16:18:22.567" v="4943"/>
        <pc:sldMkLst>
          <pc:docMk/>
          <pc:sldMk cId="915565456" sldId="327"/>
        </pc:sldMkLst>
        <pc:spChg chg="mod">
          <ac:chgData name="祐廷 劉" userId="55b9f2413b94badf" providerId="LiveId" clId="{5EA86210-9012-4E68-BCD1-7347BE0E642C}" dt="2023-07-10T16:17:20.513" v="4921" actId="20577"/>
          <ac:spMkLst>
            <pc:docMk/>
            <pc:sldMk cId="915565456" sldId="327"/>
            <ac:spMk id="2" creationId="{6531BA23-8B77-4AD0-AEE6-A29CB796009A}"/>
          </ac:spMkLst>
        </pc:spChg>
        <pc:spChg chg="mod">
          <ac:chgData name="祐廷 劉" userId="55b9f2413b94badf" providerId="LiveId" clId="{5EA86210-9012-4E68-BCD1-7347BE0E642C}" dt="2023-07-10T16:13:47.331" v="4891" actId="20577"/>
          <ac:spMkLst>
            <pc:docMk/>
            <pc:sldMk cId="915565456" sldId="327"/>
            <ac:spMk id="3" creationId="{441F683A-E1DD-45B4-AB0D-33888B03A801}"/>
          </ac:spMkLst>
        </pc:spChg>
      </pc:sldChg>
      <pc:sldChg chg="addSp delSp modSp new mod modTransition modAnim">
        <pc:chgData name="祐廷 劉" userId="55b9f2413b94badf" providerId="LiveId" clId="{5EA86210-9012-4E68-BCD1-7347BE0E642C}" dt="2023-07-10T16:18:30.997" v="4953"/>
        <pc:sldMkLst>
          <pc:docMk/>
          <pc:sldMk cId="3653094298" sldId="328"/>
        </pc:sldMkLst>
        <pc:spChg chg="mod">
          <ac:chgData name="祐廷 劉" userId="55b9f2413b94badf" providerId="LiveId" clId="{5EA86210-9012-4E68-BCD1-7347BE0E642C}" dt="2023-07-10T16:17:26.493" v="4931" actId="20577"/>
          <ac:spMkLst>
            <pc:docMk/>
            <pc:sldMk cId="3653094298" sldId="328"/>
            <ac:spMk id="2" creationId="{5CE646F9-103E-4805-A561-0E225FE74A65}"/>
          </ac:spMkLst>
        </pc:spChg>
        <pc:spChg chg="del">
          <ac:chgData name="祐廷 劉" userId="55b9f2413b94badf" providerId="LiveId" clId="{5EA86210-9012-4E68-BCD1-7347BE0E642C}" dt="2023-07-10T16:15:41.383" v="4893" actId="478"/>
          <ac:spMkLst>
            <pc:docMk/>
            <pc:sldMk cId="3653094298" sldId="328"/>
            <ac:spMk id="3" creationId="{7EE322AD-7666-4DA4-8754-085D092FFF4B}"/>
          </ac:spMkLst>
        </pc:spChg>
        <pc:spChg chg="add">
          <ac:chgData name="祐廷 劉" userId="55b9f2413b94badf" providerId="LiveId" clId="{5EA86210-9012-4E68-BCD1-7347BE0E642C}" dt="2023-07-10T16:16:43.761" v="4909" actId="11529"/>
          <ac:spMkLst>
            <pc:docMk/>
            <pc:sldMk cId="3653094298" sldId="328"/>
            <ac:spMk id="8" creationId="{68D0772D-4A80-46D3-92ED-B7DBABD5F26F}"/>
          </ac:spMkLst>
        </pc:spChg>
        <pc:picChg chg="add mod">
          <ac:chgData name="祐廷 劉" userId="55b9f2413b94badf" providerId="LiveId" clId="{5EA86210-9012-4E68-BCD1-7347BE0E642C}" dt="2023-07-10T16:16:26.478" v="4907" actId="1076"/>
          <ac:picMkLst>
            <pc:docMk/>
            <pc:sldMk cId="3653094298" sldId="328"/>
            <ac:picMk id="5" creationId="{FAAEB494-BD50-4A0E-B075-AE39792CBFA9}"/>
          </ac:picMkLst>
        </pc:picChg>
        <pc:picChg chg="add mod">
          <ac:chgData name="祐廷 劉" userId="55b9f2413b94badf" providerId="LiveId" clId="{5EA86210-9012-4E68-BCD1-7347BE0E642C}" dt="2023-07-10T16:16:28.600" v="4908" actId="1076"/>
          <ac:picMkLst>
            <pc:docMk/>
            <pc:sldMk cId="3653094298" sldId="328"/>
            <ac:picMk id="7" creationId="{A4D21587-8EB0-4DEC-8FC0-DE12048FB94D}"/>
          </ac:picMkLst>
        </pc:picChg>
      </pc:sldChg>
      <pc:sldChg chg="addSp delSp modSp new mod modTransition modAnim">
        <pc:chgData name="祐廷 劉" userId="55b9f2413b94badf" providerId="LiveId" clId="{5EA86210-9012-4E68-BCD1-7347BE0E642C}" dt="2023-07-17T03:33:20.547" v="5011"/>
        <pc:sldMkLst>
          <pc:docMk/>
          <pc:sldMk cId="1942163099" sldId="329"/>
        </pc:sldMkLst>
        <pc:spChg chg="mod">
          <ac:chgData name="祐廷 劉" userId="55b9f2413b94badf" providerId="LiveId" clId="{5EA86210-9012-4E68-BCD1-7347BE0E642C}" dt="2023-07-17T03:22:17.697" v="4957"/>
          <ac:spMkLst>
            <pc:docMk/>
            <pc:sldMk cId="1942163099" sldId="329"/>
            <ac:spMk id="2" creationId="{A74FC5DA-B2E7-4C6E-98B3-1679237869DD}"/>
          </ac:spMkLst>
        </pc:spChg>
        <pc:spChg chg="del">
          <ac:chgData name="祐廷 劉" userId="55b9f2413b94badf" providerId="LiveId" clId="{5EA86210-9012-4E68-BCD1-7347BE0E642C}" dt="2023-07-17T03:25:13.250" v="4963" actId="478"/>
          <ac:spMkLst>
            <pc:docMk/>
            <pc:sldMk cId="1942163099" sldId="329"/>
            <ac:spMk id="3" creationId="{9921F672-5632-45B2-9DCA-E5625DD61A5E}"/>
          </ac:spMkLst>
        </pc:spChg>
        <pc:picChg chg="add mod">
          <ac:chgData name="祐廷 劉" userId="55b9f2413b94badf" providerId="LiveId" clId="{5EA86210-9012-4E68-BCD1-7347BE0E642C}" dt="2023-07-17T03:27:39.423" v="4977" actId="1076"/>
          <ac:picMkLst>
            <pc:docMk/>
            <pc:sldMk cId="1942163099" sldId="329"/>
            <ac:picMk id="5" creationId="{FB18D4A3-61B9-44C2-B234-622FE01172BB}"/>
          </ac:picMkLst>
        </pc:picChg>
        <pc:picChg chg="add mod">
          <ac:chgData name="祐廷 劉" userId="55b9f2413b94badf" providerId="LiveId" clId="{5EA86210-9012-4E68-BCD1-7347BE0E642C}" dt="2023-07-17T03:26:24.514" v="4972" actId="1076"/>
          <ac:picMkLst>
            <pc:docMk/>
            <pc:sldMk cId="1942163099" sldId="329"/>
            <ac:picMk id="7" creationId="{A3200C4A-9DFA-47C7-B93F-01524E71A369}"/>
          </ac:picMkLst>
        </pc:picChg>
      </pc:sldChg>
      <pc:sldChg chg="addSp delSp modSp new mod modTransition modAnim">
        <pc:chgData name="祐廷 劉" userId="55b9f2413b94badf" providerId="LiveId" clId="{5EA86210-9012-4E68-BCD1-7347BE0E642C}" dt="2023-07-17T03:33:31.240" v="5017"/>
        <pc:sldMkLst>
          <pc:docMk/>
          <pc:sldMk cId="3557610081" sldId="330"/>
        </pc:sldMkLst>
        <pc:spChg chg="mod">
          <ac:chgData name="祐廷 劉" userId="55b9f2413b94badf" providerId="LiveId" clId="{5EA86210-9012-4E68-BCD1-7347BE0E642C}" dt="2023-07-17T03:22:19.368" v="4958"/>
          <ac:spMkLst>
            <pc:docMk/>
            <pc:sldMk cId="3557610081" sldId="330"/>
            <ac:spMk id="2" creationId="{4F4BEBE2-D32E-4CCB-B817-53CF4484524D}"/>
          </ac:spMkLst>
        </pc:spChg>
        <pc:spChg chg="del">
          <ac:chgData name="祐廷 劉" userId="55b9f2413b94badf" providerId="LiveId" clId="{5EA86210-9012-4E68-BCD1-7347BE0E642C}" dt="2023-07-17T03:26:41.633" v="4974" actId="478"/>
          <ac:spMkLst>
            <pc:docMk/>
            <pc:sldMk cId="3557610081" sldId="330"/>
            <ac:spMk id="3" creationId="{5364B8E0-749B-4917-9C4D-ACAF7912D193}"/>
          </ac:spMkLst>
        </pc:spChg>
        <pc:picChg chg="add mod">
          <ac:chgData name="祐廷 劉" userId="55b9f2413b94badf" providerId="LiveId" clId="{5EA86210-9012-4E68-BCD1-7347BE0E642C}" dt="2023-07-17T03:27:46.068" v="4979" actId="14100"/>
          <ac:picMkLst>
            <pc:docMk/>
            <pc:sldMk cId="3557610081" sldId="330"/>
            <ac:picMk id="5" creationId="{A097003F-668F-41CD-B588-64DD82655A34}"/>
          </ac:picMkLst>
        </pc:picChg>
        <pc:picChg chg="add mod">
          <ac:chgData name="祐廷 劉" userId="55b9f2413b94badf" providerId="LiveId" clId="{5EA86210-9012-4E68-BCD1-7347BE0E642C}" dt="2023-07-17T03:28:12.867" v="4984" actId="1076"/>
          <ac:picMkLst>
            <pc:docMk/>
            <pc:sldMk cId="3557610081" sldId="330"/>
            <ac:picMk id="7" creationId="{34C64A46-FA2A-479F-8204-9017150D5A91}"/>
          </ac:picMkLst>
        </pc:picChg>
      </pc:sldChg>
      <pc:sldChg chg="addSp delSp modSp new mod modTransition modAnim">
        <pc:chgData name="祐廷 劉" userId="55b9f2413b94badf" providerId="LiveId" clId="{5EA86210-9012-4E68-BCD1-7347BE0E642C}" dt="2023-07-17T03:33:45.553" v="5029"/>
        <pc:sldMkLst>
          <pc:docMk/>
          <pc:sldMk cId="1414329666" sldId="331"/>
        </pc:sldMkLst>
        <pc:spChg chg="mod">
          <ac:chgData name="祐廷 劉" userId="55b9f2413b94badf" providerId="LiveId" clId="{5EA86210-9012-4E68-BCD1-7347BE0E642C}" dt="2023-07-17T03:22:23.205" v="4961"/>
          <ac:spMkLst>
            <pc:docMk/>
            <pc:sldMk cId="1414329666" sldId="331"/>
            <ac:spMk id="2" creationId="{D92D452F-F9C6-4BCB-9039-202188DD51AE}"/>
          </ac:spMkLst>
        </pc:spChg>
        <pc:spChg chg="del">
          <ac:chgData name="祐廷 劉" userId="55b9f2413b94badf" providerId="LiveId" clId="{5EA86210-9012-4E68-BCD1-7347BE0E642C}" dt="2023-07-17T03:30:35.041" v="4994" actId="478"/>
          <ac:spMkLst>
            <pc:docMk/>
            <pc:sldMk cId="1414329666" sldId="331"/>
            <ac:spMk id="3" creationId="{D324CEA2-CF70-4383-A52F-1C6CA2C504D4}"/>
          </ac:spMkLst>
        </pc:spChg>
        <pc:spChg chg="add del">
          <ac:chgData name="祐廷 劉" userId="55b9f2413b94badf" providerId="LiveId" clId="{5EA86210-9012-4E68-BCD1-7347BE0E642C}" dt="2023-07-17T03:22:21.469" v="4960" actId="22"/>
          <ac:spMkLst>
            <pc:docMk/>
            <pc:sldMk cId="1414329666" sldId="331"/>
            <ac:spMk id="5" creationId="{FA0C452C-5ACD-4B55-AE6C-C65067A7737A}"/>
          </ac:spMkLst>
        </pc:spChg>
        <pc:picChg chg="add mod">
          <ac:chgData name="祐廷 劉" userId="55b9f2413b94badf" providerId="LiveId" clId="{5EA86210-9012-4E68-BCD1-7347BE0E642C}" dt="2023-07-17T03:32:25.527" v="4997" actId="14100"/>
          <ac:picMkLst>
            <pc:docMk/>
            <pc:sldMk cId="1414329666" sldId="331"/>
            <ac:picMk id="7" creationId="{09F504D8-47BF-411F-B650-80D015FAC9A0}"/>
          </ac:picMkLst>
        </pc:picChg>
        <pc:picChg chg="add mod">
          <ac:chgData name="祐廷 劉" userId="55b9f2413b94badf" providerId="LiveId" clId="{5EA86210-9012-4E68-BCD1-7347BE0E642C}" dt="2023-07-17T03:32:40.348" v="4999" actId="1076"/>
          <ac:picMkLst>
            <pc:docMk/>
            <pc:sldMk cId="1414329666" sldId="331"/>
            <ac:picMk id="8" creationId="{AC102D70-B3F8-4DF7-96FA-D8A53EDA1D82}"/>
          </ac:picMkLst>
        </pc:picChg>
      </pc:sldChg>
      <pc:sldChg chg="addSp delSp modSp add mod modTransition modAnim">
        <pc:chgData name="祐廷 劉" userId="55b9f2413b94badf" providerId="LiveId" clId="{5EA86210-9012-4E68-BCD1-7347BE0E642C}" dt="2023-07-17T03:33:38.242" v="5023"/>
        <pc:sldMkLst>
          <pc:docMk/>
          <pc:sldMk cId="192552324" sldId="332"/>
        </pc:sldMkLst>
        <pc:spChg chg="del">
          <ac:chgData name="祐廷 劉" userId="55b9f2413b94badf" providerId="LiveId" clId="{5EA86210-9012-4E68-BCD1-7347BE0E642C}" dt="2023-07-17T03:28:34.150" v="4985" actId="478"/>
          <ac:spMkLst>
            <pc:docMk/>
            <pc:sldMk cId="192552324" sldId="332"/>
            <ac:spMk id="3" creationId="{5364B8E0-749B-4917-9C4D-ACAF7912D193}"/>
          </ac:spMkLst>
        </pc:spChg>
        <pc:picChg chg="add mod">
          <ac:chgData name="祐廷 劉" userId="55b9f2413b94badf" providerId="LiveId" clId="{5EA86210-9012-4E68-BCD1-7347BE0E642C}" dt="2023-07-17T03:29:46.313" v="4989" actId="1076"/>
          <ac:picMkLst>
            <pc:docMk/>
            <pc:sldMk cId="192552324" sldId="332"/>
            <ac:picMk id="5" creationId="{59C86C9B-29F7-4FF0-937E-152E6EE067FE}"/>
          </ac:picMkLst>
        </pc:picChg>
        <pc:picChg chg="add mod">
          <ac:chgData name="祐廷 劉" userId="55b9f2413b94badf" providerId="LiveId" clId="{5EA86210-9012-4E68-BCD1-7347BE0E642C}" dt="2023-07-17T03:30:30.114" v="4993" actId="1076"/>
          <ac:picMkLst>
            <pc:docMk/>
            <pc:sldMk cId="192552324" sldId="332"/>
            <ac:picMk id="6" creationId="{791037D6-471E-4BEA-8232-286C344F0B05}"/>
          </ac:picMkLst>
        </pc:picChg>
      </pc:sldChg>
      <pc:sldChg chg="modSp new mod">
        <pc:chgData name="祐廷 劉" userId="55b9f2413b94badf" providerId="LiveId" clId="{5EA86210-9012-4E68-BCD1-7347BE0E642C}" dt="2023-07-21T15:08:23.851" v="5206" actId="255"/>
        <pc:sldMkLst>
          <pc:docMk/>
          <pc:sldMk cId="49393110" sldId="338"/>
        </pc:sldMkLst>
        <pc:spChg chg="mod">
          <ac:chgData name="祐廷 劉" userId="55b9f2413b94badf" providerId="LiveId" clId="{5EA86210-9012-4E68-BCD1-7347BE0E642C}" dt="2023-07-21T15:08:01.519" v="5199" actId="20577"/>
          <ac:spMkLst>
            <pc:docMk/>
            <pc:sldMk cId="49393110" sldId="338"/>
            <ac:spMk id="2" creationId="{AF73D80A-F159-4B07-81DE-662FD7F76151}"/>
          </ac:spMkLst>
        </pc:spChg>
        <pc:spChg chg="mod">
          <ac:chgData name="祐廷 劉" userId="55b9f2413b94badf" providerId="LiveId" clId="{5EA86210-9012-4E68-BCD1-7347BE0E642C}" dt="2023-07-21T15:08:23.851" v="5206" actId="255"/>
          <ac:spMkLst>
            <pc:docMk/>
            <pc:sldMk cId="49393110" sldId="338"/>
            <ac:spMk id="3" creationId="{F3D1CAC8-454D-485E-92A9-5598DDB5D87B}"/>
          </ac:spMkLst>
        </pc:spChg>
      </pc:sldChg>
      <pc:sldChg chg="new del">
        <pc:chgData name="祐廷 劉" userId="55b9f2413b94badf" providerId="LiveId" clId="{5EA86210-9012-4E68-BCD1-7347BE0E642C}" dt="2023-07-21T15:20:37.385" v="5209" actId="47"/>
        <pc:sldMkLst>
          <pc:docMk/>
          <pc:sldMk cId="3924199916" sldId="339"/>
        </pc:sldMkLst>
      </pc:sldChg>
    </pc:docChg>
  </pc:docChgLst>
</pc:chgInfo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標題投影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751012" y="609601"/>
            <a:ext cx="8676222" cy="3200400"/>
          </a:xfrm>
        </p:spPr>
        <p:txBody>
          <a:bodyPr anchor="b">
            <a:normAutofit/>
          </a:bodyPr>
          <a:lstStyle>
            <a:lvl1pPr algn="ctr">
              <a:defRPr sz="4800">
                <a:effectLst>
                  <a:glow rad="38100">
                    <a:schemeClr val="bg1">
                      <a:lumMod val="65000"/>
                      <a:lumOff val="35000"/>
                      <a:alpha val="50000"/>
                    </a:schemeClr>
                  </a:glow>
                  <a:outerShdw blurRad="28575" dist="31750" dir="1320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</a:lstStyle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751012" y="3886200"/>
            <a:ext cx="8676222" cy="1905000"/>
          </a:xfrm>
        </p:spPr>
        <p:txBody>
          <a:bodyPr anchor="t">
            <a:normAutofit/>
          </a:bodyPr>
          <a:lstStyle>
            <a:lvl1pPr marL="0" indent="0" algn="ctr">
              <a:buNone/>
              <a:defRPr sz="2100">
                <a:gradFill flip="none" rotWithShape="1">
                  <a:gsLst>
                    <a:gs pos="0">
                      <a:schemeClr val="tx1"/>
                    </a:gs>
                    <a:gs pos="100000">
                      <a:schemeClr val="tx1">
                        <a:lumMod val="75000"/>
                      </a:schemeClr>
                    </a:gs>
                  </a:gsLst>
                  <a:lin ang="5400000" scaled="0"/>
                  <a:tileRect/>
                </a:gra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zh-TW" altLang="en-US"/>
              <a:t>按一下以編輯母片子標題樣式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293F93E-B5DE-4B50-93E6-ADB519FE5D77}" type="datetimeFigureOut">
              <a:rPr lang="zh-TW" altLang="en-US" smtClean="0"/>
              <a:t>2023/7/21</a:t>
            </a:fld>
            <a:endParaRPr lang="zh-TW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E811B3D-2537-4E16-B4A3-E79E1A6EDE0E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48391778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標題及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anchor="ctr"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293F93E-B5DE-4B50-93E6-ADB519FE5D77}" type="datetimeFigureOut">
              <a:rPr lang="zh-TW" altLang="en-US" smtClean="0"/>
              <a:t>2023/7/21</a:t>
            </a:fld>
            <a:endParaRPr lang="zh-TW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E811B3D-2537-4E16-B4A3-E79E1A6EDE0E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97763560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章節標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51013" y="3308581"/>
            <a:ext cx="8686800" cy="1468800"/>
          </a:xfrm>
        </p:spPr>
        <p:txBody>
          <a:bodyPr anchor="b"/>
          <a:lstStyle>
            <a:lvl1pPr algn="r">
              <a:defRPr sz="4000" b="0" cap="all"/>
            </a:lvl1pPr>
          </a:lstStyle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751011" y="4777381"/>
            <a:ext cx="8686801" cy="860400"/>
          </a:xfrm>
        </p:spPr>
        <p:txBody>
          <a:bodyPr anchor="t">
            <a:normAutofit/>
          </a:bodyPr>
          <a:lstStyle>
            <a:lvl1pPr marL="0" indent="0" algn="r">
              <a:buNone/>
              <a:defRPr sz="2000">
                <a:gradFill flip="none" rotWithShape="1">
                  <a:gsLst>
                    <a:gs pos="0">
                      <a:schemeClr val="tx1"/>
                    </a:gs>
                    <a:gs pos="100000">
                      <a:schemeClr val="tx1">
                        <a:lumMod val="75000"/>
                      </a:schemeClr>
                    </a:gs>
                  </a:gsLst>
                  <a:lin ang="5400000" scaled="0"/>
                  <a:tileRect/>
                </a:gra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293F93E-B5DE-4B50-93E6-ADB519FE5D77}" type="datetimeFigureOut">
              <a:rPr lang="zh-TW" altLang="en-US" smtClean="0"/>
              <a:t>2023/7/21</a:t>
            </a:fld>
            <a:endParaRPr lang="zh-TW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E811B3D-2537-4E16-B4A3-E79E1A6EDE0E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52027643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兩個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141412" y="2666999"/>
            <a:ext cx="4876800" cy="3124201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0612" y="2667000"/>
            <a:ext cx="4876800" cy="312420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293F93E-B5DE-4B50-93E6-ADB519FE5D77}" type="datetimeFigureOut">
              <a:rPr lang="zh-TW" altLang="en-US" smtClean="0"/>
              <a:t>2023/7/21</a:t>
            </a:fld>
            <a:endParaRPr lang="zh-TW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E811B3D-2537-4E16-B4A3-E79E1A6EDE0E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427249149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429280" y="2658533"/>
            <a:ext cx="4588931" cy="576262"/>
          </a:xfrm>
        </p:spPr>
        <p:txBody>
          <a:bodyPr anchor="b">
            <a:noAutofit/>
          </a:bodyPr>
          <a:lstStyle>
            <a:lvl1pPr marL="0" indent="0">
              <a:buNone/>
              <a:defRPr sz="28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141412" y="3243262"/>
            <a:ext cx="4876800" cy="2547937"/>
          </a:xfrm>
        </p:spPr>
        <p:txBody>
          <a:bodyPr anchor="t"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443133" y="2667000"/>
            <a:ext cx="4604280" cy="576262"/>
          </a:xfrm>
        </p:spPr>
        <p:txBody>
          <a:bodyPr anchor="b">
            <a:noAutofit/>
          </a:bodyPr>
          <a:lstStyle>
            <a:lvl1pPr marL="0" indent="0">
              <a:buNone/>
              <a:defRPr sz="28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0612" y="3243262"/>
            <a:ext cx="4876801" cy="2547937"/>
          </a:xfrm>
        </p:spPr>
        <p:txBody>
          <a:bodyPr anchor="t"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293F93E-B5DE-4B50-93E6-ADB519FE5D77}" type="datetimeFigureOut">
              <a:rPr lang="zh-TW" altLang="en-US" smtClean="0"/>
              <a:t>2023/7/21</a:t>
            </a:fld>
            <a:endParaRPr lang="zh-TW" alt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E811B3D-2537-4E16-B4A3-E79E1A6EDE0E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4998671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只有標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293F93E-B5DE-4B50-93E6-ADB519FE5D77}" type="datetimeFigureOut">
              <a:rPr lang="zh-TW" altLang="en-US" smtClean="0"/>
              <a:t>2023/7/21</a:t>
            </a:fld>
            <a:endParaRPr lang="zh-TW" alt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E811B3D-2537-4E16-B4A3-E79E1A6EDE0E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02008374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293F93E-B5DE-4B50-93E6-ADB519FE5D77}" type="datetimeFigureOut">
              <a:rPr lang="zh-TW" altLang="en-US" smtClean="0"/>
              <a:t>2023/7/21</a:t>
            </a:fld>
            <a:endParaRPr lang="zh-TW" alt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E811B3D-2537-4E16-B4A3-E79E1A6EDE0E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52022536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含輔助字幕的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1" y="1600200"/>
            <a:ext cx="3549121" cy="1371600"/>
          </a:xfrm>
        </p:spPr>
        <p:txBody>
          <a:bodyPr anchor="b">
            <a:normAutofit/>
          </a:bodyPr>
          <a:lstStyle>
            <a:lvl1pPr algn="l">
              <a:defRPr sz="2400" b="0"/>
            </a:lvl1pPr>
          </a:lstStyle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03812" y="609601"/>
            <a:ext cx="5943601" cy="5181600"/>
          </a:xfrm>
        </p:spPr>
        <p:txBody>
          <a:bodyPr anchor="ctr">
            <a:normAutofit/>
          </a:bodyPr>
          <a:lstStyle>
            <a:lvl1pPr>
              <a:defRPr sz="2000"/>
            </a:lvl1pPr>
            <a:lvl2pPr>
              <a:defRPr sz="1800"/>
            </a:lvl2pPr>
            <a:lvl3pPr>
              <a:defRPr sz="1600"/>
            </a:lvl3pPr>
            <a:lvl4pPr>
              <a:defRPr sz="1400"/>
            </a:lvl4pPr>
            <a:lvl5pPr>
              <a:defRPr sz="1400"/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1411" y="2971800"/>
            <a:ext cx="3549121" cy="1828800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293F93E-B5DE-4B50-93E6-ADB519FE5D77}" type="datetimeFigureOut">
              <a:rPr lang="zh-TW" altLang="en-US" smtClean="0"/>
              <a:t>2023/7/21</a:t>
            </a:fld>
            <a:endParaRPr lang="zh-TW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E811B3D-2537-4E16-B4A3-E79E1A6EDE0E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44765556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含輔助字幕的圖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1" y="1600200"/>
            <a:ext cx="5334001" cy="1371600"/>
          </a:xfrm>
        </p:spPr>
        <p:txBody>
          <a:bodyPr anchor="b">
            <a:normAutofit/>
          </a:bodyPr>
          <a:lstStyle>
            <a:lvl1pPr algn="l">
              <a:defRPr sz="2800" b="0"/>
            </a:lvl1pPr>
          </a:lstStyle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14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7433733" y="-18288"/>
            <a:ext cx="3276599" cy="6903720"/>
          </a:xfrm>
          <a:ln w="38100">
            <a:gradFill flip="none" rotWithShape="1">
              <a:gsLst>
                <a:gs pos="0">
                  <a:schemeClr val="bg2"/>
                </a:gs>
                <a:gs pos="100000">
                  <a:schemeClr val="bg2">
                    <a:lumMod val="75000"/>
                  </a:schemeClr>
                </a:gs>
              </a:gsLst>
              <a:lin ang="5400000" scaled="0"/>
              <a:tileRect/>
            </a:gradFill>
          </a:ln>
          <a:effectLst>
            <a:innerShdw blurRad="57150" dist="38100" dir="10800000">
              <a:srgbClr val="000000">
                <a:alpha val="70000"/>
              </a:srgbClr>
            </a:inn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zh-TW" altLang="en-US"/>
              <a:t>按一下圖示以新增圖片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1411" y="2971800"/>
            <a:ext cx="5334001" cy="1828800"/>
          </a:xfrm>
        </p:spPr>
        <p:txBody>
          <a:bodyPr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6399212" y="5883275"/>
            <a:ext cx="914400" cy="365125"/>
          </a:xfrm>
        </p:spPr>
        <p:txBody>
          <a:bodyPr/>
          <a:lstStyle/>
          <a:p>
            <a:fld id="{E293F93E-B5DE-4B50-93E6-ADB519FE5D77}" type="datetimeFigureOut">
              <a:rPr lang="zh-TW" altLang="en-US" smtClean="0"/>
              <a:t>2023/7/21</a:t>
            </a:fld>
            <a:endParaRPr lang="zh-TW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1141412" y="5883275"/>
            <a:ext cx="5105400" cy="365125"/>
          </a:xfrm>
        </p:spPr>
        <p:txBody>
          <a:bodyPr/>
          <a:lstStyle/>
          <a:p>
            <a:endParaRPr lang="zh-TW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0742612" y="5883275"/>
            <a:ext cx="322567" cy="365125"/>
          </a:xfrm>
        </p:spPr>
        <p:txBody>
          <a:bodyPr/>
          <a:lstStyle/>
          <a:p>
            <a:fld id="{6E811B3D-2537-4E16-B4A3-E79E1A6EDE0E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9130182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全景圖片 (含輔助字幕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3" y="4732865"/>
            <a:ext cx="9906000" cy="566738"/>
          </a:xfrm>
        </p:spPr>
        <p:txBody>
          <a:bodyPr anchor="b">
            <a:normAutofit/>
          </a:bodyPr>
          <a:lstStyle>
            <a:lvl1pPr algn="l">
              <a:defRPr sz="2400" b="0"/>
            </a:lvl1pPr>
          </a:lstStyle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979612" y="932112"/>
            <a:ext cx="8225944" cy="3164976"/>
          </a:xfrm>
          <a:prstGeom prst="roundRect">
            <a:avLst>
              <a:gd name="adj" fmla="val 4380"/>
            </a:avLst>
          </a:prstGeom>
          <a:ln w="38100">
            <a:gradFill flip="none" rotWithShape="1">
              <a:gsLst>
                <a:gs pos="0">
                  <a:schemeClr val="bg2"/>
                </a:gs>
                <a:gs pos="100000">
                  <a:schemeClr val="bg2">
                    <a:lumMod val="75000"/>
                  </a:schemeClr>
                </a:gs>
              </a:gsLst>
              <a:lin ang="5400000" scaled="0"/>
              <a:tileRect/>
            </a:gradFill>
          </a:ln>
          <a:effectLst>
            <a:innerShdw blurRad="57150" dist="38100" dir="14460000">
              <a:srgbClr val="000000">
                <a:alpha val="70000"/>
              </a:srgbClr>
            </a:inn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zh-TW" altLang="en-US"/>
              <a:t>按一下圖示以新增圖片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1413" y="5299603"/>
            <a:ext cx="9906000" cy="493712"/>
          </a:xfrm>
        </p:spPr>
        <p:txBody>
          <a:bodyPr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293F93E-B5DE-4B50-93E6-ADB519FE5D77}" type="datetimeFigureOut">
              <a:rPr lang="zh-TW" altLang="en-US" smtClean="0"/>
              <a:t>2023/7/21</a:t>
            </a:fld>
            <a:endParaRPr lang="zh-TW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E811B3D-2537-4E16-B4A3-E79E1A6EDE0E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47730080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標題與輔助字幕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2" y="609601"/>
            <a:ext cx="9905999" cy="3124199"/>
          </a:xfrm>
        </p:spPr>
        <p:txBody>
          <a:bodyPr anchor="ctr">
            <a:normAutofit/>
          </a:bodyPr>
          <a:lstStyle>
            <a:lvl1pPr algn="l">
              <a:defRPr sz="3200" b="0" cap="all"/>
            </a:lvl1pPr>
          </a:lstStyle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41411" y="4343400"/>
            <a:ext cx="9906000" cy="1447800"/>
          </a:xfrm>
        </p:spPr>
        <p:txBody>
          <a:bodyPr anchor="ctr">
            <a:normAutofit/>
          </a:bodyPr>
          <a:lstStyle>
            <a:lvl1pPr marL="0" indent="0" algn="l">
              <a:buNone/>
              <a:defRPr sz="2000">
                <a:gradFill flip="none" rotWithShape="1">
                  <a:gsLst>
                    <a:gs pos="0">
                      <a:schemeClr val="tx1"/>
                    </a:gs>
                    <a:gs pos="100000">
                      <a:schemeClr val="tx1">
                        <a:lumMod val="75000"/>
                      </a:schemeClr>
                    </a:gs>
                  </a:gsLst>
                  <a:lin ang="5400000" scaled="0"/>
                  <a:tileRect/>
                </a:gra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293F93E-B5DE-4B50-93E6-ADB519FE5D77}" type="datetimeFigureOut">
              <a:rPr lang="zh-TW" altLang="en-US" smtClean="0"/>
              <a:t>2023/7/21</a:t>
            </a:fld>
            <a:endParaRPr lang="zh-TW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E811B3D-2537-4E16-B4A3-E79E1A6EDE0E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543603981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引述 (含輔助字幕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TextBox 13"/>
          <p:cNvSpPr txBox="1"/>
          <p:nvPr/>
        </p:nvSpPr>
        <p:spPr>
          <a:xfrm>
            <a:off x="836612" y="786824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/>
            <a:r>
              <a:rPr lang="en-US" sz="8000" dirty="0">
                <a:solidFill>
                  <a:schemeClr val="accent1"/>
                </a:solidFill>
              </a:rPr>
              <a:t>“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437812" y="2743200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 algn="r"/>
            <a:r>
              <a:rPr lang="en-US" sz="8000" dirty="0">
                <a:solidFill>
                  <a:schemeClr val="accent1"/>
                </a:solidFill>
              </a:rPr>
              <a:t>”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46213" y="609601"/>
            <a:ext cx="9296398" cy="2743199"/>
          </a:xfrm>
        </p:spPr>
        <p:txBody>
          <a:bodyPr anchor="ctr">
            <a:normAutofit/>
          </a:bodyPr>
          <a:lstStyle>
            <a:lvl1pPr algn="l">
              <a:defRPr sz="3200" b="0" cap="all">
                <a:solidFill>
                  <a:schemeClr val="tx1"/>
                </a:solidFill>
              </a:defRPr>
            </a:lvl1pPr>
          </a:lstStyle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10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1674812" y="3352800"/>
            <a:ext cx="8839202" cy="381000"/>
          </a:xfrm>
        </p:spPr>
        <p:txBody>
          <a:bodyPr anchor="ctr"/>
          <a:lstStyle>
            <a:lvl1pPr marL="0" indent="0">
              <a:buFontTx/>
              <a:buNone/>
              <a:defRPr/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41411" y="4343400"/>
            <a:ext cx="9906000" cy="1447800"/>
          </a:xfrm>
        </p:spPr>
        <p:txBody>
          <a:bodyPr vert="horz" lIns="91440" tIns="45720" rIns="91440" bIns="45720" rtlCol="0" anchor="ctr">
            <a:normAutofit/>
          </a:bodyPr>
          <a:lstStyle>
            <a:lvl1pPr>
              <a:buNone/>
              <a:defRPr lang="en-US" sz="2000">
                <a:gradFill flip="none" rotWithShape="1">
                  <a:gsLst>
                    <a:gs pos="0">
                      <a:schemeClr val="tx1"/>
                    </a:gs>
                    <a:gs pos="100000">
                      <a:schemeClr val="tx1">
                        <a:lumMod val="75000"/>
                      </a:schemeClr>
                    </a:gs>
                  </a:gsLst>
                  <a:lin ang="5400000" scaled="0"/>
                  <a:tileRect/>
                </a:gradFill>
              </a:defRPr>
            </a:lvl1pPr>
          </a:lstStyle>
          <a:p>
            <a:pPr marL="0" lvl="0" indent="0">
              <a:buNone/>
            </a:pPr>
            <a:r>
              <a:rPr lang="zh-TW" altLang="en-US"/>
              <a:t>按一下以編輯母片文字樣式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293F93E-B5DE-4B50-93E6-ADB519FE5D77}" type="datetimeFigureOut">
              <a:rPr lang="zh-TW" altLang="en-US" smtClean="0"/>
              <a:t>2023/7/21</a:t>
            </a:fld>
            <a:endParaRPr lang="zh-TW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E811B3D-2537-4E16-B4A3-E79E1A6EDE0E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4115840720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名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2" y="3308581"/>
            <a:ext cx="9906000" cy="1468800"/>
          </a:xfrm>
        </p:spPr>
        <p:txBody>
          <a:bodyPr anchor="b">
            <a:normAutofit/>
          </a:bodyPr>
          <a:lstStyle>
            <a:lvl1pPr algn="l">
              <a:defRPr sz="3200" b="0" cap="all"/>
            </a:lvl1pPr>
          </a:lstStyle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41410" y="4777381"/>
            <a:ext cx="9906001" cy="860400"/>
          </a:xfrm>
        </p:spPr>
        <p:txBody>
          <a:bodyPr vert="horz" lIns="91440" tIns="45720" rIns="91440" bIns="45720" rtlCol="0" anchor="t">
            <a:normAutofit/>
          </a:bodyPr>
          <a:lstStyle>
            <a:lvl1pPr>
              <a:defRPr lang="en-US" sz="2000">
                <a:gradFill flip="none" rotWithShape="1">
                  <a:gsLst>
                    <a:gs pos="0">
                      <a:schemeClr val="tx1"/>
                    </a:gs>
                    <a:gs pos="100000">
                      <a:schemeClr val="tx1">
                        <a:lumMod val="75000"/>
                      </a:schemeClr>
                    </a:gs>
                  </a:gsLst>
                  <a:lin ang="5400000" scaled="0"/>
                  <a:tileRect/>
                </a:gradFill>
              </a:defRPr>
            </a:lvl1pPr>
          </a:lstStyle>
          <a:p>
            <a:pPr marL="0" lvl="0" indent="0">
              <a:buNone/>
            </a:pPr>
            <a:r>
              <a:rPr lang="zh-TW" altLang="en-US"/>
              <a:t>按一下以編輯母片文字樣式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293F93E-B5DE-4B50-93E6-ADB519FE5D77}" type="datetimeFigureOut">
              <a:rPr lang="zh-TW" altLang="en-US" smtClean="0"/>
              <a:t>2023/7/21</a:t>
            </a:fld>
            <a:endParaRPr lang="zh-TW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E811B3D-2537-4E16-B4A3-E79E1A6EDE0E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370563552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引述名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TextBox 13"/>
          <p:cNvSpPr txBox="1"/>
          <p:nvPr/>
        </p:nvSpPr>
        <p:spPr>
          <a:xfrm>
            <a:off x="836612" y="786824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/>
            <a:r>
              <a:rPr lang="en-US" sz="8000" dirty="0">
                <a:solidFill>
                  <a:schemeClr val="accent1"/>
                </a:solidFill>
              </a:rPr>
              <a:t>“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437812" y="2743200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 algn="r"/>
            <a:r>
              <a:rPr lang="en-US" sz="8000" dirty="0">
                <a:solidFill>
                  <a:schemeClr val="accent1"/>
                </a:solidFill>
              </a:rPr>
              <a:t>”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46213" y="609601"/>
            <a:ext cx="9296398" cy="2743199"/>
          </a:xfrm>
        </p:spPr>
        <p:txBody>
          <a:bodyPr anchor="ctr">
            <a:normAutofit/>
          </a:bodyPr>
          <a:lstStyle>
            <a:lvl1pPr algn="l">
              <a:defRPr sz="3200" b="0" cap="all">
                <a:gradFill flip="none" rotWithShape="1">
                  <a:gsLst>
                    <a:gs pos="0">
                      <a:schemeClr val="tx1"/>
                    </a:gs>
                    <a:gs pos="100000">
                      <a:schemeClr val="tx1">
                        <a:lumMod val="75000"/>
                      </a:schemeClr>
                    </a:gs>
                  </a:gsLst>
                  <a:lin ang="5400000" scaled="0"/>
                  <a:tileRect/>
                </a:gradFill>
              </a:defRPr>
            </a:lvl1pPr>
          </a:lstStyle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10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1141412" y="3886200"/>
            <a:ext cx="9906000" cy="889000"/>
          </a:xfrm>
        </p:spPr>
        <p:txBody>
          <a:bodyPr vert="horz" lIns="91440" tIns="45720" rIns="91440" bIns="45720" rtlCol="0" anchor="b">
            <a:normAutofit/>
          </a:bodyPr>
          <a:lstStyle>
            <a:lvl1pPr>
              <a:buNone/>
              <a:defRPr lang="en-US" sz="2400" b="0" cap="all" dirty="0">
                <a:ln w="3175" cmpd="sng">
                  <a:noFill/>
                </a:ln>
                <a:gradFill flip="none" rotWithShape="1">
                  <a:gsLst>
                    <a:gs pos="0">
                      <a:schemeClr val="tx1"/>
                    </a:gs>
                    <a:gs pos="100000">
                      <a:schemeClr val="tx1">
                        <a:lumMod val="75000"/>
                      </a:schemeClr>
                    </a:gs>
                  </a:gsLst>
                  <a:lin ang="5400000" scaled="0"/>
                  <a:tileRect/>
                </a:gradFill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</a:lstStyle>
          <a:p>
            <a:pPr marL="0" lvl="0">
              <a:spcBef>
                <a:spcPct val="0"/>
              </a:spcBef>
              <a:buNone/>
            </a:pPr>
            <a:r>
              <a:rPr lang="zh-TW" altLang="en-US"/>
              <a:t>按一下以編輯母片文字樣式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41411" y="4775200"/>
            <a:ext cx="9906000" cy="1016000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gradFill flip="none" rotWithShape="1">
                  <a:gsLst>
                    <a:gs pos="0">
                      <a:schemeClr val="tx1"/>
                    </a:gs>
                    <a:gs pos="100000">
                      <a:schemeClr val="tx1">
                        <a:lumMod val="75000"/>
                      </a:schemeClr>
                    </a:gs>
                  </a:gsLst>
                  <a:lin ang="5400000" scaled="0"/>
                  <a:tileRect/>
                </a:gra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293F93E-B5DE-4B50-93E6-ADB519FE5D77}" type="datetimeFigureOut">
              <a:rPr lang="zh-TW" altLang="en-US" smtClean="0"/>
              <a:t>2023/7/21</a:t>
            </a:fld>
            <a:endParaRPr lang="zh-TW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E811B3D-2537-4E16-B4A3-E79E1A6EDE0E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893936488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是非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2" y="609601"/>
            <a:ext cx="9905999" cy="2743199"/>
          </a:xfrm>
        </p:spPr>
        <p:txBody>
          <a:bodyPr vert="horz" lIns="91440" tIns="45720" rIns="91440" bIns="45720" rtlCol="0" anchor="ctr">
            <a:normAutofit/>
          </a:bodyPr>
          <a:lstStyle>
            <a:lvl1pPr>
              <a:defRPr lang="en-US" b="0" dirty="0"/>
            </a:lvl1pPr>
          </a:lstStyle>
          <a:p>
            <a:pPr marL="0" lvl="0"/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10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1141412" y="3505200"/>
            <a:ext cx="9906000" cy="838200"/>
          </a:xfrm>
        </p:spPr>
        <p:txBody>
          <a:bodyPr vert="horz" lIns="91440" tIns="45720" rIns="91440" bIns="45720" rtlCol="0" anchor="b">
            <a:normAutofit/>
          </a:bodyPr>
          <a:lstStyle>
            <a:lvl1pPr>
              <a:buNone/>
              <a:defRPr lang="en-US" sz="2800" b="0" cap="all" dirty="0">
                <a:ln w="3175" cmpd="sng">
                  <a:noFill/>
                </a:ln>
                <a:gradFill flip="none" rotWithShape="1">
                  <a:gsLst>
                    <a:gs pos="0">
                      <a:schemeClr val="tx1"/>
                    </a:gs>
                    <a:gs pos="100000">
                      <a:schemeClr val="tx1">
                        <a:lumMod val="75000"/>
                      </a:schemeClr>
                    </a:gs>
                  </a:gsLst>
                  <a:lin ang="5400000" scaled="0"/>
                  <a:tileRect/>
                </a:gradFill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</a:lstStyle>
          <a:p>
            <a:pPr marL="0" lvl="0">
              <a:spcBef>
                <a:spcPct val="0"/>
              </a:spcBef>
              <a:buNone/>
            </a:pPr>
            <a:r>
              <a:rPr lang="zh-TW" altLang="en-US"/>
              <a:t>按一下以編輯母片文字樣式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41411" y="4343400"/>
            <a:ext cx="9906000" cy="1447800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gradFill flip="none" rotWithShape="1">
                  <a:gsLst>
                    <a:gs pos="0">
                      <a:schemeClr val="tx1"/>
                    </a:gs>
                    <a:gs pos="100000">
                      <a:schemeClr val="tx1">
                        <a:lumMod val="75000"/>
                      </a:schemeClr>
                    </a:gs>
                  </a:gsLst>
                  <a:lin ang="5400000" scaled="0"/>
                  <a:tileRect/>
                </a:gra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293F93E-B5DE-4B50-93E6-ADB519FE5D77}" type="datetimeFigureOut">
              <a:rPr lang="zh-TW" altLang="en-US" smtClean="0"/>
              <a:t>2023/7/21</a:t>
            </a:fld>
            <a:endParaRPr lang="zh-TW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E811B3D-2537-4E16-B4A3-E79E1A6EDE0E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746092750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標題及直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1"/>
          <p:cNvSpPr>
            <a:spLocks noGrp="1"/>
          </p:cNvSpPr>
          <p:nvPr>
            <p:ph type="title"/>
          </p:nvPr>
        </p:nvSpPr>
        <p:spPr>
          <a:xfrm>
            <a:off x="1141413" y="609600"/>
            <a:ext cx="9905998" cy="1905000"/>
          </a:xfrm>
        </p:spPr>
        <p:txBody>
          <a:bodyPr/>
          <a:lstStyle/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anchor="t"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293F93E-B5DE-4B50-93E6-ADB519FE5D77}" type="datetimeFigureOut">
              <a:rPr lang="zh-TW" altLang="en-US" smtClean="0"/>
              <a:t>2023/7/21</a:t>
            </a:fld>
            <a:endParaRPr lang="zh-TW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E811B3D-2537-4E16-B4A3-E79E1A6EDE0E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067112947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直排標題及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836898" y="609599"/>
            <a:ext cx="2210514" cy="5181601"/>
          </a:xfrm>
        </p:spPr>
        <p:txBody>
          <a:bodyPr vert="eaVert"/>
          <a:lstStyle/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141412" y="609600"/>
            <a:ext cx="7543800" cy="5181600"/>
          </a:xfrm>
        </p:spPr>
        <p:txBody>
          <a:bodyPr vert="eaVert" anchor="t"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293F93E-B5DE-4B50-93E6-ADB519FE5D77}" type="datetimeFigureOut">
              <a:rPr lang="zh-TW" altLang="en-US" smtClean="0"/>
              <a:t>2023/7/21</a:t>
            </a:fld>
            <a:endParaRPr lang="zh-TW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E811B3D-2537-4E16-B4A3-E79E1A6EDE0E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8236316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141413" y="609600"/>
            <a:ext cx="9905998" cy="1905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41413" y="2666999"/>
            <a:ext cx="9905998" cy="3124201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837612" y="5883275"/>
            <a:ext cx="1600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 b="1" i="0">
                <a:solidFill>
                  <a:schemeClr val="tx1">
                    <a:lumMod val="75000"/>
                  </a:schemeClr>
                </a:solidFill>
                <a:effectLst>
                  <a:outerShdw blurRad="50800" dist="38100" dir="2700000" algn="tl" rotWithShape="0">
                    <a:srgbClr val="000000">
                      <a:alpha val="43000"/>
                    </a:srgbClr>
                  </a:outerShdw>
                </a:effectLst>
                <a:latin typeface="+mn-lt"/>
              </a:defRPr>
            </a:lvl1pPr>
          </a:lstStyle>
          <a:p>
            <a:fld id="{E293F93E-B5DE-4B50-93E6-ADB519FE5D77}" type="datetimeFigureOut">
              <a:rPr lang="zh-TW" altLang="en-US" smtClean="0"/>
              <a:t>2023/7/21</a:t>
            </a:fld>
            <a:endParaRPr lang="zh-TW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1141412" y="5883275"/>
            <a:ext cx="7543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 b="1" i="0">
                <a:solidFill>
                  <a:schemeClr val="tx1">
                    <a:lumMod val="75000"/>
                  </a:schemeClr>
                </a:solidFill>
                <a:effectLst>
                  <a:outerShdw blurRad="50800" dist="38100" dir="2700000" algn="tl" rotWithShape="0">
                    <a:srgbClr val="000000">
                      <a:alpha val="43000"/>
                    </a:srgbClr>
                  </a:outerShdw>
                </a:effectLst>
                <a:latin typeface="+mn-lt"/>
              </a:defRPr>
            </a:lvl1pPr>
          </a:lstStyle>
          <a:p>
            <a:endParaRPr lang="zh-TW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514012" y="5883275"/>
            <a:ext cx="551167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 b="1" i="0">
                <a:solidFill>
                  <a:schemeClr val="tx1">
                    <a:lumMod val="75000"/>
                  </a:schemeClr>
                </a:solidFill>
                <a:effectLst>
                  <a:outerShdw blurRad="50800" dist="38100" dir="2700000" algn="tl" rotWithShape="0">
                    <a:srgbClr val="000000">
                      <a:alpha val="43000"/>
                    </a:srgbClr>
                  </a:outerShdw>
                </a:effectLst>
                <a:latin typeface="+mn-lt"/>
              </a:defRPr>
            </a:lvl1pPr>
          </a:lstStyle>
          <a:p>
            <a:fld id="{6E811B3D-2537-4E16-B4A3-E79E1A6EDE0E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632027786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697" r:id="rId1"/>
    <p:sldLayoutId id="2147483698" r:id="rId2"/>
    <p:sldLayoutId id="2147483699" r:id="rId3"/>
    <p:sldLayoutId id="2147483700" r:id="rId4"/>
    <p:sldLayoutId id="2147483701" r:id="rId5"/>
    <p:sldLayoutId id="2147483702" r:id="rId6"/>
    <p:sldLayoutId id="2147483703" r:id="rId7"/>
    <p:sldLayoutId id="2147483704" r:id="rId8"/>
    <p:sldLayoutId id="2147483705" r:id="rId9"/>
    <p:sldLayoutId id="2147483706" r:id="rId10"/>
    <p:sldLayoutId id="2147483707" r:id="rId11"/>
    <p:sldLayoutId id="2147483708" r:id="rId12"/>
    <p:sldLayoutId id="2147483709" r:id="rId13"/>
    <p:sldLayoutId id="2147483710" r:id="rId14"/>
    <p:sldLayoutId id="2147483711" r:id="rId15"/>
    <p:sldLayoutId id="2147483712" r:id="rId16"/>
    <p:sldLayoutId id="2147483713" r:id="rId17"/>
  </p:sldLayoutIdLst>
  <p:txStyles>
    <p:titleStyle>
      <a:lvl1pPr algn="l" defTabSz="457200" rtl="0" eaLnBrk="1" latinLnBrk="0" hangingPunct="1">
        <a:spcBef>
          <a:spcPct val="0"/>
        </a:spcBef>
        <a:buNone/>
        <a:defRPr sz="3200" kern="1200" cap="all">
          <a:ln w="3175" cmpd="sng">
            <a:noFill/>
          </a:ln>
          <a:gradFill flip="none" rotWithShape="1">
            <a:gsLst>
              <a:gs pos="0">
                <a:schemeClr val="tx1"/>
              </a:gs>
              <a:gs pos="100000">
                <a:schemeClr val="tx1">
                  <a:lumMod val="65000"/>
                </a:schemeClr>
              </a:gs>
            </a:gsLst>
            <a:lin ang="5580000" scaled="0"/>
            <a:tileRect/>
          </a:gradFill>
          <a:effectLst>
            <a:glow rad="38100">
              <a:schemeClr val="bg1">
                <a:lumMod val="65000"/>
                <a:lumOff val="35000"/>
                <a:alpha val="40000"/>
              </a:schemeClr>
            </a:glow>
            <a:outerShdw blurRad="28575" dist="38100" dir="14040000" algn="tl" rotWithShape="0">
              <a:srgbClr val="000000">
                <a:alpha val="25000"/>
              </a:srgbClr>
            </a:outerShdw>
          </a:effectLst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285750" indent="-285750" algn="l" defTabSz="457200" rtl="0" eaLnBrk="1" latinLnBrk="0" hangingPunct="1">
        <a:spcBef>
          <a:spcPct val="20000"/>
        </a:spcBef>
        <a:spcAft>
          <a:spcPts val="600"/>
        </a:spcAft>
        <a:buClr>
          <a:schemeClr val="tx1"/>
        </a:buClr>
        <a:buSzPct val="100000"/>
        <a:buFont typeface="Arial"/>
        <a:buChar char="•"/>
        <a:defRPr sz="2000" kern="1200" cap="small">
          <a:gradFill flip="none" rotWithShape="1">
            <a:gsLst>
              <a:gs pos="0">
                <a:schemeClr val="tx1"/>
              </a:gs>
              <a:gs pos="100000">
                <a:schemeClr val="tx1">
                  <a:lumMod val="75000"/>
                </a:schemeClr>
              </a:gs>
            </a:gsLst>
            <a:lin ang="5580000" scaled="0"/>
            <a:tileRect/>
          </a:gradFill>
          <a:effectLst>
            <a:glow rad="38100">
              <a:schemeClr val="bg1">
                <a:lumMod val="50000"/>
                <a:lumOff val="50000"/>
                <a:alpha val="20000"/>
              </a:schemeClr>
            </a:glow>
            <a:outerShdw blurRad="44450" dist="12700" dir="13860000" algn="tl" rotWithShape="0">
              <a:srgbClr val="000000">
                <a:alpha val="20000"/>
              </a:srgbClr>
            </a:outerShdw>
          </a:effectLst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spcAft>
          <a:spcPts val="600"/>
        </a:spcAft>
        <a:buClr>
          <a:schemeClr val="tx1"/>
        </a:buClr>
        <a:buSzPct val="100000"/>
        <a:buFont typeface="Arial"/>
        <a:buChar char="•"/>
        <a:defRPr sz="1800" kern="1200" cap="small">
          <a:gradFill flip="none" rotWithShape="1">
            <a:gsLst>
              <a:gs pos="0">
                <a:schemeClr val="tx1"/>
              </a:gs>
              <a:gs pos="100000">
                <a:schemeClr val="tx1">
                  <a:lumMod val="75000"/>
                </a:schemeClr>
              </a:gs>
            </a:gsLst>
            <a:lin ang="5580000" scaled="0"/>
            <a:tileRect/>
          </a:gradFill>
          <a:effectLst>
            <a:glow rad="38100">
              <a:schemeClr val="bg1">
                <a:lumMod val="50000"/>
                <a:lumOff val="50000"/>
                <a:alpha val="20000"/>
              </a:schemeClr>
            </a:glow>
            <a:outerShdw blurRad="44450" dist="12700" dir="13860000" algn="tl" rotWithShape="0">
              <a:srgbClr val="000000">
                <a:alpha val="20000"/>
              </a:srgbClr>
            </a:outerShdw>
          </a:effectLst>
          <a:latin typeface="+mn-lt"/>
          <a:ea typeface="+mn-ea"/>
          <a:cs typeface="+mn-cs"/>
        </a:defRPr>
      </a:lvl2pPr>
      <a:lvl3pPr marL="1200150" indent="-285750" algn="l" defTabSz="457200" rtl="0" eaLnBrk="1" latinLnBrk="0" hangingPunct="1">
        <a:spcBef>
          <a:spcPct val="20000"/>
        </a:spcBef>
        <a:spcAft>
          <a:spcPts val="600"/>
        </a:spcAft>
        <a:buClr>
          <a:schemeClr val="tx1"/>
        </a:buClr>
        <a:buSzPct val="100000"/>
        <a:buFont typeface="Arial"/>
        <a:buChar char="•"/>
        <a:defRPr sz="1600" kern="1200" cap="small">
          <a:gradFill flip="none" rotWithShape="1">
            <a:gsLst>
              <a:gs pos="0">
                <a:schemeClr val="tx1"/>
              </a:gs>
              <a:gs pos="100000">
                <a:schemeClr val="tx1">
                  <a:lumMod val="75000"/>
                </a:schemeClr>
              </a:gs>
            </a:gsLst>
            <a:lin ang="5580000" scaled="0"/>
            <a:tileRect/>
          </a:gradFill>
          <a:effectLst>
            <a:glow rad="38100">
              <a:schemeClr val="bg1">
                <a:lumMod val="50000"/>
                <a:lumOff val="50000"/>
                <a:alpha val="20000"/>
              </a:schemeClr>
            </a:glow>
            <a:outerShdw blurRad="44450" dist="12700" dir="13860000" algn="tl" rotWithShape="0">
              <a:srgbClr val="000000">
                <a:alpha val="20000"/>
              </a:srgbClr>
            </a:outerShdw>
          </a:effectLst>
          <a:latin typeface="+mn-lt"/>
          <a:ea typeface="+mn-ea"/>
          <a:cs typeface="+mn-cs"/>
        </a:defRPr>
      </a:lvl3pPr>
      <a:lvl4pPr marL="1543050" indent="-171450" algn="l" defTabSz="457200" rtl="0" eaLnBrk="1" latinLnBrk="0" hangingPunct="1">
        <a:spcBef>
          <a:spcPct val="20000"/>
        </a:spcBef>
        <a:spcAft>
          <a:spcPts val="600"/>
        </a:spcAft>
        <a:buClr>
          <a:schemeClr val="tx1"/>
        </a:buClr>
        <a:buSzPct val="100000"/>
        <a:buFont typeface="Arial"/>
        <a:buChar char="•"/>
        <a:defRPr sz="1400" kern="1200" cap="small">
          <a:gradFill flip="none" rotWithShape="1">
            <a:gsLst>
              <a:gs pos="0">
                <a:schemeClr val="tx1"/>
              </a:gs>
              <a:gs pos="100000">
                <a:schemeClr val="tx1">
                  <a:lumMod val="75000"/>
                </a:schemeClr>
              </a:gs>
            </a:gsLst>
            <a:lin ang="5580000" scaled="0"/>
            <a:tileRect/>
          </a:gradFill>
          <a:effectLst>
            <a:glow rad="38100">
              <a:schemeClr val="bg1">
                <a:lumMod val="50000"/>
                <a:lumOff val="50000"/>
                <a:alpha val="20000"/>
              </a:schemeClr>
            </a:glow>
            <a:outerShdw blurRad="44450" dist="12700" dir="13860000" algn="tl" rotWithShape="0">
              <a:srgbClr val="000000">
                <a:alpha val="20000"/>
              </a:srgbClr>
            </a:outerShdw>
          </a:effectLst>
          <a:latin typeface="+mn-lt"/>
          <a:ea typeface="+mn-ea"/>
          <a:cs typeface="+mn-cs"/>
        </a:defRPr>
      </a:lvl4pPr>
      <a:lvl5pPr marL="2000250" indent="-171450" algn="l" defTabSz="457200" rtl="0" eaLnBrk="1" latinLnBrk="0" hangingPunct="1">
        <a:spcBef>
          <a:spcPct val="20000"/>
        </a:spcBef>
        <a:spcAft>
          <a:spcPts val="600"/>
        </a:spcAft>
        <a:buClr>
          <a:schemeClr val="tx1"/>
        </a:buClr>
        <a:buSzPct val="100000"/>
        <a:buFont typeface="Arial"/>
        <a:buChar char="•"/>
        <a:defRPr sz="1400" kern="1200" cap="small">
          <a:gradFill flip="none" rotWithShape="1">
            <a:gsLst>
              <a:gs pos="0">
                <a:schemeClr val="tx1"/>
              </a:gs>
              <a:gs pos="100000">
                <a:schemeClr val="tx1">
                  <a:lumMod val="75000"/>
                </a:schemeClr>
              </a:gs>
            </a:gsLst>
            <a:lin ang="5580000" scaled="0"/>
            <a:tileRect/>
          </a:gradFill>
          <a:effectLst>
            <a:glow rad="38100">
              <a:schemeClr val="bg1">
                <a:lumMod val="50000"/>
                <a:lumOff val="50000"/>
                <a:alpha val="20000"/>
              </a:schemeClr>
            </a:glow>
            <a:outerShdw blurRad="44450" dist="12700" dir="13860000" algn="tl" rotWithShape="0">
              <a:srgbClr val="000000">
                <a:alpha val="20000"/>
              </a:srgbClr>
            </a:outerShdw>
          </a:effectLst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tx1"/>
        </a:buClr>
        <a:buSzPct val="100000"/>
        <a:buFont typeface="Arial"/>
        <a:buChar char="•"/>
        <a:defRPr sz="1200" kern="1200" cap="small">
          <a:gradFill flip="none" rotWithShape="1">
            <a:gsLst>
              <a:gs pos="0">
                <a:schemeClr val="tx1"/>
              </a:gs>
              <a:gs pos="100000">
                <a:schemeClr val="tx1">
                  <a:lumMod val="75000"/>
                </a:schemeClr>
              </a:gs>
            </a:gsLst>
            <a:lin ang="5580000" scaled="0"/>
            <a:tileRect/>
          </a:gradFill>
          <a:effectLst>
            <a:glow rad="38100">
              <a:schemeClr val="bg1">
                <a:lumMod val="50000"/>
                <a:lumOff val="50000"/>
                <a:alpha val="20000"/>
              </a:schemeClr>
            </a:glow>
            <a:outerShdw blurRad="44450" dist="12700" dir="13860000" algn="tl" rotWithShape="0">
              <a:srgbClr val="000000">
                <a:alpha val="20000"/>
              </a:srgbClr>
            </a:outerShdw>
          </a:effectLst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tx1"/>
        </a:buClr>
        <a:buSzPct val="100000"/>
        <a:buFont typeface="Arial"/>
        <a:buChar char="•"/>
        <a:defRPr sz="1200" kern="1200" cap="small">
          <a:gradFill flip="none" rotWithShape="1">
            <a:gsLst>
              <a:gs pos="0">
                <a:schemeClr val="tx1"/>
              </a:gs>
              <a:gs pos="100000">
                <a:schemeClr val="tx1">
                  <a:lumMod val="75000"/>
                </a:schemeClr>
              </a:gs>
            </a:gsLst>
            <a:lin ang="5580000" scaled="0"/>
            <a:tileRect/>
          </a:gradFill>
          <a:effectLst>
            <a:glow rad="38100">
              <a:schemeClr val="bg1">
                <a:lumMod val="50000"/>
                <a:lumOff val="50000"/>
                <a:alpha val="20000"/>
              </a:schemeClr>
            </a:glow>
            <a:outerShdw blurRad="44450" dist="12700" dir="13860000" algn="tl" rotWithShape="0">
              <a:srgbClr val="000000">
                <a:alpha val="20000"/>
              </a:srgbClr>
            </a:outerShdw>
          </a:effectLst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tx1"/>
        </a:buClr>
        <a:buSzPct val="100000"/>
        <a:buFont typeface="Arial"/>
        <a:buChar char="•"/>
        <a:defRPr sz="1200" kern="1200" cap="small">
          <a:gradFill flip="none" rotWithShape="1">
            <a:gsLst>
              <a:gs pos="0">
                <a:schemeClr val="tx1"/>
              </a:gs>
              <a:gs pos="100000">
                <a:schemeClr val="tx1">
                  <a:lumMod val="75000"/>
                </a:schemeClr>
              </a:gs>
            </a:gsLst>
            <a:lin ang="5580000" scaled="0"/>
            <a:tileRect/>
          </a:gradFill>
          <a:effectLst>
            <a:glow rad="38100">
              <a:schemeClr val="bg1">
                <a:lumMod val="50000"/>
                <a:lumOff val="50000"/>
                <a:alpha val="20000"/>
              </a:schemeClr>
            </a:glow>
            <a:outerShdw blurRad="44450" dist="12700" dir="13860000" algn="tl" rotWithShape="0">
              <a:srgbClr val="000000">
                <a:alpha val="20000"/>
              </a:srgbClr>
            </a:outerShdw>
          </a:effectLst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tx1"/>
        </a:buClr>
        <a:buSzPct val="100000"/>
        <a:buFont typeface="Arial"/>
        <a:buChar char="•"/>
        <a:defRPr sz="1200" kern="1200" cap="small">
          <a:gradFill flip="none" rotWithShape="1">
            <a:gsLst>
              <a:gs pos="0">
                <a:schemeClr val="tx1"/>
              </a:gs>
              <a:gs pos="100000">
                <a:schemeClr val="tx1">
                  <a:lumMod val="75000"/>
                </a:schemeClr>
              </a:gs>
            </a:gsLst>
            <a:lin ang="5580000" scaled="0"/>
            <a:tileRect/>
          </a:gradFill>
          <a:effectLst>
            <a:glow rad="38100">
              <a:schemeClr val="bg1">
                <a:lumMod val="50000"/>
                <a:lumOff val="50000"/>
                <a:alpha val="20000"/>
              </a:schemeClr>
            </a:glow>
            <a:outerShdw blurRad="44450" dist="12700" dir="13860000" algn="tl" rotWithShape="0">
              <a:srgbClr val="000000">
                <a:alpha val="20000"/>
              </a:srgbClr>
            </a:outerShdw>
          </a:effectLst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png"/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1.png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.png"/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4.png"/><Relationship Id="rId2" Type="http://schemas.openxmlformats.org/officeDocument/2006/relationships/image" Target="../media/image33.png"/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6.png"/><Relationship Id="rId2" Type="http://schemas.openxmlformats.org/officeDocument/2006/relationships/image" Target="../media/image35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7.png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8.png"/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9.png"/><Relationship Id="rId1" Type="http://schemas.openxmlformats.org/officeDocument/2006/relationships/slideLayout" Target="../slideLayouts/slideLayout2.xml"/></Relationships>
</file>

<file path=ppt/slides/_rels/slide42.xml.rels><?xml version="1.0" encoding="UTF-8" standalone="yes"?>
<Relationships xmlns="http://schemas.openxmlformats.org/package/2006/relationships"><Relationship Id="rId2" Type="http://schemas.openxmlformats.org/officeDocument/2006/relationships/image" Target="../media/image40.png"/><Relationship Id="rId1" Type="http://schemas.openxmlformats.org/officeDocument/2006/relationships/slideLayout" Target="../slideLayouts/slideLayout2.xml"/></Relationships>
</file>

<file path=ppt/slides/_rels/slide43.xml.rels><?xml version="1.0" encoding="UTF-8" standalone="yes"?>
<Relationships xmlns="http://schemas.openxmlformats.org/package/2006/relationships"><Relationship Id="rId2" Type="http://schemas.openxmlformats.org/officeDocument/2006/relationships/image" Target="../media/image41.png"/><Relationship Id="rId1" Type="http://schemas.openxmlformats.org/officeDocument/2006/relationships/slideLayout" Target="../slideLayouts/slideLayout2.xml"/></Relationships>
</file>

<file path=ppt/slides/_rels/slide4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2.png"/><Relationship Id="rId1" Type="http://schemas.openxmlformats.org/officeDocument/2006/relationships/slideLayout" Target="../slideLayouts/slideLayout2.xml"/></Relationships>
</file>

<file path=ppt/slides/_rels/slide4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3.png"/><Relationship Id="rId1" Type="http://schemas.openxmlformats.org/officeDocument/2006/relationships/slideLayout" Target="../slideLayouts/slideLayout2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4.png"/><Relationship Id="rId1" Type="http://schemas.openxmlformats.org/officeDocument/2006/relationships/slideLayout" Target="../slideLayouts/slideLayout2.xml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6.xml.rels><?xml version="1.0" encoding="UTF-8" standalone="yes"?>
<Relationships xmlns="http://schemas.openxmlformats.org/package/2006/relationships"><Relationship Id="rId2" Type="http://schemas.openxmlformats.org/officeDocument/2006/relationships/image" Target="../media/image45.png"/><Relationship Id="rId1" Type="http://schemas.openxmlformats.org/officeDocument/2006/relationships/slideLayout" Target="../slideLayouts/slideLayout2.xml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7.png"/><Relationship Id="rId2" Type="http://schemas.openxmlformats.org/officeDocument/2006/relationships/image" Target="../media/image46.png"/><Relationship Id="rId1" Type="http://schemas.openxmlformats.org/officeDocument/2006/relationships/slideLayout" Target="../slideLayouts/slideLayout2.xml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9.png"/><Relationship Id="rId2" Type="http://schemas.openxmlformats.org/officeDocument/2006/relationships/image" Target="../media/image48.png"/><Relationship Id="rId1" Type="http://schemas.openxmlformats.org/officeDocument/2006/relationships/slideLayout" Target="../slideLayouts/slideLayout2.xml"/></Relationships>
</file>

<file path=ppt/slides/_rels/slide61.xml.rels><?xml version="1.0" encoding="UTF-8" standalone="yes"?>
<Relationships xmlns="http://schemas.openxmlformats.org/package/2006/relationships"><Relationship Id="rId3" Type="http://schemas.openxmlformats.org/officeDocument/2006/relationships/image" Target="../media/image51.png"/><Relationship Id="rId2" Type="http://schemas.openxmlformats.org/officeDocument/2006/relationships/image" Target="../media/image50.png"/><Relationship Id="rId1" Type="http://schemas.openxmlformats.org/officeDocument/2006/relationships/slideLayout" Target="../slideLayouts/slideLayout2.xml"/></Relationships>
</file>

<file path=ppt/slides/_rels/slide6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9.png"/><Relationship Id="rId2" Type="http://schemas.openxmlformats.org/officeDocument/2006/relationships/image" Target="../media/image52.png"/><Relationship Id="rId1" Type="http://schemas.openxmlformats.org/officeDocument/2006/relationships/slideLayout" Target="../slideLayouts/slideLayout2.xml"/></Relationships>
</file>

<file path=ppt/slides/_rels/slide6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9.png"/><Relationship Id="rId2" Type="http://schemas.openxmlformats.org/officeDocument/2006/relationships/image" Target="../media/image53.png"/><Relationship Id="rId1" Type="http://schemas.openxmlformats.org/officeDocument/2006/relationships/slideLayout" Target="../slideLayouts/slideLayout2.xml"/></Relationships>
</file>

<file path=ppt/slides/_rels/slide6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7.xml.rels><?xml version="1.0" encoding="UTF-8" standalone="yes"?>
<Relationships xmlns="http://schemas.openxmlformats.org/package/2006/relationships"><Relationship Id="rId2" Type="http://schemas.openxmlformats.org/officeDocument/2006/relationships/image" Target="../media/image54.png"/><Relationship Id="rId1" Type="http://schemas.openxmlformats.org/officeDocument/2006/relationships/slideLayout" Target="../slideLayouts/slideLayout2.xml"/></Relationships>
</file>

<file path=ppt/slides/_rels/slide6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6.png"/><Relationship Id="rId2" Type="http://schemas.openxmlformats.org/officeDocument/2006/relationships/image" Target="../media/image55.png"/><Relationship Id="rId1" Type="http://schemas.openxmlformats.org/officeDocument/2006/relationships/slideLayout" Target="../slideLayouts/slideLayout2.xml"/></Relationships>
</file>

<file path=ppt/slides/_rels/slide69.xml.rels><?xml version="1.0" encoding="UTF-8" standalone="yes"?>
<Relationships xmlns="http://schemas.openxmlformats.org/package/2006/relationships"><Relationship Id="rId2" Type="http://schemas.openxmlformats.org/officeDocument/2006/relationships/image" Target="../media/image57.png"/><Relationship Id="rId1" Type="http://schemas.openxmlformats.org/officeDocument/2006/relationships/slideLayout" Target="../slideLayouts/slideLayout2.xml"/></Relationships>
</file>

<file path=ppt/slides/_rels/slide70.xml.rels><?xml version="1.0" encoding="UTF-8" standalone="yes"?>
<Relationships xmlns="http://schemas.openxmlformats.org/package/2006/relationships"><Relationship Id="rId3" Type="http://schemas.openxmlformats.org/officeDocument/2006/relationships/image" Target="../media/image59.png"/><Relationship Id="rId2" Type="http://schemas.openxmlformats.org/officeDocument/2006/relationships/image" Target="../media/image58.png"/><Relationship Id="rId1" Type="http://schemas.openxmlformats.org/officeDocument/2006/relationships/slideLayout" Target="../slideLayouts/slideLayout2.xml"/></Relationships>
</file>

<file path=ppt/slides/_rels/slide71.xml.rels><?xml version="1.0" encoding="UTF-8" standalone="yes"?>
<Relationships xmlns="http://schemas.openxmlformats.org/package/2006/relationships"><Relationship Id="rId2" Type="http://schemas.openxmlformats.org/officeDocument/2006/relationships/image" Target="../media/image60.png"/><Relationship Id="rId1" Type="http://schemas.openxmlformats.org/officeDocument/2006/relationships/slideLayout" Target="../slideLayouts/slideLayout2.xml"/></Relationships>
</file>

<file path=ppt/slides/_rels/slide72.xml.rels><?xml version="1.0" encoding="UTF-8" standalone="yes"?>
<Relationships xmlns="http://schemas.openxmlformats.org/package/2006/relationships"><Relationship Id="rId3" Type="http://schemas.openxmlformats.org/officeDocument/2006/relationships/image" Target="../media/image62.png"/><Relationship Id="rId2" Type="http://schemas.openxmlformats.org/officeDocument/2006/relationships/image" Target="../media/image61.png"/><Relationship Id="rId1" Type="http://schemas.openxmlformats.org/officeDocument/2006/relationships/slideLayout" Target="../slideLayouts/slideLayout2.xml"/></Relationships>
</file>

<file path=ppt/slides/_rels/slide73.xml.rels><?xml version="1.0" encoding="UTF-8" standalone="yes"?>
<Relationships xmlns="http://schemas.openxmlformats.org/package/2006/relationships"><Relationship Id="rId2" Type="http://schemas.openxmlformats.org/officeDocument/2006/relationships/image" Target="../media/image63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2547C986-049C-41FC-A0D1-5E7895C02A18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altLang="zh-TW" dirty="0">
                <a:latin typeface="Consolas" panose="020B0609020204030204" pitchFamily="49" charset="0"/>
              </a:rPr>
              <a:t>C</a:t>
            </a:r>
            <a:r>
              <a:rPr lang="zh-TW" altLang="en-US" dirty="0">
                <a:latin typeface="STHeiti TC" panose="02000000000000000000" pitchFamily="2" charset="-120"/>
                <a:ea typeface="STHeiti TC" panose="02000000000000000000" pitchFamily="2" charset="-120"/>
              </a:rPr>
              <a:t>語言</a:t>
            </a:r>
            <a:r>
              <a:rPr lang="en-US" altLang="zh-TW" dirty="0">
                <a:latin typeface="Consolas" panose="020B0609020204030204" pitchFamily="49" charset="0"/>
              </a:rPr>
              <a:t> II</a:t>
            </a:r>
            <a:endParaRPr lang="zh-TW" altLang="en-US" dirty="0">
              <a:latin typeface="Consolas" panose="020B0609020204030204" pitchFamily="49" charset="0"/>
            </a:endParaRPr>
          </a:p>
        </p:txBody>
      </p:sp>
      <p:sp>
        <p:nvSpPr>
          <p:cNvPr id="3" name="副標題 2">
            <a:extLst>
              <a:ext uri="{FF2B5EF4-FFF2-40B4-BE49-F238E27FC236}">
                <a16:creationId xmlns:a16="http://schemas.microsoft.com/office/drawing/2014/main" id="{B2631129-228D-401D-83D2-17746602C315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>
            <a:normAutofit/>
          </a:bodyPr>
          <a:lstStyle/>
          <a:p>
            <a:r>
              <a:rPr lang="zh-TW" altLang="en-US" sz="2800" cap="none" dirty="0">
                <a:latin typeface="STHeiti TC" panose="02000000000000000000" pitchFamily="2" charset="-120"/>
                <a:ea typeface="STHeiti TC" panose="02000000000000000000" pitchFamily="2" charset="-120"/>
              </a:rPr>
              <a:t>碼賽課</a:t>
            </a:r>
          </a:p>
        </p:txBody>
      </p:sp>
    </p:spTree>
    <p:extLst>
      <p:ext uri="{BB962C8B-B14F-4D97-AF65-F5344CB8AC3E}">
        <p14:creationId xmlns:p14="http://schemas.microsoft.com/office/powerpoint/2010/main" val="2439948278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Char"/>
      </p:transition>
    </mc:Choice>
    <mc:Fallback xmlns="">
      <p:transition spd="slow">
        <p:fade/>
      </p:transition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5621CD7E-90F9-444D-8695-CCD0B59FEA7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 cap="none" dirty="0">
                <a:latin typeface="STHeiti TC" panose="02000000000000000000" pitchFamily="2" charset="-120"/>
                <a:ea typeface="STHeiti TC" panose="02000000000000000000" pitchFamily="2" charset="-120"/>
              </a:rPr>
              <a:t>大綱</a:t>
            </a:r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AC0F124E-0939-4E4A-9AF9-8F0B97AA114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41413" y="2666999"/>
            <a:ext cx="9905998" cy="3581401"/>
          </a:xfrm>
        </p:spPr>
        <p:txBody>
          <a:bodyPr/>
          <a:lstStyle/>
          <a:p>
            <a:r>
              <a:rPr lang="zh-TW" altLang="en-US" sz="2400" cap="none" dirty="0">
                <a:latin typeface="STHeiti TC" panose="02000000000000000000" pitchFamily="2" charset="-120"/>
                <a:ea typeface="STHeiti TC" panose="02000000000000000000" pitchFamily="2" charset="-120"/>
              </a:rPr>
              <a:t>迴圈</a:t>
            </a:r>
            <a:endParaRPr lang="en-US" altLang="zh-TW" sz="2400" cap="none" dirty="0">
              <a:latin typeface="STHeiti TC" panose="02000000000000000000" pitchFamily="2" charset="-120"/>
              <a:ea typeface="STHeiti TC" panose="02000000000000000000" pitchFamily="2" charset="-120"/>
            </a:endParaRPr>
          </a:p>
          <a:p>
            <a:r>
              <a:rPr lang="zh-TW" altLang="en-US" sz="2400" cap="none" dirty="0">
                <a:latin typeface="STHeiti TC" panose="02000000000000000000" pitchFamily="2" charset="-120"/>
                <a:ea typeface="STHeiti TC" panose="02000000000000000000" pitchFamily="2" charset="-120"/>
              </a:rPr>
              <a:t>陣列</a:t>
            </a:r>
            <a:endParaRPr lang="en-US" altLang="zh-TW" sz="2400" cap="none" dirty="0">
              <a:latin typeface="STHeiti TC" panose="02000000000000000000" pitchFamily="2" charset="-120"/>
              <a:ea typeface="STHeiti TC" panose="02000000000000000000" pitchFamily="2" charset="-120"/>
            </a:endParaRPr>
          </a:p>
          <a:p>
            <a:r>
              <a:rPr lang="zh-TW" altLang="en-US" sz="2400" cap="none" dirty="0">
                <a:latin typeface="STHeiti TC" panose="02000000000000000000" pitchFamily="2" charset="-120"/>
                <a:ea typeface="STHeiti TC" panose="02000000000000000000" pitchFamily="2" charset="-120"/>
              </a:rPr>
              <a:t>函式</a:t>
            </a:r>
            <a:endParaRPr lang="en-US" altLang="zh-TW" sz="2400" cap="none" dirty="0">
              <a:latin typeface="STHeiti TC" panose="02000000000000000000" pitchFamily="2" charset="-120"/>
              <a:ea typeface="STHeiti TC" panose="02000000000000000000" pitchFamily="2" charset="-120"/>
            </a:endParaRPr>
          </a:p>
          <a:p>
            <a:r>
              <a:rPr lang="zh-TW" altLang="en-US" sz="2400" cap="none" dirty="0">
                <a:latin typeface="STHeiti TC" panose="02000000000000000000" pitchFamily="2" charset="-120"/>
                <a:ea typeface="STHeiti TC" panose="02000000000000000000" pitchFamily="2" charset="-120"/>
              </a:rPr>
              <a:t>遞迴</a:t>
            </a:r>
            <a:endParaRPr lang="en-US" altLang="zh-TW" sz="2400" cap="none" dirty="0">
              <a:latin typeface="STHeiti TC" panose="02000000000000000000" pitchFamily="2" charset="-120"/>
              <a:ea typeface="STHeiti TC" panose="02000000000000000000" pitchFamily="2" charset="-120"/>
            </a:endParaRPr>
          </a:p>
          <a:p>
            <a:r>
              <a:rPr lang="zh-TW" altLang="en-US" sz="2400" cap="none" dirty="0">
                <a:latin typeface="STHeiti TC" panose="02000000000000000000" pitchFamily="2" charset="-120"/>
                <a:ea typeface="STHeiti TC" panose="02000000000000000000" pitchFamily="2" charset="-120"/>
              </a:rPr>
              <a:t>指標</a:t>
            </a:r>
            <a:endParaRPr lang="en-US" altLang="zh-TW" sz="2400" cap="none" dirty="0">
              <a:latin typeface="STHeiti TC" panose="02000000000000000000" pitchFamily="2" charset="-120"/>
              <a:ea typeface="STHeiti TC" panose="02000000000000000000" pitchFamily="2" charset="-120"/>
            </a:endParaRPr>
          </a:p>
          <a:p>
            <a:r>
              <a:rPr lang="zh-TW" altLang="en-US" sz="2400" cap="none" dirty="0">
                <a:latin typeface="STHeiti TC" panose="02000000000000000000" pitchFamily="2" charset="-120"/>
                <a:ea typeface="STHeiti TC" panose="02000000000000000000" pitchFamily="2" charset="-120"/>
              </a:rPr>
              <a:t>資料結構</a:t>
            </a:r>
            <a:endParaRPr lang="en-US" altLang="zh-TW" sz="2400" cap="none" dirty="0">
              <a:latin typeface="STHeiti TC" panose="02000000000000000000" pitchFamily="2" charset="-120"/>
              <a:ea typeface="STHeiti TC" panose="02000000000000000000" pitchFamily="2" charset="-120"/>
            </a:endParaRPr>
          </a:p>
          <a:p>
            <a:endParaRPr lang="zh-TW" altLang="en-US" cap="none" dirty="0"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862952906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Char"/>
      </p:transition>
    </mc:Choice>
    <mc:Fallback xmlns="">
      <p:transition spd="slow">
        <p:fade/>
      </p:transition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2547C986-049C-41FC-A0D1-5E7895C02A18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zh-TW" altLang="en-US" dirty="0">
                <a:latin typeface="STHeiti TC" panose="02000000000000000000" pitchFamily="2" charset="-120"/>
                <a:ea typeface="STHeiti TC" panose="02000000000000000000" pitchFamily="2" charset="-120"/>
              </a:rPr>
              <a:t>迴圈</a:t>
            </a:r>
          </a:p>
        </p:txBody>
      </p:sp>
      <p:sp>
        <p:nvSpPr>
          <p:cNvPr id="3" name="副標題 2">
            <a:extLst>
              <a:ext uri="{FF2B5EF4-FFF2-40B4-BE49-F238E27FC236}">
                <a16:creationId xmlns:a16="http://schemas.microsoft.com/office/drawing/2014/main" id="{B2631129-228D-401D-83D2-17746602C315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>
            <a:normAutofit/>
          </a:bodyPr>
          <a:lstStyle/>
          <a:p>
            <a:r>
              <a:rPr lang="zh-TW" altLang="en-US" sz="2400" cap="none" dirty="0">
                <a:latin typeface="STHeiti TC" panose="02000000000000000000" pitchFamily="2" charset="-120"/>
                <a:ea typeface="STHeiti TC" panose="02000000000000000000" pitchFamily="2" charset="-120"/>
              </a:rPr>
              <a:t>重複做事情</a:t>
            </a:r>
          </a:p>
        </p:txBody>
      </p:sp>
    </p:spTree>
    <p:extLst>
      <p:ext uri="{BB962C8B-B14F-4D97-AF65-F5344CB8AC3E}">
        <p14:creationId xmlns:p14="http://schemas.microsoft.com/office/powerpoint/2010/main" val="481057122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Char"/>
      </p:transition>
    </mc:Choice>
    <mc:Fallback xmlns="">
      <p:transition spd="slow">
        <p:fade/>
      </p:transition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F610D7CB-D079-4247-ABBF-5110177DA0A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 cap="none" dirty="0">
                <a:latin typeface="STHeiti TC" panose="02000000000000000000" pitchFamily="2" charset="-120"/>
                <a:ea typeface="STHeiti TC" panose="02000000000000000000" pitchFamily="2" charset="-120"/>
              </a:rPr>
              <a:t>迴圈的應用</a:t>
            </a:r>
            <a:endParaRPr lang="zh-TW" altLang="en-US" dirty="0">
              <a:latin typeface="STHeiti TC" panose="02000000000000000000" pitchFamily="2" charset="-120"/>
              <a:ea typeface="STHeiti TC" panose="02000000000000000000" pitchFamily="2" charset="-120"/>
            </a:endParaRPr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33D8E5CB-CA98-4B6C-A305-D62663D5DAB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zh-TW" altLang="en-US" sz="2400" cap="none" dirty="0">
                <a:solidFill>
                  <a:srgbClr val="FFFF00"/>
                </a:solidFill>
                <a:latin typeface="STHeiti TC" panose="02000000000000000000" pitchFamily="2" charset="-120"/>
                <a:ea typeface="STHeiti TC" panose="02000000000000000000" pitchFamily="2" charset="-120"/>
              </a:rPr>
              <a:t>當我們想重複做某些事情時</a:t>
            </a:r>
            <a:r>
              <a:rPr lang="en-US" altLang="zh-TW" sz="2400" cap="none" dirty="0">
                <a:solidFill>
                  <a:srgbClr val="FFFF00"/>
                </a:solidFill>
                <a:latin typeface="STHeiti TC" panose="02000000000000000000" pitchFamily="2" charset="-120"/>
                <a:ea typeface="STHeiti TC" panose="02000000000000000000" pitchFamily="2" charset="-120"/>
              </a:rPr>
              <a:t>...</a:t>
            </a:r>
          </a:p>
          <a:p>
            <a:pPr marL="0" indent="0">
              <a:buNone/>
            </a:pPr>
            <a:endParaRPr lang="en-US" altLang="zh-TW" sz="2400" cap="none" dirty="0">
              <a:latin typeface="STHeiti TC" panose="02000000000000000000" pitchFamily="2" charset="-120"/>
              <a:ea typeface="STHeiti TC" panose="02000000000000000000" pitchFamily="2" charset="-120"/>
            </a:endParaRPr>
          </a:p>
          <a:p>
            <a:pPr marL="0" indent="0">
              <a:buNone/>
            </a:pPr>
            <a:r>
              <a:rPr lang="zh-TW" altLang="en-US" sz="2400" cap="none" dirty="0">
                <a:latin typeface="STHeiti TC" panose="02000000000000000000" pitchFamily="2" charset="-120"/>
                <a:ea typeface="STHeiti TC" panose="02000000000000000000" pitchFamily="2" charset="-120"/>
              </a:rPr>
              <a:t>例如：</a:t>
            </a:r>
            <a:endParaRPr lang="en-US" altLang="zh-TW" sz="2400" cap="none" dirty="0">
              <a:latin typeface="STHeiti TC" panose="02000000000000000000" pitchFamily="2" charset="-120"/>
              <a:ea typeface="STHeiti TC" panose="02000000000000000000" pitchFamily="2" charset="-120"/>
            </a:endParaRPr>
          </a:p>
          <a:p>
            <a:pPr marL="0" indent="0">
              <a:buNone/>
            </a:pPr>
            <a:r>
              <a:rPr lang="zh-TW" altLang="en-US" sz="2400" cap="none" dirty="0">
                <a:latin typeface="STHeiti TC" panose="02000000000000000000" pitchFamily="2" charset="-120"/>
                <a:ea typeface="STHeiti TC" panose="02000000000000000000" pitchFamily="2" charset="-120"/>
              </a:rPr>
              <a:t>計算</a:t>
            </a:r>
            <a:r>
              <a:rPr lang="en-US" altLang="zh-TW" sz="2400" cap="none" dirty="0">
                <a:latin typeface="STHeiti TC" panose="02000000000000000000" pitchFamily="2" charset="-120"/>
                <a:ea typeface="STHeiti TC" panose="02000000000000000000" pitchFamily="2" charset="-120"/>
              </a:rPr>
              <a:t> </a:t>
            </a:r>
            <a:r>
              <a:rPr lang="en-US" altLang="zh-TW" sz="2400" cap="none" dirty="0">
                <a:latin typeface="Consolas" panose="020B0609020204030204" pitchFamily="49" charset="0"/>
              </a:rPr>
              <a:t>n! = n(n – 1)(n – 2)... * 2 * 1</a:t>
            </a:r>
            <a:endParaRPr lang="zh-TW" altLang="en-US" sz="2400" cap="none" dirty="0"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404204930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Char"/>
      </p:transition>
    </mc:Choice>
    <mc:Fallback xmlns="">
      <p:transition spd="slow">
        <p:fade/>
      </p:transition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2C03F527-35A6-4D8D-8B31-76ADFE1083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 cap="none" dirty="0">
                <a:latin typeface="Consolas" panose="020B0609020204030204" pitchFamily="49" charset="0"/>
              </a:rPr>
              <a:t>While </a:t>
            </a:r>
            <a:r>
              <a:rPr lang="zh-TW" altLang="en-US" cap="none" dirty="0">
                <a:latin typeface="STHeiti TC" panose="02000000000000000000" pitchFamily="2" charset="-120"/>
                <a:ea typeface="STHeiti TC" panose="02000000000000000000" pitchFamily="2" charset="-120"/>
              </a:rPr>
              <a:t>迴圈</a:t>
            </a:r>
          </a:p>
        </p:txBody>
      </p:sp>
      <p:pic>
        <p:nvPicPr>
          <p:cNvPr id="5" name="圖片 4">
            <a:extLst>
              <a:ext uri="{FF2B5EF4-FFF2-40B4-BE49-F238E27FC236}">
                <a16:creationId xmlns:a16="http://schemas.microsoft.com/office/drawing/2014/main" id="{A6454C7E-A529-43F7-8932-8B3760124FC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41413" y="3429000"/>
            <a:ext cx="5339587" cy="1364128"/>
          </a:xfrm>
          <a:prstGeom prst="rect">
            <a:avLst/>
          </a:prstGeom>
        </p:spPr>
      </p:pic>
      <p:sp>
        <p:nvSpPr>
          <p:cNvPr id="6" name="文字方塊 5">
            <a:extLst>
              <a:ext uri="{FF2B5EF4-FFF2-40B4-BE49-F238E27FC236}">
                <a16:creationId xmlns:a16="http://schemas.microsoft.com/office/drawing/2014/main" id="{84A23D80-F19D-4F33-90F1-6D1D74DB46DE}"/>
              </a:ext>
            </a:extLst>
          </p:cNvPr>
          <p:cNvSpPr txBox="1"/>
          <p:nvPr/>
        </p:nvSpPr>
        <p:spPr>
          <a:xfrm>
            <a:off x="1121199" y="2774054"/>
            <a:ext cx="6647974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TW" altLang="en-US" sz="2400" dirty="0">
                <a:highlight>
                  <a:srgbClr val="FF0000"/>
                </a:highlight>
                <a:latin typeface="STHeiti" panose="02010600040101010101" pitchFamily="2" charset="-122"/>
                <a:ea typeface="STHeiti" panose="02010600040101010101" pitchFamily="2" charset="-122"/>
              </a:rPr>
              <a:t>若小括號內的條件成立，則迴圈會一直重複執行</a:t>
            </a:r>
          </a:p>
        </p:txBody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9AA112A3-6A19-4B67-AFFF-E95EAAEBBF50}"/>
              </a:ext>
            </a:extLst>
          </p:cNvPr>
          <p:cNvSpPr/>
          <p:nvPr/>
        </p:nvSpPr>
        <p:spPr>
          <a:xfrm>
            <a:off x="3031958" y="3513221"/>
            <a:ext cx="2991853" cy="393032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8" name="文字方塊 7">
            <a:extLst>
              <a:ext uri="{FF2B5EF4-FFF2-40B4-BE49-F238E27FC236}">
                <a16:creationId xmlns:a16="http://schemas.microsoft.com/office/drawing/2014/main" id="{BFCE2436-9A40-42CC-B82E-338B3291D824}"/>
              </a:ext>
            </a:extLst>
          </p:cNvPr>
          <p:cNvSpPr txBox="1"/>
          <p:nvPr/>
        </p:nvSpPr>
        <p:spPr>
          <a:xfrm>
            <a:off x="1121199" y="5205662"/>
            <a:ext cx="357020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TW" altLang="en-US" sz="2400" dirty="0">
                <a:highlight>
                  <a:srgbClr val="FF0000"/>
                </a:highlight>
                <a:latin typeface="STHeiti" panose="02010600040101010101" pitchFamily="2" charset="-122"/>
                <a:ea typeface="STHeiti" panose="02010600040101010101" pitchFamily="2" charset="-122"/>
              </a:rPr>
              <a:t>這裡放你想要重複做的事</a:t>
            </a:r>
          </a:p>
        </p:txBody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97168E79-7728-4117-AC54-8EF55C7799C9}"/>
              </a:ext>
            </a:extLst>
          </p:cNvPr>
          <p:cNvSpPr/>
          <p:nvPr/>
        </p:nvSpPr>
        <p:spPr>
          <a:xfrm>
            <a:off x="2679032" y="3906253"/>
            <a:ext cx="3344779" cy="393032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4148040693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Char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6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9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/>
      <p:bldP spid="7" grpId="0" animBg="1"/>
      <p:bldP spid="8" grpId="0"/>
      <p:bldP spid="9" grpId="0" animBg="1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1D0E7EF7-BCA6-469B-B0A4-D5C04590FB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 cap="none" dirty="0">
                <a:latin typeface="Consolas" panose="020B0609020204030204" pitchFamily="49" charset="0"/>
              </a:rPr>
              <a:t>While </a:t>
            </a:r>
            <a:r>
              <a:rPr lang="zh-TW" altLang="en-US" cap="none" dirty="0">
                <a:latin typeface="STHeiti TC" panose="02000000000000000000" pitchFamily="2" charset="-120"/>
                <a:ea typeface="STHeiti TC" panose="02000000000000000000" pitchFamily="2" charset="-120"/>
              </a:rPr>
              <a:t>迴圈</a:t>
            </a:r>
            <a:r>
              <a:rPr lang="en-US" altLang="zh-TW" cap="none" dirty="0">
                <a:latin typeface="Consolas" panose="020B0609020204030204" pitchFamily="49" charset="0"/>
                <a:ea typeface="STHeiti TC" panose="02000000000000000000" pitchFamily="2" charset="-120"/>
              </a:rPr>
              <a:t> – </a:t>
            </a:r>
            <a:r>
              <a:rPr lang="zh-TW" altLang="en-US" cap="none" dirty="0">
                <a:latin typeface="STHeiti TC" panose="02000000000000000000" pitchFamily="2" charset="-120"/>
                <a:ea typeface="STHeiti TC" panose="02000000000000000000" pitchFamily="2" charset="-120"/>
              </a:rPr>
              <a:t>範例</a:t>
            </a:r>
            <a:endParaRPr lang="zh-TW" altLang="en-US" dirty="0">
              <a:latin typeface="STHeiti TC" panose="02000000000000000000" pitchFamily="2" charset="-120"/>
              <a:ea typeface="STHeiti TC" panose="02000000000000000000" pitchFamily="2" charset="-120"/>
            </a:endParaRPr>
          </a:p>
        </p:txBody>
      </p:sp>
      <p:pic>
        <p:nvPicPr>
          <p:cNvPr id="5" name="圖片 4">
            <a:extLst>
              <a:ext uri="{FF2B5EF4-FFF2-40B4-BE49-F238E27FC236}">
                <a16:creationId xmlns:a16="http://schemas.microsoft.com/office/drawing/2014/main" id="{2A2B67C6-0EC3-4B1C-84DB-5F6D79F0EAC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41413" y="2340055"/>
            <a:ext cx="4561555" cy="3460911"/>
          </a:xfrm>
          <a:prstGeom prst="rect">
            <a:avLst/>
          </a:prstGeom>
        </p:spPr>
      </p:pic>
      <p:grpSp>
        <p:nvGrpSpPr>
          <p:cNvPr id="6" name="群組 5">
            <a:extLst>
              <a:ext uri="{FF2B5EF4-FFF2-40B4-BE49-F238E27FC236}">
                <a16:creationId xmlns:a16="http://schemas.microsoft.com/office/drawing/2014/main" id="{7BE2C85E-D9CF-4AD6-B687-D199A93CCD32}"/>
              </a:ext>
            </a:extLst>
          </p:cNvPr>
          <p:cNvGrpSpPr/>
          <p:nvPr/>
        </p:nvGrpSpPr>
        <p:grpSpPr>
          <a:xfrm>
            <a:off x="6900527" y="1183107"/>
            <a:ext cx="1656011" cy="1323472"/>
            <a:chOff x="9683833" y="1191128"/>
            <a:chExt cx="1656011" cy="1323472"/>
          </a:xfrm>
        </p:grpSpPr>
        <p:grpSp>
          <p:nvGrpSpPr>
            <p:cNvPr id="7" name="群組 6">
              <a:extLst>
                <a:ext uri="{FF2B5EF4-FFF2-40B4-BE49-F238E27FC236}">
                  <a16:creationId xmlns:a16="http://schemas.microsoft.com/office/drawing/2014/main" id="{5992D52E-64EC-458E-A6BB-E203ABA774EB}"/>
                </a:ext>
              </a:extLst>
            </p:cNvPr>
            <p:cNvGrpSpPr/>
            <p:nvPr/>
          </p:nvGrpSpPr>
          <p:grpSpPr>
            <a:xfrm>
              <a:off x="9683833" y="1191128"/>
              <a:ext cx="1435768" cy="1323472"/>
              <a:chOff x="9683833" y="1191128"/>
              <a:chExt cx="1435768" cy="1323472"/>
            </a:xfrm>
          </p:grpSpPr>
          <p:sp>
            <p:nvSpPr>
              <p:cNvPr id="9" name="矩形: 圓角 8">
                <a:extLst>
                  <a:ext uri="{FF2B5EF4-FFF2-40B4-BE49-F238E27FC236}">
                    <a16:creationId xmlns:a16="http://schemas.microsoft.com/office/drawing/2014/main" id="{ACE07E87-0102-4BC1-9488-4C0F2D9D5D43}"/>
                  </a:ext>
                </a:extLst>
              </p:cNvPr>
              <p:cNvSpPr/>
              <p:nvPr/>
            </p:nvSpPr>
            <p:spPr>
              <a:xfrm>
                <a:off x="9683833" y="1712495"/>
                <a:ext cx="1435768" cy="802105"/>
              </a:xfrm>
              <a:prstGeom prst="roundRect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zh-TW" dirty="0" err="1">
                    <a:latin typeface="Consolas" panose="020B0609020204030204" pitchFamily="49" charset="0"/>
                  </a:rPr>
                  <a:t>i</a:t>
                </a:r>
                <a:r>
                  <a:rPr lang="en-US" altLang="zh-TW" dirty="0">
                    <a:latin typeface="Consolas" panose="020B0609020204030204" pitchFamily="49" charset="0"/>
                  </a:rPr>
                  <a:t> = 1</a:t>
                </a:r>
                <a:endParaRPr lang="zh-TW" altLang="en-US" dirty="0">
                  <a:latin typeface="Consolas" panose="020B0609020204030204" pitchFamily="49" charset="0"/>
                </a:endParaRPr>
              </a:p>
            </p:txBody>
          </p:sp>
          <p:sp>
            <p:nvSpPr>
              <p:cNvPr id="10" name="箭號: 向下 9">
                <a:extLst>
                  <a:ext uri="{FF2B5EF4-FFF2-40B4-BE49-F238E27FC236}">
                    <a16:creationId xmlns:a16="http://schemas.microsoft.com/office/drawing/2014/main" id="{471F0D9E-14F4-4261-ACB7-6967B88F22BB}"/>
                  </a:ext>
                </a:extLst>
              </p:cNvPr>
              <p:cNvSpPr/>
              <p:nvPr/>
            </p:nvSpPr>
            <p:spPr>
              <a:xfrm>
                <a:off x="10309475" y="1191128"/>
                <a:ext cx="184484" cy="513346"/>
              </a:xfrm>
              <a:prstGeom prst="downArrow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 dirty="0"/>
              </a:p>
            </p:txBody>
          </p:sp>
        </p:grpSp>
        <p:sp>
          <p:nvSpPr>
            <p:cNvPr id="8" name="文字方塊 7">
              <a:extLst>
                <a:ext uri="{FF2B5EF4-FFF2-40B4-BE49-F238E27FC236}">
                  <a16:creationId xmlns:a16="http://schemas.microsoft.com/office/drawing/2014/main" id="{052AB989-6BB6-4B22-90C6-09205C7C49E0}"/>
                </a:ext>
              </a:extLst>
            </p:cNvPr>
            <p:cNvSpPr txBox="1"/>
            <p:nvPr/>
          </p:nvSpPr>
          <p:spPr>
            <a:xfrm>
              <a:off x="10775266" y="1266782"/>
              <a:ext cx="564578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zh-TW" dirty="0" err="1">
                  <a:latin typeface="Consolas" panose="020B0609020204030204" pitchFamily="49" charset="0"/>
                </a:rPr>
                <a:t>i</a:t>
              </a:r>
              <a:r>
                <a:rPr lang="en-US" altLang="zh-TW" dirty="0">
                  <a:latin typeface="Consolas" panose="020B0609020204030204" pitchFamily="49" charset="0"/>
                </a:rPr>
                <a:t>++</a:t>
              </a:r>
              <a:endParaRPr lang="zh-TW" altLang="en-US" dirty="0">
                <a:latin typeface="Consolas" panose="020B0609020204030204" pitchFamily="49" charset="0"/>
              </a:endParaRPr>
            </a:p>
          </p:txBody>
        </p:sp>
      </p:grpSp>
      <p:grpSp>
        <p:nvGrpSpPr>
          <p:cNvPr id="11" name="群組 10">
            <a:extLst>
              <a:ext uri="{FF2B5EF4-FFF2-40B4-BE49-F238E27FC236}">
                <a16:creationId xmlns:a16="http://schemas.microsoft.com/office/drawing/2014/main" id="{987E1A93-8413-4BA2-A677-DB6F7D531D94}"/>
              </a:ext>
            </a:extLst>
          </p:cNvPr>
          <p:cNvGrpSpPr/>
          <p:nvPr/>
        </p:nvGrpSpPr>
        <p:grpSpPr>
          <a:xfrm>
            <a:off x="6814080" y="2506578"/>
            <a:ext cx="1742458" cy="1315452"/>
            <a:chOff x="9683833" y="2514600"/>
            <a:chExt cx="1742458" cy="1315452"/>
          </a:xfrm>
        </p:grpSpPr>
        <p:grpSp>
          <p:nvGrpSpPr>
            <p:cNvPr id="12" name="群組 11">
              <a:extLst>
                <a:ext uri="{FF2B5EF4-FFF2-40B4-BE49-F238E27FC236}">
                  <a16:creationId xmlns:a16="http://schemas.microsoft.com/office/drawing/2014/main" id="{4571E7C2-D12F-4123-A001-94481A050A62}"/>
                </a:ext>
              </a:extLst>
            </p:cNvPr>
            <p:cNvGrpSpPr/>
            <p:nvPr/>
          </p:nvGrpSpPr>
          <p:grpSpPr>
            <a:xfrm>
              <a:off x="9683833" y="2514600"/>
              <a:ext cx="1435768" cy="1315452"/>
              <a:chOff x="9683833" y="2514600"/>
              <a:chExt cx="1435768" cy="1315452"/>
            </a:xfrm>
          </p:grpSpPr>
          <p:sp>
            <p:nvSpPr>
              <p:cNvPr id="14" name="矩形: 圓角 13">
                <a:extLst>
                  <a:ext uri="{FF2B5EF4-FFF2-40B4-BE49-F238E27FC236}">
                    <a16:creationId xmlns:a16="http://schemas.microsoft.com/office/drawing/2014/main" id="{5A5A1344-69F5-42B9-8150-E517E226D2DE}"/>
                  </a:ext>
                </a:extLst>
              </p:cNvPr>
              <p:cNvSpPr/>
              <p:nvPr/>
            </p:nvSpPr>
            <p:spPr>
              <a:xfrm>
                <a:off x="9683833" y="3027947"/>
                <a:ext cx="1435768" cy="802105"/>
              </a:xfrm>
              <a:prstGeom prst="roundRect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zh-TW" dirty="0">
                    <a:latin typeface="Consolas" panose="020B0609020204030204" pitchFamily="49" charset="0"/>
                  </a:rPr>
                  <a:t>i = 2</a:t>
                </a:r>
                <a:endParaRPr lang="zh-TW" altLang="en-US" dirty="0">
                  <a:latin typeface="Consolas" panose="020B0609020204030204" pitchFamily="49" charset="0"/>
                </a:endParaRPr>
              </a:p>
            </p:txBody>
          </p:sp>
          <p:sp>
            <p:nvSpPr>
              <p:cNvPr id="15" name="箭號: 向下 14">
                <a:extLst>
                  <a:ext uri="{FF2B5EF4-FFF2-40B4-BE49-F238E27FC236}">
                    <a16:creationId xmlns:a16="http://schemas.microsoft.com/office/drawing/2014/main" id="{AE6E5C11-1625-4A5B-9E7E-6132D8506B7B}"/>
                  </a:ext>
                </a:extLst>
              </p:cNvPr>
              <p:cNvSpPr/>
              <p:nvPr/>
            </p:nvSpPr>
            <p:spPr>
              <a:xfrm>
                <a:off x="10395922" y="2514600"/>
                <a:ext cx="184484" cy="513346"/>
              </a:xfrm>
              <a:prstGeom prst="downArrow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/>
              </a:p>
            </p:txBody>
          </p:sp>
        </p:grpSp>
        <p:sp>
          <p:nvSpPr>
            <p:cNvPr id="13" name="文字方塊 12">
              <a:extLst>
                <a:ext uri="{FF2B5EF4-FFF2-40B4-BE49-F238E27FC236}">
                  <a16:creationId xmlns:a16="http://schemas.microsoft.com/office/drawing/2014/main" id="{8B272E68-0962-4368-833B-690EA8E415D3}"/>
                </a:ext>
              </a:extLst>
            </p:cNvPr>
            <p:cNvSpPr txBox="1"/>
            <p:nvPr/>
          </p:nvSpPr>
          <p:spPr>
            <a:xfrm>
              <a:off x="10861713" y="2586607"/>
              <a:ext cx="564578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zh-TW" dirty="0" err="1">
                  <a:latin typeface="Consolas" panose="020B0609020204030204" pitchFamily="49" charset="0"/>
                </a:rPr>
                <a:t>i</a:t>
              </a:r>
              <a:r>
                <a:rPr lang="en-US" altLang="zh-TW" dirty="0">
                  <a:latin typeface="Consolas" panose="020B0609020204030204" pitchFamily="49" charset="0"/>
                </a:rPr>
                <a:t>++</a:t>
              </a:r>
              <a:endParaRPr lang="zh-TW" altLang="en-US" dirty="0">
                <a:latin typeface="Consolas" panose="020B0609020204030204" pitchFamily="49" charset="0"/>
              </a:endParaRPr>
            </a:p>
          </p:txBody>
        </p:sp>
      </p:grpSp>
      <p:grpSp>
        <p:nvGrpSpPr>
          <p:cNvPr id="16" name="群組 15">
            <a:extLst>
              <a:ext uri="{FF2B5EF4-FFF2-40B4-BE49-F238E27FC236}">
                <a16:creationId xmlns:a16="http://schemas.microsoft.com/office/drawing/2014/main" id="{9E80A9B0-0FF8-4510-B800-25A19D3C95A5}"/>
              </a:ext>
            </a:extLst>
          </p:cNvPr>
          <p:cNvGrpSpPr/>
          <p:nvPr/>
        </p:nvGrpSpPr>
        <p:grpSpPr>
          <a:xfrm>
            <a:off x="6900527" y="3814009"/>
            <a:ext cx="1656011" cy="1323476"/>
            <a:chOff x="9683833" y="3822030"/>
            <a:chExt cx="1656011" cy="1323476"/>
          </a:xfrm>
        </p:grpSpPr>
        <p:grpSp>
          <p:nvGrpSpPr>
            <p:cNvPr id="17" name="群組 16">
              <a:extLst>
                <a:ext uri="{FF2B5EF4-FFF2-40B4-BE49-F238E27FC236}">
                  <a16:creationId xmlns:a16="http://schemas.microsoft.com/office/drawing/2014/main" id="{B99044D0-3456-4A4C-A216-1D752EE8D6B9}"/>
                </a:ext>
              </a:extLst>
            </p:cNvPr>
            <p:cNvGrpSpPr/>
            <p:nvPr/>
          </p:nvGrpSpPr>
          <p:grpSpPr>
            <a:xfrm>
              <a:off x="9683833" y="3822030"/>
              <a:ext cx="1435768" cy="1323476"/>
              <a:chOff x="9683833" y="3822030"/>
              <a:chExt cx="1435768" cy="1323476"/>
            </a:xfrm>
          </p:grpSpPr>
          <p:sp>
            <p:nvSpPr>
              <p:cNvPr id="19" name="矩形: 圓角 18">
                <a:extLst>
                  <a:ext uri="{FF2B5EF4-FFF2-40B4-BE49-F238E27FC236}">
                    <a16:creationId xmlns:a16="http://schemas.microsoft.com/office/drawing/2014/main" id="{5EBD123B-74CD-47B2-8996-A089ADE83FFC}"/>
                  </a:ext>
                </a:extLst>
              </p:cNvPr>
              <p:cNvSpPr/>
              <p:nvPr/>
            </p:nvSpPr>
            <p:spPr>
              <a:xfrm>
                <a:off x="9683833" y="4343401"/>
                <a:ext cx="1435768" cy="802105"/>
              </a:xfrm>
              <a:prstGeom prst="roundRect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zh-TW" dirty="0" err="1">
                    <a:latin typeface="Consolas" panose="020B0609020204030204" pitchFamily="49" charset="0"/>
                  </a:rPr>
                  <a:t>i</a:t>
                </a:r>
                <a:r>
                  <a:rPr lang="en-US" altLang="zh-TW" dirty="0">
                    <a:latin typeface="Consolas" panose="020B0609020204030204" pitchFamily="49" charset="0"/>
                  </a:rPr>
                  <a:t> = 3</a:t>
                </a:r>
                <a:endParaRPr lang="zh-TW" altLang="en-US" dirty="0">
                  <a:latin typeface="Consolas" panose="020B0609020204030204" pitchFamily="49" charset="0"/>
                </a:endParaRPr>
              </a:p>
            </p:txBody>
          </p:sp>
          <p:sp>
            <p:nvSpPr>
              <p:cNvPr id="20" name="箭號: 向下 19">
                <a:extLst>
                  <a:ext uri="{FF2B5EF4-FFF2-40B4-BE49-F238E27FC236}">
                    <a16:creationId xmlns:a16="http://schemas.microsoft.com/office/drawing/2014/main" id="{C1B3AB95-228C-49FE-ACD7-27C2F0E609D2}"/>
                  </a:ext>
                </a:extLst>
              </p:cNvPr>
              <p:cNvSpPr/>
              <p:nvPr/>
            </p:nvSpPr>
            <p:spPr>
              <a:xfrm>
                <a:off x="10305464" y="3822030"/>
                <a:ext cx="184484" cy="513346"/>
              </a:xfrm>
              <a:prstGeom prst="downArrow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 dirty="0"/>
              </a:p>
            </p:txBody>
          </p:sp>
        </p:grpSp>
        <p:sp>
          <p:nvSpPr>
            <p:cNvPr id="18" name="文字方塊 17">
              <a:extLst>
                <a:ext uri="{FF2B5EF4-FFF2-40B4-BE49-F238E27FC236}">
                  <a16:creationId xmlns:a16="http://schemas.microsoft.com/office/drawing/2014/main" id="{1C791A78-7309-48EB-8227-6EB48C5DC75F}"/>
                </a:ext>
              </a:extLst>
            </p:cNvPr>
            <p:cNvSpPr txBox="1"/>
            <p:nvPr/>
          </p:nvSpPr>
          <p:spPr>
            <a:xfrm>
              <a:off x="10775266" y="3893865"/>
              <a:ext cx="564578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zh-TW" dirty="0" err="1">
                  <a:latin typeface="Consolas" panose="020B0609020204030204" pitchFamily="49" charset="0"/>
                </a:rPr>
                <a:t>i</a:t>
              </a:r>
              <a:r>
                <a:rPr lang="en-US" altLang="zh-TW" dirty="0">
                  <a:latin typeface="Consolas" panose="020B0609020204030204" pitchFamily="49" charset="0"/>
                </a:rPr>
                <a:t>++</a:t>
              </a:r>
              <a:endParaRPr lang="zh-TW" altLang="en-US" dirty="0">
                <a:latin typeface="Consolas" panose="020B0609020204030204" pitchFamily="49" charset="0"/>
              </a:endParaRPr>
            </a:p>
          </p:txBody>
        </p:sp>
      </p:grpSp>
      <p:grpSp>
        <p:nvGrpSpPr>
          <p:cNvPr id="21" name="群組 20">
            <a:extLst>
              <a:ext uri="{FF2B5EF4-FFF2-40B4-BE49-F238E27FC236}">
                <a16:creationId xmlns:a16="http://schemas.microsoft.com/office/drawing/2014/main" id="{B6BEAAA4-87AA-4ACF-8987-D300AC98B256}"/>
              </a:ext>
            </a:extLst>
          </p:cNvPr>
          <p:cNvGrpSpPr/>
          <p:nvPr/>
        </p:nvGrpSpPr>
        <p:grpSpPr>
          <a:xfrm>
            <a:off x="6900527" y="5137485"/>
            <a:ext cx="1656011" cy="1315454"/>
            <a:chOff x="9683833" y="5145506"/>
            <a:chExt cx="1656011" cy="1315454"/>
          </a:xfrm>
        </p:grpSpPr>
        <p:grpSp>
          <p:nvGrpSpPr>
            <p:cNvPr id="22" name="群組 21">
              <a:extLst>
                <a:ext uri="{FF2B5EF4-FFF2-40B4-BE49-F238E27FC236}">
                  <a16:creationId xmlns:a16="http://schemas.microsoft.com/office/drawing/2014/main" id="{63D14EAA-BD3F-4FA8-BCFA-23E97CA3D97C}"/>
                </a:ext>
              </a:extLst>
            </p:cNvPr>
            <p:cNvGrpSpPr/>
            <p:nvPr/>
          </p:nvGrpSpPr>
          <p:grpSpPr>
            <a:xfrm>
              <a:off x="9683833" y="5145506"/>
              <a:ext cx="1435768" cy="1315454"/>
              <a:chOff x="9683833" y="5145506"/>
              <a:chExt cx="1435768" cy="1315454"/>
            </a:xfrm>
          </p:grpSpPr>
          <p:sp>
            <p:nvSpPr>
              <p:cNvPr id="24" name="矩形: 圓角 23">
                <a:extLst>
                  <a:ext uri="{FF2B5EF4-FFF2-40B4-BE49-F238E27FC236}">
                    <a16:creationId xmlns:a16="http://schemas.microsoft.com/office/drawing/2014/main" id="{B2DCD887-238A-4E18-A13F-B1EC72D888FC}"/>
                  </a:ext>
                </a:extLst>
              </p:cNvPr>
              <p:cNvSpPr/>
              <p:nvPr/>
            </p:nvSpPr>
            <p:spPr>
              <a:xfrm>
                <a:off x="9683833" y="5658855"/>
                <a:ext cx="1435768" cy="802105"/>
              </a:xfrm>
              <a:prstGeom prst="roundRect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zh-TW" dirty="0">
                    <a:latin typeface="Consolas" panose="020B0609020204030204" pitchFamily="49" charset="0"/>
                  </a:rPr>
                  <a:t>i = 4</a:t>
                </a:r>
                <a:endParaRPr lang="zh-TW" altLang="en-US" dirty="0">
                  <a:latin typeface="Consolas" panose="020B0609020204030204" pitchFamily="49" charset="0"/>
                </a:endParaRPr>
              </a:p>
            </p:txBody>
          </p:sp>
          <p:sp>
            <p:nvSpPr>
              <p:cNvPr id="25" name="箭號: 向下 24">
                <a:extLst>
                  <a:ext uri="{FF2B5EF4-FFF2-40B4-BE49-F238E27FC236}">
                    <a16:creationId xmlns:a16="http://schemas.microsoft.com/office/drawing/2014/main" id="{050637C3-2AE0-4300-AA24-08753DD8629B}"/>
                  </a:ext>
                </a:extLst>
              </p:cNvPr>
              <p:cNvSpPr/>
              <p:nvPr/>
            </p:nvSpPr>
            <p:spPr>
              <a:xfrm>
                <a:off x="10315270" y="5145506"/>
                <a:ext cx="184484" cy="513346"/>
              </a:xfrm>
              <a:prstGeom prst="downArrow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/>
              </a:p>
            </p:txBody>
          </p:sp>
        </p:grpSp>
        <p:sp>
          <p:nvSpPr>
            <p:cNvPr id="23" name="文字方塊 22">
              <a:extLst>
                <a:ext uri="{FF2B5EF4-FFF2-40B4-BE49-F238E27FC236}">
                  <a16:creationId xmlns:a16="http://schemas.microsoft.com/office/drawing/2014/main" id="{000F7328-D15B-4F46-9A2E-862C9B82BB33}"/>
                </a:ext>
              </a:extLst>
            </p:cNvPr>
            <p:cNvSpPr txBox="1"/>
            <p:nvPr/>
          </p:nvSpPr>
          <p:spPr>
            <a:xfrm>
              <a:off x="10775266" y="5218233"/>
              <a:ext cx="564578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zh-TW" dirty="0" err="1">
                  <a:latin typeface="Consolas" panose="020B0609020204030204" pitchFamily="49" charset="0"/>
                </a:rPr>
                <a:t>i</a:t>
              </a:r>
              <a:r>
                <a:rPr lang="en-US" altLang="zh-TW" dirty="0">
                  <a:latin typeface="Consolas" panose="020B0609020204030204" pitchFamily="49" charset="0"/>
                </a:rPr>
                <a:t>++</a:t>
              </a:r>
              <a:endParaRPr lang="zh-TW" altLang="en-US" dirty="0">
                <a:latin typeface="Consolas" panose="020B0609020204030204" pitchFamily="49" charset="0"/>
              </a:endParaRPr>
            </a:p>
          </p:txBody>
        </p:sp>
      </p:grpSp>
      <p:sp>
        <p:nvSpPr>
          <p:cNvPr id="27" name="矩形: 圓角 26">
            <a:extLst>
              <a:ext uri="{FF2B5EF4-FFF2-40B4-BE49-F238E27FC236}">
                <a16:creationId xmlns:a16="http://schemas.microsoft.com/office/drawing/2014/main" id="{0782D954-D1ED-487D-8724-4318B447A93C}"/>
              </a:ext>
            </a:extLst>
          </p:cNvPr>
          <p:cNvSpPr/>
          <p:nvPr/>
        </p:nvSpPr>
        <p:spPr>
          <a:xfrm>
            <a:off x="6900527" y="389022"/>
            <a:ext cx="1435768" cy="802105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TW" dirty="0">
                <a:latin typeface="Consolas" panose="020B0609020204030204" pitchFamily="49" charset="0"/>
              </a:rPr>
              <a:t>i = 0</a:t>
            </a:r>
            <a:endParaRPr lang="zh-TW" altLang="en-US" dirty="0">
              <a:latin typeface="Consolas" panose="020B0609020204030204" pitchFamily="49" charset="0"/>
            </a:endParaRPr>
          </a:p>
        </p:txBody>
      </p:sp>
      <p:grpSp>
        <p:nvGrpSpPr>
          <p:cNvPr id="36" name="群組 35">
            <a:extLst>
              <a:ext uri="{FF2B5EF4-FFF2-40B4-BE49-F238E27FC236}">
                <a16:creationId xmlns:a16="http://schemas.microsoft.com/office/drawing/2014/main" id="{697F5705-E1C8-402F-A6F5-513D1BAED1FB}"/>
              </a:ext>
            </a:extLst>
          </p:cNvPr>
          <p:cNvGrpSpPr/>
          <p:nvPr/>
        </p:nvGrpSpPr>
        <p:grpSpPr>
          <a:xfrm>
            <a:off x="8347885" y="5107407"/>
            <a:ext cx="1888958" cy="1888958"/>
            <a:chOff x="8347885" y="5107407"/>
            <a:chExt cx="1888958" cy="1888958"/>
          </a:xfrm>
        </p:grpSpPr>
        <p:sp>
          <p:nvSpPr>
            <p:cNvPr id="30" name="箭號: 向下 29">
              <a:extLst>
                <a:ext uri="{FF2B5EF4-FFF2-40B4-BE49-F238E27FC236}">
                  <a16:creationId xmlns:a16="http://schemas.microsoft.com/office/drawing/2014/main" id="{E9071C8B-8963-4B39-AC65-EA497B3B4102}"/>
                </a:ext>
              </a:extLst>
            </p:cNvPr>
            <p:cNvSpPr/>
            <p:nvPr/>
          </p:nvSpPr>
          <p:spPr>
            <a:xfrm rot="16200000">
              <a:off x="8685266" y="5795213"/>
              <a:ext cx="184484" cy="513346"/>
            </a:xfrm>
            <a:prstGeom prst="downArrow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grpSp>
          <p:nvGrpSpPr>
            <p:cNvPr id="33" name="群組 32">
              <a:extLst>
                <a:ext uri="{FF2B5EF4-FFF2-40B4-BE49-F238E27FC236}">
                  <a16:creationId xmlns:a16="http://schemas.microsoft.com/office/drawing/2014/main" id="{CD8E0A4A-8705-43BB-ACF4-CB0CB5CC8CF3}"/>
                </a:ext>
              </a:extLst>
            </p:cNvPr>
            <p:cNvGrpSpPr/>
            <p:nvPr/>
          </p:nvGrpSpPr>
          <p:grpSpPr>
            <a:xfrm>
              <a:off x="8347885" y="5107407"/>
              <a:ext cx="1888958" cy="1888958"/>
              <a:chOff x="2352173" y="3313763"/>
              <a:chExt cx="1888958" cy="1888958"/>
            </a:xfrm>
          </p:grpSpPr>
          <p:sp>
            <p:nvSpPr>
              <p:cNvPr id="34" name="矩形 33">
                <a:extLst>
                  <a:ext uri="{FF2B5EF4-FFF2-40B4-BE49-F238E27FC236}">
                    <a16:creationId xmlns:a16="http://schemas.microsoft.com/office/drawing/2014/main" id="{76898DE3-FFC5-45C3-9308-7B37B484F69E}"/>
                  </a:ext>
                </a:extLst>
              </p:cNvPr>
              <p:cNvSpPr/>
              <p:nvPr/>
            </p:nvSpPr>
            <p:spPr>
              <a:xfrm rot="-2700000">
                <a:off x="3220453" y="3313763"/>
                <a:ext cx="152400" cy="1888958"/>
              </a:xfrm>
              <a:prstGeom prst="rect">
                <a:avLst/>
              </a:prstGeom>
              <a:solidFill>
                <a:srgbClr val="FF0000"/>
              </a:solidFill>
              <a:ln>
                <a:solidFill>
                  <a:srgbClr val="C0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/>
              </a:p>
            </p:txBody>
          </p:sp>
          <p:sp>
            <p:nvSpPr>
              <p:cNvPr id="35" name="矩形 34">
                <a:extLst>
                  <a:ext uri="{FF2B5EF4-FFF2-40B4-BE49-F238E27FC236}">
                    <a16:creationId xmlns:a16="http://schemas.microsoft.com/office/drawing/2014/main" id="{EF9AE834-8141-44A2-9943-9740EFF05D22}"/>
                  </a:ext>
                </a:extLst>
              </p:cNvPr>
              <p:cNvSpPr/>
              <p:nvPr/>
            </p:nvSpPr>
            <p:spPr>
              <a:xfrm rot="2700000">
                <a:off x="3220452" y="3313764"/>
                <a:ext cx="152400" cy="1888958"/>
              </a:xfrm>
              <a:prstGeom prst="rect">
                <a:avLst/>
              </a:prstGeom>
              <a:solidFill>
                <a:srgbClr val="FF0000"/>
              </a:solidFill>
              <a:ln>
                <a:solidFill>
                  <a:srgbClr val="C0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/>
              </a:p>
            </p:txBody>
          </p:sp>
        </p:grpSp>
        <p:sp>
          <p:nvSpPr>
            <p:cNvPr id="32" name="文字方塊 31">
              <a:extLst>
                <a:ext uri="{FF2B5EF4-FFF2-40B4-BE49-F238E27FC236}">
                  <a16:creationId xmlns:a16="http://schemas.microsoft.com/office/drawing/2014/main" id="{3D817903-C601-48A6-A96B-93D33386E302}"/>
                </a:ext>
              </a:extLst>
            </p:cNvPr>
            <p:cNvSpPr txBox="1"/>
            <p:nvPr/>
          </p:nvSpPr>
          <p:spPr>
            <a:xfrm>
              <a:off x="9218721" y="5867220"/>
              <a:ext cx="855721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zh-TW" dirty="0">
                  <a:latin typeface="Consolas" panose="020B0609020204030204" pitchFamily="49" charset="0"/>
                </a:rPr>
                <a:t>i = 5</a:t>
              </a:r>
              <a:endParaRPr lang="zh-TW" altLang="en-US" dirty="0">
                <a:latin typeface="Consolas" panose="020B0609020204030204" pitchFamily="49" charset="0"/>
              </a:endParaRPr>
            </a:p>
          </p:txBody>
        </p:sp>
        <p:sp>
          <p:nvSpPr>
            <p:cNvPr id="31" name="文字方塊 30">
              <a:extLst>
                <a:ext uri="{FF2B5EF4-FFF2-40B4-BE49-F238E27FC236}">
                  <a16:creationId xmlns:a16="http://schemas.microsoft.com/office/drawing/2014/main" id="{D7ED7356-FEBA-441D-8EA3-AD78F465682E}"/>
                </a:ext>
              </a:extLst>
            </p:cNvPr>
            <p:cNvSpPr txBox="1"/>
            <p:nvPr/>
          </p:nvSpPr>
          <p:spPr>
            <a:xfrm>
              <a:off x="8495219" y="6248400"/>
              <a:ext cx="564578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zh-TW" dirty="0" err="1">
                  <a:latin typeface="Consolas" panose="020B0609020204030204" pitchFamily="49" charset="0"/>
                </a:rPr>
                <a:t>i</a:t>
              </a:r>
              <a:r>
                <a:rPr lang="en-US" altLang="zh-TW" dirty="0">
                  <a:latin typeface="Consolas" panose="020B0609020204030204" pitchFamily="49" charset="0"/>
                </a:rPr>
                <a:t>++</a:t>
              </a:r>
              <a:endParaRPr lang="zh-TW" altLang="en-US" dirty="0">
                <a:latin typeface="Consolas" panose="020B0609020204030204" pitchFamily="49" charset="0"/>
              </a:endParaRPr>
            </a:p>
          </p:txBody>
        </p:sp>
      </p:grpSp>
      <p:pic>
        <p:nvPicPr>
          <p:cNvPr id="38" name="圖片 37">
            <a:extLst>
              <a:ext uri="{FF2B5EF4-FFF2-40B4-BE49-F238E27FC236}">
                <a16:creationId xmlns:a16="http://schemas.microsoft.com/office/drawing/2014/main" id="{40FDF315-4ED8-4E0E-A241-B06647B6439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74623" y="3493316"/>
            <a:ext cx="9639577" cy="114246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44230213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Char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7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2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7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22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6" presetClass="entr" presetSubtype="3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ircle(out)">
                                      <p:cBhvr>
                                        <p:cTn id="27" dur="5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32" dur="500" fill="hold"/>
                                        <p:tgtEl>
                                          <p:spTgt spid="3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3" dur="500" fill="hold"/>
                                        <p:tgtEl>
                                          <p:spTgt spid="3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34" dur="5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圖片 3">
            <a:extLst>
              <a:ext uri="{FF2B5EF4-FFF2-40B4-BE49-F238E27FC236}">
                <a16:creationId xmlns:a16="http://schemas.microsoft.com/office/drawing/2014/main" id="{3226D4DC-C634-40DE-BB48-7E97FD8CE43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41413" y="3669244"/>
            <a:ext cx="10645319" cy="1102893"/>
          </a:xfrm>
          <a:prstGeom prst="rect">
            <a:avLst/>
          </a:prstGeom>
        </p:spPr>
      </p:pic>
      <p:sp>
        <p:nvSpPr>
          <p:cNvPr id="2" name="標題 1">
            <a:extLst>
              <a:ext uri="{FF2B5EF4-FFF2-40B4-BE49-F238E27FC236}">
                <a16:creationId xmlns:a16="http://schemas.microsoft.com/office/drawing/2014/main" id="{2C03F527-35A6-4D8D-8B31-76ADFE1083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 cap="none" dirty="0">
                <a:latin typeface="Consolas" panose="020B0609020204030204" pitchFamily="49" charset="0"/>
              </a:rPr>
              <a:t>For </a:t>
            </a:r>
            <a:r>
              <a:rPr lang="zh-TW" altLang="en-US" cap="none" dirty="0">
                <a:latin typeface="STHeiti TC" panose="02000000000000000000" pitchFamily="2" charset="-120"/>
                <a:ea typeface="STHeiti TC" panose="02000000000000000000" pitchFamily="2" charset="-120"/>
              </a:rPr>
              <a:t>迴圈</a:t>
            </a:r>
          </a:p>
        </p:txBody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9AA112A3-6A19-4B67-AFFF-E95EAAEBBF50}"/>
              </a:ext>
            </a:extLst>
          </p:cNvPr>
          <p:cNvSpPr/>
          <p:nvPr/>
        </p:nvSpPr>
        <p:spPr>
          <a:xfrm>
            <a:off x="2430380" y="3685285"/>
            <a:ext cx="2366210" cy="393032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8" name="文字方塊 7">
            <a:extLst>
              <a:ext uri="{FF2B5EF4-FFF2-40B4-BE49-F238E27FC236}">
                <a16:creationId xmlns:a16="http://schemas.microsoft.com/office/drawing/2014/main" id="{BFCE2436-9A40-42CC-B82E-338B3291D824}"/>
              </a:ext>
            </a:extLst>
          </p:cNvPr>
          <p:cNvSpPr txBox="1"/>
          <p:nvPr/>
        </p:nvSpPr>
        <p:spPr>
          <a:xfrm>
            <a:off x="1121199" y="5205662"/>
            <a:ext cx="3262432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TW" altLang="en-US" sz="2400" dirty="0">
                <a:highlight>
                  <a:srgbClr val="FF0000"/>
                </a:highlight>
                <a:latin typeface="STHeiti TC" panose="02000000000000000000" pitchFamily="2" charset="-120"/>
                <a:ea typeface="STHeiti TC" panose="02000000000000000000" pitchFamily="2" charset="-120"/>
              </a:rPr>
              <a:t>這裡放你想重複做的事</a:t>
            </a:r>
          </a:p>
        </p:txBody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97168E79-7728-4117-AC54-8EF55C7799C9}"/>
              </a:ext>
            </a:extLst>
          </p:cNvPr>
          <p:cNvSpPr/>
          <p:nvPr/>
        </p:nvSpPr>
        <p:spPr>
          <a:xfrm>
            <a:off x="2430379" y="4078316"/>
            <a:ext cx="4074695" cy="301179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50CE22CE-5AFA-4279-A43E-2354907914CC}"/>
              </a:ext>
            </a:extLst>
          </p:cNvPr>
          <p:cNvSpPr/>
          <p:nvPr/>
        </p:nvSpPr>
        <p:spPr>
          <a:xfrm>
            <a:off x="4902452" y="3692529"/>
            <a:ext cx="2366210" cy="393032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11" name="矩形 10">
            <a:extLst>
              <a:ext uri="{FF2B5EF4-FFF2-40B4-BE49-F238E27FC236}">
                <a16:creationId xmlns:a16="http://schemas.microsoft.com/office/drawing/2014/main" id="{63037457-2C6D-431A-823D-8F0A00BF4067}"/>
              </a:ext>
            </a:extLst>
          </p:cNvPr>
          <p:cNvSpPr/>
          <p:nvPr/>
        </p:nvSpPr>
        <p:spPr>
          <a:xfrm>
            <a:off x="7374524" y="3692529"/>
            <a:ext cx="3991308" cy="393032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599848128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Char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6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4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2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  <p:bldP spid="8" grpId="0"/>
      <p:bldP spid="9" grpId="0" animBg="1"/>
      <p:bldP spid="10" grpId="0" animBg="1"/>
      <p:bldP spid="10" grpId="1" animBg="1"/>
      <p:bldP spid="11" grpId="0" animBg="1"/>
      <p:bldP spid="11" grpId="1" animBg="1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2C03F527-35A6-4D8D-8B31-76ADFE1083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 cap="none" dirty="0">
                <a:latin typeface="Consolas" panose="020B0609020204030204" pitchFamily="49" charset="0"/>
              </a:rPr>
              <a:t>For </a:t>
            </a:r>
            <a:r>
              <a:rPr lang="zh-TW" altLang="en-US" cap="none" dirty="0">
                <a:latin typeface="STHeiti TC" panose="02000000000000000000" pitchFamily="2" charset="-120"/>
                <a:ea typeface="STHeiti TC" panose="02000000000000000000" pitchFamily="2" charset="-120"/>
              </a:rPr>
              <a:t>迴圈執行順序</a:t>
            </a:r>
          </a:p>
        </p:txBody>
      </p:sp>
      <p:pic>
        <p:nvPicPr>
          <p:cNvPr id="5" name="圖片 4">
            <a:extLst>
              <a:ext uri="{FF2B5EF4-FFF2-40B4-BE49-F238E27FC236}">
                <a16:creationId xmlns:a16="http://schemas.microsoft.com/office/drawing/2014/main" id="{7750CE26-34D1-45AF-8D5B-D8A9335BF8C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11131" y="433771"/>
            <a:ext cx="6766925" cy="2080829"/>
          </a:xfrm>
          <a:prstGeom prst="rect">
            <a:avLst/>
          </a:prstGeom>
        </p:spPr>
      </p:pic>
      <p:sp>
        <p:nvSpPr>
          <p:cNvPr id="6" name="矩形 5">
            <a:extLst>
              <a:ext uri="{FF2B5EF4-FFF2-40B4-BE49-F238E27FC236}">
                <a16:creationId xmlns:a16="http://schemas.microsoft.com/office/drawing/2014/main" id="{577FB6AE-3C04-41E1-A59B-247B1BA67B76}"/>
              </a:ext>
            </a:extLst>
          </p:cNvPr>
          <p:cNvSpPr/>
          <p:nvPr/>
        </p:nvSpPr>
        <p:spPr>
          <a:xfrm>
            <a:off x="6208776" y="452059"/>
            <a:ext cx="2086211" cy="516323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12" name="矩形: 圓角 11">
            <a:extLst>
              <a:ext uri="{FF2B5EF4-FFF2-40B4-BE49-F238E27FC236}">
                <a16:creationId xmlns:a16="http://schemas.microsoft.com/office/drawing/2014/main" id="{DFB640F3-B439-4835-9C5F-D7218976D806}"/>
              </a:ext>
            </a:extLst>
          </p:cNvPr>
          <p:cNvSpPr/>
          <p:nvPr/>
        </p:nvSpPr>
        <p:spPr>
          <a:xfrm>
            <a:off x="1141413" y="2866644"/>
            <a:ext cx="2029968" cy="1124713"/>
          </a:xfrm>
          <a:prstGeom prst="roundRect">
            <a:avLst/>
          </a:prstGeom>
        </p:spPr>
        <p:style>
          <a:lnRef idx="0">
            <a:schemeClr val="accent6"/>
          </a:lnRef>
          <a:fillRef idx="3">
            <a:schemeClr val="accent6"/>
          </a:fillRef>
          <a:effectRef idx="3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TW" altLang="en-US" sz="2800" dirty="0">
                <a:latin typeface="STHeiti TC" panose="02000000000000000000" pitchFamily="2" charset="-120"/>
                <a:ea typeface="STHeiti TC" panose="02000000000000000000" pitchFamily="2" charset="-120"/>
              </a:rPr>
              <a:t>給初始值</a:t>
            </a:r>
          </a:p>
        </p:txBody>
      </p:sp>
      <p:sp>
        <p:nvSpPr>
          <p:cNvPr id="13" name="矩形: 圓角 12">
            <a:extLst>
              <a:ext uri="{FF2B5EF4-FFF2-40B4-BE49-F238E27FC236}">
                <a16:creationId xmlns:a16="http://schemas.microsoft.com/office/drawing/2014/main" id="{0DBB7C36-106D-4DF0-BE4C-09CC811BD8CC}"/>
              </a:ext>
            </a:extLst>
          </p:cNvPr>
          <p:cNvSpPr/>
          <p:nvPr/>
        </p:nvSpPr>
        <p:spPr>
          <a:xfrm>
            <a:off x="4569546" y="2866643"/>
            <a:ext cx="2499360" cy="1124713"/>
          </a:xfrm>
          <a:prstGeom prst="roundRect">
            <a:avLst/>
          </a:prstGeom>
          <a:solidFill>
            <a:schemeClr val="accent3">
              <a:lumMod val="50000"/>
            </a:schemeClr>
          </a:solidFill>
        </p:spPr>
        <p:style>
          <a:lnRef idx="0">
            <a:schemeClr val="accent6"/>
          </a:lnRef>
          <a:fillRef idx="3">
            <a:schemeClr val="accent6"/>
          </a:fillRef>
          <a:effectRef idx="3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TW" altLang="en-US" sz="2800" dirty="0">
                <a:latin typeface="STHeiti TC" panose="02000000000000000000" pitchFamily="2" charset="-120"/>
                <a:ea typeface="STHeiti TC" panose="02000000000000000000" pitchFamily="2" charset="-120"/>
              </a:rPr>
              <a:t>判斷執行條件</a:t>
            </a:r>
          </a:p>
        </p:txBody>
      </p:sp>
      <p:sp>
        <p:nvSpPr>
          <p:cNvPr id="14" name="矩形: 圓角 13">
            <a:extLst>
              <a:ext uri="{FF2B5EF4-FFF2-40B4-BE49-F238E27FC236}">
                <a16:creationId xmlns:a16="http://schemas.microsoft.com/office/drawing/2014/main" id="{E77D17EA-D734-4D38-B0D4-EEF5A8E278AD}"/>
              </a:ext>
            </a:extLst>
          </p:cNvPr>
          <p:cNvSpPr/>
          <p:nvPr/>
        </p:nvSpPr>
        <p:spPr>
          <a:xfrm>
            <a:off x="1093739" y="5114540"/>
            <a:ext cx="4017392" cy="1124713"/>
          </a:xfrm>
          <a:prstGeom prst="roundRect">
            <a:avLst/>
          </a:prstGeom>
          <a:solidFill>
            <a:schemeClr val="accent3">
              <a:lumMod val="50000"/>
            </a:schemeClr>
          </a:solidFill>
        </p:spPr>
        <p:style>
          <a:lnRef idx="0">
            <a:schemeClr val="accent6"/>
          </a:lnRef>
          <a:fillRef idx="3">
            <a:schemeClr val="accent6"/>
          </a:fillRef>
          <a:effectRef idx="3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TW" altLang="en-US" sz="2800" dirty="0">
                <a:latin typeface="STHeiti TC" panose="02000000000000000000" pitchFamily="2" charset="-120"/>
                <a:ea typeface="STHeiti TC" panose="02000000000000000000" pitchFamily="2" charset="-120"/>
              </a:rPr>
              <a:t>執行大括號內的程式碼</a:t>
            </a:r>
          </a:p>
        </p:txBody>
      </p:sp>
      <p:sp>
        <p:nvSpPr>
          <p:cNvPr id="15" name="矩形: 圓角 14">
            <a:extLst>
              <a:ext uri="{FF2B5EF4-FFF2-40B4-BE49-F238E27FC236}">
                <a16:creationId xmlns:a16="http://schemas.microsoft.com/office/drawing/2014/main" id="{83649853-281A-47F9-AE9A-2BC2B17BF8B6}"/>
              </a:ext>
            </a:extLst>
          </p:cNvPr>
          <p:cNvSpPr/>
          <p:nvPr/>
        </p:nvSpPr>
        <p:spPr>
          <a:xfrm>
            <a:off x="6509296" y="5123687"/>
            <a:ext cx="4754880" cy="1124713"/>
          </a:xfrm>
          <a:prstGeom prst="roundRect">
            <a:avLst/>
          </a:prstGeom>
          <a:solidFill>
            <a:schemeClr val="accent3">
              <a:lumMod val="50000"/>
            </a:schemeClr>
          </a:solidFill>
        </p:spPr>
        <p:style>
          <a:lnRef idx="0">
            <a:schemeClr val="accent6"/>
          </a:lnRef>
          <a:fillRef idx="3">
            <a:schemeClr val="accent6"/>
          </a:fillRef>
          <a:effectRef idx="3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TW" altLang="en-US" sz="2800" dirty="0">
                <a:latin typeface="STHeiti TC" panose="02000000000000000000" pitchFamily="2" charset="-120"/>
                <a:ea typeface="STHeiti TC" panose="02000000000000000000" pitchFamily="2" charset="-120"/>
              </a:rPr>
              <a:t>迴圈結束要自動執行的動作</a:t>
            </a:r>
          </a:p>
        </p:txBody>
      </p:sp>
      <p:sp>
        <p:nvSpPr>
          <p:cNvPr id="16" name="矩形: 圓角 15">
            <a:extLst>
              <a:ext uri="{FF2B5EF4-FFF2-40B4-BE49-F238E27FC236}">
                <a16:creationId xmlns:a16="http://schemas.microsoft.com/office/drawing/2014/main" id="{8990B529-CFDB-4C24-B0EC-8A07AF897F2C}"/>
              </a:ext>
            </a:extLst>
          </p:cNvPr>
          <p:cNvSpPr/>
          <p:nvPr/>
        </p:nvSpPr>
        <p:spPr>
          <a:xfrm>
            <a:off x="8467072" y="2866644"/>
            <a:ext cx="2029968" cy="1124713"/>
          </a:xfrm>
          <a:prstGeom prst="roundRect">
            <a:avLst/>
          </a:prstGeom>
          <a:solidFill>
            <a:schemeClr val="tx1">
              <a:lumMod val="50000"/>
            </a:schemeClr>
          </a:solidFill>
        </p:spPr>
        <p:style>
          <a:lnRef idx="0">
            <a:schemeClr val="accent6"/>
          </a:lnRef>
          <a:fillRef idx="3">
            <a:schemeClr val="accent6"/>
          </a:fillRef>
          <a:effectRef idx="3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TW" altLang="en-US" sz="2800" dirty="0">
                <a:latin typeface="STHeiti TC" panose="02000000000000000000" pitchFamily="2" charset="-120"/>
                <a:ea typeface="STHeiti TC" panose="02000000000000000000" pitchFamily="2" charset="-120"/>
              </a:rPr>
              <a:t>離開迴圈</a:t>
            </a:r>
          </a:p>
        </p:txBody>
      </p:sp>
      <p:sp>
        <p:nvSpPr>
          <p:cNvPr id="17" name="箭號: 向右 16">
            <a:extLst>
              <a:ext uri="{FF2B5EF4-FFF2-40B4-BE49-F238E27FC236}">
                <a16:creationId xmlns:a16="http://schemas.microsoft.com/office/drawing/2014/main" id="{DFF9927A-F3A4-4DDC-B8F0-CAECB333E5FA}"/>
              </a:ext>
            </a:extLst>
          </p:cNvPr>
          <p:cNvSpPr/>
          <p:nvPr/>
        </p:nvSpPr>
        <p:spPr>
          <a:xfrm>
            <a:off x="3171381" y="3282696"/>
            <a:ext cx="1398165" cy="292608"/>
          </a:xfrm>
          <a:prstGeom prst="rightArrow">
            <a:avLst/>
          </a:prstGeom>
          <a:solidFill>
            <a:srgbClr val="FF0000"/>
          </a:solidFill>
          <a:ln>
            <a:solidFill>
              <a:srgbClr val="C0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18" name="箭號: 向右 17">
            <a:extLst>
              <a:ext uri="{FF2B5EF4-FFF2-40B4-BE49-F238E27FC236}">
                <a16:creationId xmlns:a16="http://schemas.microsoft.com/office/drawing/2014/main" id="{07AFE52C-AA5B-4370-B728-B3B92A979FF4}"/>
              </a:ext>
            </a:extLst>
          </p:cNvPr>
          <p:cNvSpPr/>
          <p:nvPr/>
        </p:nvSpPr>
        <p:spPr>
          <a:xfrm>
            <a:off x="7063404" y="3284980"/>
            <a:ext cx="1398165" cy="292608"/>
          </a:xfrm>
          <a:prstGeom prst="rightArrow">
            <a:avLst/>
          </a:prstGeom>
          <a:solidFill>
            <a:srgbClr val="FF0000"/>
          </a:solidFill>
          <a:ln>
            <a:solidFill>
              <a:srgbClr val="C0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TW" altLang="en-US" sz="2800" dirty="0">
                <a:solidFill>
                  <a:srgbClr val="FFFF00"/>
                </a:solidFill>
                <a:highlight>
                  <a:srgbClr val="000000"/>
                </a:highlight>
                <a:latin typeface="STHeiti TC" panose="02000000000000000000" pitchFamily="2" charset="-120"/>
                <a:ea typeface="STHeiti TC" panose="02000000000000000000" pitchFamily="2" charset="-120"/>
              </a:rPr>
              <a:t>不符合</a:t>
            </a:r>
          </a:p>
        </p:txBody>
      </p:sp>
      <p:sp>
        <p:nvSpPr>
          <p:cNvPr id="19" name="箭號: 向右 18">
            <a:extLst>
              <a:ext uri="{FF2B5EF4-FFF2-40B4-BE49-F238E27FC236}">
                <a16:creationId xmlns:a16="http://schemas.microsoft.com/office/drawing/2014/main" id="{4535D139-405E-47B7-878D-C954C0EEF4E3}"/>
              </a:ext>
            </a:extLst>
          </p:cNvPr>
          <p:cNvSpPr/>
          <p:nvPr/>
        </p:nvSpPr>
        <p:spPr>
          <a:xfrm>
            <a:off x="5111131" y="5539739"/>
            <a:ext cx="1398165" cy="292608"/>
          </a:xfrm>
          <a:prstGeom prst="rightArrow">
            <a:avLst/>
          </a:prstGeom>
          <a:solidFill>
            <a:srgbClr val="FF0000"/>
          </a:solidFill>
          <a:ln>
            <a:solidFill>
              <a:srgbClr val="C0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 dirty="0"/>
          </a:p>
        </p:txBody>
      </p:sp>
      <p:sp>
        <p:nvSpPr>
          <p:cNvPr id="20" name="箭號: 向右 19">
            <a:extLst>
              <a:ext uri="{FF2B5EF4-FFF2-40B4-BE49-F238E27FC236}">
                <a16:creationId xmlns:a16="http://schemas.microsoft.com/office/drawing/2014/main" id="{0C274132-834A-41C8-A8C9-444774A034BB}"/>
              </a:ext>
            </a:extLst>
          </p:cNvPr>
          <p:cNvSpPr/>
          <p:nvPr/>
        </p:nvSpPr>
        <p:spPr>
          <a:xfrm rot="7987985">
            <a:off x="3360357" y="4367188"/>
            <a:ext cx="1398165" cy="292608"/>
          </a:xfrm>
          <a:prstGeom prst="rightArrow">
            <a:avLst/>
          </a:prstGeom>
          <a:solidFill>
            <a:srgbClr val="FF0000"/>
          </a:solidFill>
          <a:ln>
            <a:solidFill>
              <a:srgbClr val="C0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 dirty="0"/>
          </a:p>
        </p:txBody>
      </p:sp>
      <p:sp>
        <p:nvSpPr>
          <p:cNvPr id="21" name="箭號: 向右 20">
            <a:extLst>
              <a:ext uri="{FF2B5EF4-FFF2-40B4-BE49-F238E27FC236}">
                <a16:creationId xmlns:a16="http://schemas.microsoft.com/office/drawing/2014/main" id="{C12F9A55-5801-427E-B08A-F263B1ACC2F1}"/>
              </a:ext>
            </a:extLst>
          </p:cNvPr>
          <p:cNvSpPr/>
          <p:nvPr/>
        </p:nvSpPr>
        <p:spPr>
          <a:xfrm rot="13385969">
            <a:off x="6846105" y="4367187"/>
            <a:ext cx="1398165" cy="292608"/>
          </a:xfrm>
          <a:prstGeom prst="rightArrow">
            <a:avLst/>
          </a:prstGeom>
          <a:solidFill>
            <a:srgbClr val="FF0000"/>
          </a:solidFill>
          <a:ln>
            <a:solidFill>
              <a:srgbClr val="C0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22" name="文字方塊 21">
            <a:extLst>
              <a:ext uri="{FF2B5EF4-FFF2-40B4-BE49-F238E27FC236}">
                <a16:creationId xmlns:a16="http://schemas.microsoft.com/office/drawing/2014/main" id="{685F5C74-4487-4F61-80D9-53B9803C6FBD}"/>
              </a:ext>
            </a:extLst>
          </p:cNvPr>
          <p:cNvSpPr txBox="1"/>
          <p:nvPr/>
        </p:nvSpPr>
        <p:spPr>
          <a:xfrm>
            <a:off x="3666735" y="4145798"/>
            <a:ext cx="1097289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TW" altLang="en-US" sz="2800" dirty="0">
                <a:solidFill>
                  <a:srgbClr val="FFFF00"/>
                </a:solidFill>
                <a:highlight>
                  <a:srgbClr val="000000"/>
                </a:highlight>
                <a:latin typeface="STHeiti TC" panose="02000000000000000000" pitchFamily="2" charset="-120"/>
                <a:ea typeface="STHeiti TC" panose="02000000000000000000" pitchFamily="2" charset="-120"/>
              </a:rPr>
              <a:t>符合</a:t>
            </a:r>
          </a:p>
        </p:txBody>
      </p:sp>
      <p:sp>
        <p:nvSpPr>
          <p:cNvPr id="23" name="矩形 22">
            <a:extLst>
              <a:ext uri="{FF2B5EF4-FFF2-40B4-BE49-F238E27FC236}">
                <a16:creationId xmlns:a16="http://schemas.microsoft.com/office/drawing/2014/main" id="{C05F1482-A3EC-425A-AE0A-9D622042D2B2}"/>
              </a:ext>
            </a:extLst>
          </p:cNvPr>
          <p:cNvSpPr/>
          <p:nvPr/>
        </p:nvSpPr>
        <p:spPr>
          <a:xfrm>
            <a:off x="8333417" y="452059"/>
            <a:ext cx="1450663" cy="516323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24" name="矩形 23">
            <a:extLst>
              <a:ext uri="{FF2B5EF4-FFF2-40B4-BE49-F238E27FC236}">
                <a16:creationId xmlns:a16="http://schemas.microsoft.com/office/drawing/2014/main" id="{ED5B94E9-DEB4-4925-B621-EDEA439EFC31}"/>
              </a:ext>
            </a:extLst>
          </p:cNvPr>
          <p:cNvSpPr/>
          <p:nvPr/>
        </p:nvSpPr>
        <p:spPr>
          <a:xfrm>
            <a:off x="9830275" y="457273"/>
            <a:ext cx="831629" cy="516323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25" name="矩形 24">
            <a:extLst>
              <a:ext uri="{FF2B5EF4-FFF2-40B4-BE49-F238E27FC236}">
                <a16:creationId xmlns:a16="http://schemas.microsoft.com/office/drawing/2014/main" id="{6FA78375-59D6-49D1-86F5-9BDE1BB11D5B}"/>
              </a:ext>
            </a:extLst>
          </p:cNvPr>
          <p:cNvSpPr/>
          <p:nvPr/>
        </p:nvSpPr>
        <p:spPr>
          <a:xfrm>
            <a:off x="5916168" y="963076"/>
            <a:ext cx="5961888" cy="1067667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504748442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Char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4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0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8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2" fill="hold">
                      <p:stCondLst>
                        <p:cond delay="indefinite"/>
                      </p:stCondLst>
                      <p:childTnLst>
                        <p:par>
                          <p:cTn id="43" fill="hold">
                            <p:stCondLst>
                              <p:cond delay="0"/>
                            </p:stCondLst>
                            <p:childTnLst>
                              <p:par>
                                <p:cTn id="44" presetID="10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45" dur="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1" presetID="10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62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4" presetID="10" presetClass="entr" presetSubtype="0" fill="hold" grpId="2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6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7" fill="hold">
                      <p:stCondLst>
                        <p:cond delay="indefinite"/>
                      </p:stCondLst>
                      <p:childTnLst>
                        <p:par>
                          <p:cTn id="68" fill="hold">
                            <p:stCondLst>
                              <p:cond delay="0"/>
                            </p:stCondLst>
                            <p:childTnLst>
                              <p:par>
                                <p:cTn id="6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1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4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5" presetID="10" presetClass="exit" presetSubtype="0" fill="hold" grpId="3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76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77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P spid="6" grpId="1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/>
      <p:bldP spid="23" grpId="0" animBg="1"/>
      <p:bldP spid="23" grpId="1" animBg="1"/>
      <p:bldP spid="23" grpId="2" animBg="1"/>
      <p:bldP spid="23" grpId="3" animBg="1"/>
      <p:bldP spid="24" grpId="0" animBg="1"/>
      <p:bldP spid="24" grpId="1" animBg="1"/>
      <p:bldP spid="25" grpId="0" animBg="1"/>
      <p:bldP spid="25" grpId="1" animBg="1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1D0E7EF7-BCA6-469B-B0A4-D5C04590FB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 cap="none" dirty="0">
                <a:latin typeface="Consolas" panose="020B0609020204030204" pitchFamily="49" charset="0"/>
              </a:rPr>
              <a:t>For </a:t>
            </a:r>
            <a:r>
              <a:rPr lang="zh-TW" altLang="en-US" cap="none" dirty="0">
                <a:latin typeface="STHeiti TC" panose="02000000000000000000" pitchFamily="2" charset="-120"/>
                <a:ea typeface="STHeiti TC" panose="02000000000000000000" pitchFamily="2" charset="-120"/>
              </a:rPr>
              <a:t>迴圈</a:t>
            </a:r>
            <a:r>
              <a:rPr lang="en-US" altLang="zh-TW" cap="none" dirty="0">
                <a:latin typeface="Consolas" panose="020B0609020204030204" pitchFamily="49" charset="0"/>
              </a:rPr>
              <a:t> – </a:t>
            </a:r>
            <a:r>
              <a:rPr lang="zh-TW" altLang="en-US" cap="none" dirty="0">
                <a:latin typeface="STHeiti TC" panose="02000000000000000000" pitchFamily="2" charset="-120"/>
                <a:ea typeface="STHeiti TC" panose="02000000000000000000" pitchFamily="2" charset="-120"/>
              </a:rPr>
              <a:t>範例</a:t>
            </a:r>
            <a:endParaRPr lang="zh-TW" altLang="en-US" dirty="0">
              <a:latin typeface="STHeiti TC" panose="02000000000000000000" pitchFamily="2" charset="-120"/>
              <a:ea typeface="STHeiti TC" panose="02000000000000000000" pitchFamily="2" charset="-120"/>
            </a:endParaRPr>
          </a:p>
        </p:txBody>
      </p:sp>
      <p:grpSp>
        <p:nvGrpSpPr>
          <p:cNvPr id="6" name="群組 5">
            <a:extLst>
              <a:ext uri="{FF2B5EF4-FFF2-40B4-BE49-F238E27FC236}">
                <a16:creationId xmlns:a16="http://schemas.microsoft.com/office/drawing/2014/main" id="{7BE2C85E-D9CF-4AD6-B687-D199A93CCD32}"/>
              </a:ext>
            </a:extLst>
          </p:cNvPr>
          <p:cNvGrpSpPr/>
          <p:nvPr/>
        </p:nvGrpSpPr>
        <p:grpSpPr>
          <a:xfrm>
            <a:off x="8001176" y="1137387"/>
            <a:ext cx="1656011" cy="1323472"/>
            <a:chOff x="9683833" y="1191128"/>
            <a:chExt cx="1656011" cy="1323472"/>
          </a:xfrm>
        </p:grpSpPr>
        <p:grpSp>
          <p:nvGrpSpPr>
            <p:cNvPr id="7" name="群組 6">
              <a:extLst>
                <a:ext uri="{FF2B5EF4-FFF2-40B4-BE49-F238E27FC236}">
                  <a16:creationId xmlns:a16="http://schemas.microsoft.com/office/drawing/2014/main" id="{5992D52E-64EC-458E-A6BB-E203ABA774EB}"/>
                </a:ext>
              </a:extLst>
            </p:cNvPr>
            <p:cNvGrpSpPr/>
            <p:nvPr/>
          </p:nvGrpSpPr>
          <p:grpSpPr>
            <a:xfrm>
              <a:off x="9683833" y="1191128"/>
              <a:ext cx="1435768" cy="1323472"/>
              <a:chOff x="9683833" y="1191128"/>
              <a:chExt cx="1435768" cy="1323472"/>
            </a:xfrm>
          </p:grpSpPr>
          <p:sp>
            <p:nvSpPr>
              <p:cNvPr id="9" name="矩形: 圓角 8">
                <a:extLst>
                  <a:ext uri="{FF2B5EF4-FFF2-40B4-BE49-F238E27FC236}">
                    <a16:creationId xmlns:a16="http://schemas.microsoft.com/office/drawing/2014/main" id="{ACE07E87-0102-4BC1-9488-4C0F2D9D5D43}"/>
                  </a:ext>
                </a:extLst>
              </p:cNvPr>
              <p:cNvSpPr/>
              <p:nvPr/>
            </p:nvSpPr>
            <p:spPr>
              <a:xfrm>
                <a:off x="9683833" y="1712495"/>
                <a:ext cx="1435768" cy="802105"/>
              </a:xfrm>
              <a:prstGeom prst="roundRect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zh-TW" dirty="0" err="1">
                    <a:latin typeface="Consolas" panose="020B0609020204030204" pitchFamily="49" charset="0"/>
                  </a:rPr>
                  <a:t>i</a:t>
                </a:r>
                <a:r>
                  <a:rPr lang="en-US" altLang="zh-TW" dirty="0">
                    <a:latin typeface="Consolas" panose="020B0609020204030204" pitchFamily="49" charset="0"/>
                  </a:rPr>
                  <a:t> = 1</a:t>
                </a:r>
                <a:endParaRPr lang="zh-TW" altLang="en-US" dirty="0">
                  <a:latin typeface="Consolas" panose="020B0609020204030204" pitchFamily="49" charset="0"/>
                </a:endParaRPr>
              </a:p>
            </p:txBody>
          </p:sp>
          <p:sp>
            <p:nvSpPr>
              <p:cNvPr id="10" name="箭號: 向下 9">
                <a:extLst>
                  <a:ext uri="{FF2B5EF4-FFF2-40B4-BE49-F238E27FC236}">
                    <a16:creationId xmlns:a16="http://schemas.microsoft.com/office/drawing/2014/main" id="{471F0D9E-14F4-4261-ACB7-6967B88F22BB}"/>
                  </a:ext>
                </a:extLst>
              </p:cNvPr>
              <p:cNvSpPr/>
              <p:nvPr/>
            </p:nvSpPr>
            <p:spPr>
              <a:xfrm>
                <a:off x="10309475" y="1191128"/>
                <a:ext cx="184484" cy="513346"/>
              </a:xfrm>
              <a:prstGeom prst="downArrow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 dirty="0"/>
              </a:p>
            </p:txBody>
          </p:sp>
        </p:grpSp>
        <p:sp>
          <p:nvSpPr>
            <p:cNvPr id="8" name="文字方塊 7">
              <a:extLst>
                <a:ext uri="{FF2B5EF4-FFF2-40B4-BE49-F238E27FC236}">
                  <a16:creationId xmlns:a16="http://schemas.microsoft.com/office/drawing/2014/main" id="{052AB989-6BB6-4B22-90C6-09205C7C49E0}"/>
                </a:ext>
              </a:extLst>
            </p:cNvPr>
            <p:cNvSpPr txBox="1"/>
            <p:nvPr/>
          </p:nvSpPr>
          <p:spPr>
            <a:xfrm>
              <a:off x="10775266" y="1266782"/>
              <a:ext cx="564578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zh-TW" dirty="0" err="1">
                  <a:latin typeface="Consolas" panose="020B0609020204030204" pitchFamily="49" charset="0"/>
                </a:rPr>
                <a:t>i</a:t>
              </a:r>
              <a:r>
                <a:rPr lang="en-US" altLang="zh-TW" dirty="0">
                  <a:latin typeface="Consolas" panose="020B0609020204030204" pitchFamily="49" charset="0"/>
                </a:rPr>
                <a:t>++</a:t>
              </a:r>
              <a:endParaRPr lang="zh-TW" altLang="en-US" dirty="0">
                <a:latin typeface="Consolas" panose="020B0609020204030204" pitchFamily="49" charset="0"/>
              </a:endParaRPr>
            </a:p>
          </p:txBody>
        </p:sp>
      </p:grpSp>
      <p:grpSp>
        <p:nvGrpSpPr>
          <p:cNvPr id="11" name="群組 10">
            <a:extLst>
              <a:ext uri="{FF2B5EF4-FFF2-40B4-BE49-F238E27FC236}">
                <a16:creationId xmlns:a16="http://schemas.microsoft.com/office/drawing/2014/main" id="{987E1A93-8413-4BA2-A677-DB6F7D531D94}"/>
              </a:ext>
            </a:extLst>
          </p:cNvPr>
          <p:cNvGrpSpPr/>
          <p:nvPr/>
        </p:nvGrpSpPr>
        <p:grpSpPr>
          <a:xfrm>
            <a:off x="7914729" y="2460858"/>
            <a:ext cx="1742458" cy="1315452"/>
            <a:chOff x="9683833" y="2514600"/>
            <a:chExt cx="1742458" cy="1315452"/>
          </a:xfrm>
        </p:grpSpPr>
        <p:grpSp>
          <p:nvGrpSpPr>
            <p:cNvPr id="12" name="群組 11">
              <a:extLst>
                <a:ext uri="{FF2B5EF4-FFF2-40B4-BE49-F238E27FC236}">
                  <a16:creationId xmlns:a16="http://schemas.microsoft.com/office/drawing/2014/main" id="{4571E7C2-D12F-4123-A001-94481A050A62}"/>
                </a:ext>
              </a:extLst>
            </p:cNvPr>
            <p:cNvGrpSpPr/>
            <p:nvPr/>
          </p:nvGrpSpPr>
          <p:grpSpPr>
            <a:xfrm>
              <a:off x="9683833" y="2514600"/>
              <a:ext cx="1435768" cy="1315452"/>
              <a:chOff x="9683833" y="2514600"/>
              <a:chExt cx="1435768" cy="1315452"/>
            </a:xfrm>
          </p:grpSpPr>
          <p:sp>
            <p:nvSpPr>
              <p:cNvPr id="14" name="矩形: 圓角 13">
                <a:extLst>
                  <a:ext uri="{FF2B5EF4-FFF2-40B4-BE49-F238E27FC236}">
                    <a16:creationId xmlns:a16="http://schemas.microsoft.com/office/drawing/2014/main" id="{5A5A1344-69F5-42B9-8150-E517E226D2DE}"/>
                  </a:ext>
                </a:extLst>
              </p:cNvPr>
              <p:cNvSpPr/>
              <p:nvPr/>
            </p:nvSpPr>
            <p:spPr>
              <a:xfrm>
                <a:off x="9683833" y="3027947"/>
                <a:ext cx="1435768" cy="802105"/>
              </a:xfrm>
              <a:prstGeom prst="roundRect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zh-TW" dirty="0">
                    <a:latin typeface="Consolas" panose="020B0609020204030204" pitchFamily="49" charset="0"/>
                  </a:rPr>
                  <a:t>i = 2</a:t>
                </a:r>
                <a:endParaRPr lang="zh-TW" altLang="en-US" dirty="0">
                  <a:latin typeface="Consolas" panose="020B0609020204030204" pitchFamily="49" charset="0"/>
                </a:endParaRPr>
              </a:p>
            </p:txBody>
          </p:sp>
          <p:sp>
            <p:nvSpPr>
              <p:cNvPr id="15" name="箭號: 向下 14">
                <a:extLst>
                  <a:ext uri="{FF2B5EF4-FFF2-40B4-BE49-F238E27FC236}">
                    <a16:creationId xmlns:a16="http://schemas.microsoft.com/office/drawing/2014/main" id="{AE6E5C11-1625-4A5B-9E7E-6132D8506B7B}"/>
                  </a:ext>
                </a:extLst>
              </p:cNvPr>
              <p:cNvSpPr/>
              <p:nvPr/>
            </p:nvSpPr>
            <p:spPr>
              <a:xfrm>
                <a:off x="10395922" y="2514600"/>
                <a:ext cx="184484" cy="513346"/>
              </a:xfrm>
              <a:prstGeom prst="downArrow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/>
              </a:p>
            </p:txBody>
          </p:sp>
        </p:grpSp>
        <p:sp>
          <p:nvSpPr>
            <p:cNvPr id="13" name="文字方塊 12">
              <a:extLst>
                <a:ext uri="{FF2B5EF4-FFF2-40B4-BE49-F238E27FC236}">
                  <a16:creationId xmlns:a16="http://schemas.microsoft.com/office/drawing/2014/main" id="{8B272E68-0962-4368-833B-690EA8E415D3}"/>
                </a:ext>
              </a:extLst>
            </p:cNvPr>
            <p:cNvSpPr txBox="1"/>
            <p:nvPr/>
          </p:nvSpPr>
          <p:spPr>
            <a:xfrm>
              <a:off x="10861713" y="2586607"/>
              <a:ext cx="564578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zh-TW" dirty="0" err="1">
                  <a:latin typeface="Consolas" panose="020B0609020204030204" pitchFamily="49" charset="0"/>
                </a:rPr>
                <a:t>i</a:t>
              </a:r>
              <a:r>
                <a:rPr lang="en-US" altLang="zh-TW" dirty="0">
                  <a:latin typeface="Consolas" panose="020B0609020204030204" pitchFamily="49" charset="0"/>
                </a:rPr>
                <a:t>++</a:t>
              </a:r>
              <a:endParaRPr lang="zh-TW" altLang="en-US" dirty="0">
                <a:latin typeface="Consolas" panose="020B0609020204030204" pitchFamily="49" charset="0"/>
              </a:endParaRPr>
            </a:p>
          </p:txBody>
        </p:sp>
      </p:grpSp>
      <p:grpSp>
        <p:nvGrpSpPr>
          <p:cNvPr id="16" name="群組 15">
            <a:extLst>
              <a:ext uri="{FF2B5EF4-FFF2-40B4-BE49-F238E27FC236}">
                <a16:creationId xmlns:a16="http://schemas.microsoft.com/office/drawing/2014/main" id="{9E80A9B0-0FF8-4510-B800-25A19D3C95A5}"/>
              </a:ext>
            </a:extLst>
          </p:cNvPr>
          <p:cNvGrpSpPr/>
          <p:nvPr/>
        </p:nvGrpSpPr>
        <p:grpSpPr>
          <a:xfrm>
            <a:off x="8001176" y="3768289"/>
            <a:ext cx="1656011" cy="1323476"/>
            <a:chOff x="9683833" y="3822030"/>
            <a:chExt cx="1656011" cy="1323476"/>
          </a:xfrm>
        </p:grpSpPr>
        <p:grpSp>
          <p:nvGrpSpPr>
            <p:cNvPr id="17" name="群組 16">
              <a:extLst>
                <a:ext uri="{FF2B5EF4-FFF2-40B4-BE49-F238E27FC236}">
                  <a16:creationId xmlns:a16="http://schemas.microsoft.com/office/drawing/2014/main" id="{B99044D0-3456-4A4C-A216-1D752EE8D6B9}"/>
                </a:ext>
              </a:extLst>
            </p:cNvPr>
            <p:cNvGrpSpPr/>
            <p:nvPr/>
          </p:nvGrpSpPr>
          <p:grpSpPr>
            <a:xfrm>
              <a:off x="9683833" y="3822030"/>
              <a:ext cx="1435768" cy="1323476"/>
              <a:chOff x="9683833" y="3822030"/>
              <a:chExt cx="1435768" cy="1323476"/>
            </a:xfrm>
          </p:grpSpPr>
          <p:sp>
            <p:nvSpPr>
              <p:cNvPr id="19" name="矩形: 圓角 18">
                <a:extLst>
                  <a:ext uri="{FF2B5EF4-FFF2-40B4-BE49-F238E27FC236}">
                    <a16:creationId xmlns:a16="http://schemas.microsoft.com/office/drawing/2014/main" id="{5EBD123B-74CD-47B2-8996-A089ADE83FFC}"/>
                  </a:ext>
                </a:extLst>
              </p:cNvPr>
              <p:cNvSpPr/>
              <p:nvPr/>
            </p:nvSpPr>
            <p:spPr>
              <a:xfrm>
                <a:off x="9683833" y="4343401"/>
                <a:ext cx="1435768" cy="802105"/>
              </a:xfrm>
              <a:prstGeom prst="roundRect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zh-TW" dirty="0" err="1">
                    <a:latin typeface="Consolas" panose="020B0609020204030204" pitchFamily="49" charset="0"/>
                  </a:rPr>
                  <a:t>i</a:t>
                </a:r>
                <a:r>
                  <a:rPr lang="en-US" altLang="zh-TW" dirty="0">
                    <a:latin typeface="Consolas" panose="020B0609020204030204" pitchFamily="49" charset="0"/>
                  </a:rPr>
                  <a:t> = 3</a:t>
                </a:r>
                <a:endParaRPr lang="zh-TW" altLang="en-US" dirty="0">
                  <a:latin typeface="Consolas" panose="020B0609020204030204" pitchFamily="49" charset="0"/>
                </a:endParaRPr>
              </a:p>
            </p:txBody>
          </p:sp>
          <p:sp>
            <p:nvSpPr>
              <p:cNvPr id="20" name="箭號: 向下 19">
                <a:extLst>
                  <a:ext uri="{FF2B5EF4-FFF2-40B4-BE49-F238E27FC236}">
                    <a16:creationId xmlns:a16="http://schemas.microsoft.com/office/drawing/2014/main" id="{C1B3AB95-228C-49FE-ACD7-27C2F0E609D2}"/>
                  </a:ext>
                </a:extLst>
              </p:cNvPr>
              <p:cNvSpPr/>
              <p:nvPr/>
            </p:nvSpPr>
            <p:spPr>
              <a:xfrm>
                <a:off x="10305464" y="3822030"/>
                <a:ext cx="184484" cy="513346"/>
              </a:xfrm>
              <a:prstGeom prst="downArrow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 dirty="0"/>
              </a:p>
            </p:txBody>
          </p:sp>
        </p:grpSp>
        <p:sp>
          <p:nvSpPr>
            <p:cNvPr id="18" name="文字方塊 17">
              <a:extLst>
                <a:ext uri="{FF2B5EF4-FFF2-40B4-BE49-F238E27FC236}">
                  <a16:creationId xmlns:a16="http://schemas.microsoft.com/office/drawing/2014/main" id="{1C791A78-7309-48EB-8227-6EB48C5DC75F}"/>
                </a:ext>
              </a:extLst>
            </p:cNvPr>
            <p:cNvSpPr txBox="1"/>
            <p:nvPr/>
          </p:nvSpPr>
          <p:spPr>
            <a:xfrm>
              <a:off x="10775266" y="3893865"/>
              <a:ext cx="564578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zh-TW" dirty="0" err="1">
                  <a:latin typeface="Consolas" panose="020B0609020204030204" pitchFamily="49" charset="0"/>
                </a:rPr>
                <a:t>i</a:t>
              </a:r>
              <a:r>
                <a:rPr lang="en-US" altLang="zh-TW" dirty="0">
                  <a:latin typeface="Consolas" panose="020B0609020204030204" pitchFamily="49" charset="0"/>
                </a:rPr>
                <a:t>++</a:t>
              </a:r>
              <a:endParaRPr lang="zh-TW" altLang="en-US" dirty="0">
                <a:latin typeface="Consolas" panose="020B0609020204030204" pitchFamily="49" charset="0"/>
              </a:endParaRPr>
            </a:p>
          </p:txBody>
        </p:sp>
      </p:grpSp>
      <p:grpSp>
        <p:nvGrpSpPr>
          <p:cNvPr id="21" name="群組 20">
            <a:extLst>
              <a:ext uri="{FF2B5EF4-FFF2-40B4-BE49-F238E27FC236}">
                <a16:creationId xmlns:a16="http://schemas.microsoft.com/office/drawing/2014/main" id="{B6BEAAA4-87AA-4ACF-8987-D300AC98B256}"/>
              </a:ext>
            </a:extLst>
          </p:cNvPr>
          <p:cNvGrpSpPr/>
          <p:nvPr/>
        </p:nvGrpSpPr>
        <p:grpSpPr>
          <a:xfrm>
            <a:off x="8001176" y="5091765"/>
            <a:ext cx="1656011" cy="1315454"/>
            <a:chOff x="9683833" y="5145506"/>
            <a:chExt cx="1656011" cy="1315454"/>
          </a:xfrm>
        </p:grpSpPr>
        <p:grpSp>
          <p:nvGrpSpPr>
            <p:cNvPr id="22" name="群組 21">
              <a:extLst>
                <a:ext uri="{FF2B5EF4-FFF2-40B4-BE49-F238E27FC236}">
                  <a16:creationId xmlns:a16="http://schemas.microsoft.com/office/drawing/2014/main" id="{63D14EAA-BD3F-4FA8-BCFA-23E97CA3D97C}"/>
                </a:ext>
              </a:extLst>
            </p:cNvPr>
            <p:cNvGrpSpPr/>
            <p:nvPr/>
          </p:nvGrpSpPr>
          <p:grpSpPr>
            <a:xfrm>
              <a:off x="9683833" y="5145506"/>
              <a:ext cx="1435768" cy="1315454"/>
              <a:chOff x="9683833" y="5145506"/>
              <a:chExt cx="1435768" cy="1315454"/>
            </a:xfrm>
          </p:grpSpPr>
          <p:sp>
            <p:nvSpPr>
              <p:cNvPr id="24" name="矩形: 圓角 23">
                <a:extLst>
                  <a:ext uri="{FF2B5EF4-FFF2-40B4-BE49-F238E27FC236}">
                    <a16:creationId xmlns:a16="http://schemas.microsoft.com/office/drawing/2014/main" id="{B2DCD887-238A-4E18-A13F-B1EC72D888FC}"/>
                  </a:ext>
                </a:extLst>
              </p:cNvPr>
              <p:cNvSpPr/>
              <p:nvPr/>
            </p:nvSpPr>
            <p:spPr>
              <a:xfrm>
                <a:off x="9683833" y="5658855"/>
                <a:ext cx="1435768" cy="802105"/>
              </a:xfrm>
              <a:prstGeom prst="roundRect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zh-TW" dirty="0">
                    <a:latin typeface="Consolas" panose="020B0609020204030204" pitchFamily="49" charset="0"/>
                  </a:rPr>
                  <a:t>i = 4</a:t>
                </a:r>
                <a:endParaRPr lang="zh-TW" altLang="en-US" dirty="0">
                  <a:latin typeface="Consolas" panose="020B0609020204030204" pitchFamily="49" charset="0"/>
                </a:endParaRPr>
              </a:p>
            </p:txBody>
          </p:sp>
          <p:sp>
            <p:nvSpPr>
              <p:cNvPr id="25" name="箭號: 向下 24">
                <a:extLst>
                  <a:ext uri="{FF2B5EF4-FFF2-40B4-BE49-F238E27FC236}">
                    <a16:creationId xmlns:a16="http://schemas.microsoft.com/office/drawing/2014/main" id="{050637C3-2AE0-4300-AA24-08753DD8629B}"/>
                  </a:ext>
                </a:extLst>
              </p:cNvPr>
              <p:cNvSpPr/>
              <p:nvPr/>
            </p:nvSpPr>
            <p:spPr>
              <a:xfrm>
                <a:off x="10315270" y="5145506"/>
                <a:ext cx="184484" cy="513346"/>
              </a:xfrm>
              <a:prstGeom prst="downArrow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/>
              </a:p>
            </p:txBody>
          </p:sp>
        </p:grpSp>
        <p:sp>
          <p:nvSpPr>
            <p:cNvPr id="23" name="文字方塊 22">
              <a:extLst>
                <a:ext uri="{FF2B5EF4-FFF2-40B4-BE49-F238E27FC236}">
                  <a16:creationId xmlns:a16="http://schemas.microsoft.com/office/drawing/2014/main" id="{000F7328-D15B-4F46-9A2E-862C9B82BB33}"/>
                </a:ext>
              </a:extLst>
            </p:cNvPr>
            <p:cNvSpPr txBox="1"/>
            <p:nvPr/>
          </p:nvSpPr>
          <p:spPr>
            <a:xfrm>
              <a:off x="10775266" y="5218233"/>
              <a:ext cx="564578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zh-TW" dirty="0" err="1">
                  <a:latin typeface="Consolas" panose="020B0609020204030204" pitchFamily="49" charset="0"/>
                </a:rPr>
                <a:t>i</a:t>
              </a:r>
              <a:r>
                <a:rPr lang="en-US" altLang="zh-TW" dirty="0">
                  <a:latin typeface="Consolas" panose="020B0609020204030204" pitchFamily="49" charset="0"/>
                </a:rPr>
                <a:t>++</a:t>
              </a:r>
              <a:endParaRPr lang="zh-TW" altLang="en-US" dirty="0">
                <a:latin typeface="Consolas" panose="020B0609020204030204" pitchFamily="49" charset="0"/>
              </a:endParaRPr>
            </a:p>
          </p:txBody>
        </p:sp>
      </p:grpSp>
      <p:sp>
        <p:nvSpPr>
          <p:cNvPr id="27" name="矩形: 圓角 26">
            <a:extLst>
              <a:ext uri="{FF2B5EF4-FFF2-40B4-BE49-F238E27FC236}">
                <a16:creationId xmlns:a16="http://schemas.microsoft.com/office/drawing/2014/main" id="{0782D954-D1ED-487D-8724-4318B447A93C}"/>
              </a:ext>
            </a:extLst>
          </p:cNvPr>
          <p:cNvSpPr/>
          <p:nvPr/>
        </p:nvSpPr>
        <p:spPr>
          <a:xfrm>
            <a:off x="8001176" y="343302"/>
            <a:ext cx="1435768" cy="802105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TW" dirty="0">
                <a:latin typeface="Consolas" panose="020B0609020204030204" pitchFamily="49" charset="0"/>
              </a:rPr>
              <a:t>i = 0</a:t>
            </a:r>
            <a:endParaRPr lang="zh-TW" altLang="en-US" dirty="0">
              <a:latin typeface="Consolas" panose="020B0609020204030204" pitchFamily="49" charset="0"/>
            </a:endParaRPr>
          </a:p>
        </p:txBody>
      </p:sp>
      <p:grpSp>
        <p:nvGrpSpPr>
          <p:cNvPr id="36" name="群組 35">
            <a:extLst>
              <a:ext uri="{FF2B5EF4-FFF2-40B4-BE49-F238E27FC236}">
                <a16:creationId xmlns:a16="http://schemas.microsoft.com/office/drawing/2014/main" id="{697F5705-E1C8-402F-A6F5-513D1BAED1FB}"/>
              </a:ext>
            </a:extLst>
          </p:cNvPr>
          <p:cNvGrpSpPr/>
          <p:nvPr/>
        </p:nvGrpSpPr>
        <p:grpSpPr>
          <a:xfrm>
            <a:off x="9448534" y="5061687"/>
            <a:ext cx="1888958" cy="1888958"/>
            <a:chOff x="8347885" y="5107407"/>
            <a:chExt cx="1888958" cy="1888958"/>
          </a:xfrm>
        </p:grpSpPr>
        <p:sp>
          <p:nvSpPr>
            <p:cNvPr id="30" name="箭號: 向下 29">
              <a:extLst>
                <a:ext uri="{FF2B5EF4-FFF2-40B4-BE49-F238E27FC236}">
                  <a16:creationId xmlns:a16="http://schemas.microsoft.com/office/drawing/2014/main" id="{E9071C8B-8963-4B39-AC65-EA497B3B4102}"/>
                </a:ext>
              </a:extLst>
            </p:cNvPr>
            <p:cNvSpPr/>
            <p:nvPr/>
          </p:nvSpPr>
          <p:spPr>
            <a:xfrm rot="16200000">
              <a:off x="8685266" y="5795213"/>
              <a:ext cx="184484" cy="513346"/>
            </a:xfrm>
            <a:prstGeom prst="downArrow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grpSp>
          <p:nvGrpSpPr>
            <p:cNvPr id="33" name="群組 32">
              <a:extLst>
                <a:ext uri="{FF2B5EF4-FFF2-40B4-BE49-F238E27FC236}">
                  <a16:creationId xmlns:a16="http://schemas.microsoft.com/office/drawing/2014/main" id="{CD8E0A4A-8705-43BB-ACF4-CB0CB5CC8CF3}"/>
                </a:ext>
              </a:extLst>
            </p:cNvPr>
            <p:cNvGrpSpPr/>
            <p:nvPr/>
          </p:nvGrpSpPr>
          <p:grpSpPr>
            <a:xfrm>
              <a:off x="8347885" y="5107407"/>
              <a:ext cx="1888958" cy="1888958"/>
              <a:chOff x="2352173" y="3313763"/>
              <a:chExt cx="1888958" cy="1888958"/>
            </a:xfrm>
          </p:grpSpPr>
          <p:sp>
            <p:nvSpPr>
              <p:cNvPr id="34" name="矩形 33">
                <a:extLst>
                  <a:ext uri="{FF2B5EF4-FFF2-40B4-BE49-F238E27FC236}">
                    <a16:creationId xmlns:a16="http://schemas.microsoft.com/office/drawing/2014/main" id="{76898DE3-FFC5-45C3-9308-7B37B484F69E}"/>
                  </a:ext>
                </a:extLst>
              </p:cNvPr>
              <p:cNvSpPr/>
              <p:nvPr/>
            </p:nvSpPr>
            <p:spPr>
              <a:xfrm rot="-2700000">
                <a:off x="3220453" y="3313763"/>
                <a:ext cx="152400" cy="1888958"/>
              </a:xfrm>
              <a:prstGeom prst="rect">
                <a:avLst/>
              </a:prstGeom>
              <a:solidFill>
                <a:srgbClr val="FF0000"/>
              </a:solidFill>
              <a:ln>
                <a:solidFill>
                  <a:srgbClr val="C0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/>
              </a:p>
            </p:txBody>
          </p:sp>
          <p:sp>
            <p:nvSpPr>
              <p:cNvPr id="35" name="矩形 34">
                <a:extLst>
                  <a:ext uri="{FF2B5EF4-FFF2-40B4-BE49-F238E27FC236}">
                    <a16:creationId xmlns:a16="http://schemas.microsoft.com/office/drawing/2014/main" id="{EF9AE834-8141-44A2-9943-9740EFF05D22}"/>
                  </a:ext>
                </a:extLst>
              </p:cNvPr>
              <p:cNvSpPr/>
              <p:nvPr/>
            </p:nvSpPr>
            <p:spPr>
              <a:xfrm rot="2700000">
                <a:off x="3220452" y="3313764"/>
                <a:ext cx="152400" cy="1888958"/>
              </a:xfrm>
              <a:prstGeom prst="rect">
                <a:avLst/>
              </a:prstGeom>
              <a:solidFill>
                <a:srgbClr val="FF0000"/>
              </a:solidFill>
              <a:ln>
                <a:solidFill>
                  <a:srgbClr val="C0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/>
              </a:p>
            </p:txBody>
          </p:sp>
        </p:grpSp>
        <p:sp>
          <p:nvSpPr>
            <p:cNvPr id="32" name="文字方塊 31">
              <a:extLst>
                <a:ext uri="{FF2B5EF4-FFF2-40B4-BE49-F238E27FC236}">
                  <a16:creationId xmlns:a16="http://schemas.microsoft.com/office/drawing/2014/main" id="{3D817903-C601-48A6-A96B-93D33386E302}"/>
                </a:ext>
              </a:extLst>
            </p:cNvPr>
            <p:cNvSpPr txBox="1"/>
            <p:nvPr/>
          </p:nvSpPr>
          <p:spPr>
            <a:xfrm>
              <a:off x="9218721" y="5867220"/>
              <a:ext cx="855721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zh-TW" dirty="0">
                  <a:latin typeface="Consolas" panose="020B0609020204030204" pitchFamily="49" charset="0"/>
                </a:rPr>
                <a:t>i = 5</a:t>
              </a:r>
              <a:endParaRPr lang="zh-TW" altLang="en-US" dirty="0">
                <a:latin typeface="Consolas" panose="020B0609020204030204" pitchFamily="49" charset="0"/>
              </a:endParaRPr>
            </a:p>
          </p:txBody>
        </p:sp>
        <p:sp>
          <p:nvSpPr>
            <p:cNvPr id="31" name="文字方塊 30">
              <a:extLst>
                <a:ext uri="{FF2B5EF4-FFF2-40B4-BE49-F238E27FC236}">
                  <a16:creationId xmlns:a16="http://schemas.microsoft.com/office/drawing/2014/main" id="{D7ED7356-FEBA-441D-8EA3-AD78F465682E}"/>
                </a:ext>
              </a:extLst>
            </p:cNvPr>
            <p:cNvSpPr txBox="1"/>
            <p:nvPr/>
          </p:nvSpPr>
          <p:spPr>
            <a:xfrm>
              <a:off x="8495219" y="6248400"/>
              <a:ext cx="564578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zh-TW" dirty="0" err="1">
                  <a:latin typeface="Consolas" panose="020B0609020204030204" pitchFamily="49" charset="0"/>
                </a:rPr>
                <a:t>i</a:t>
              </a:r>
              <a:r>
                <a:rPr lang="en-US" altLang="zh-TW" dirty="0">
                  <a:latin typeface="Consolas" panose="020B0609020204030204" pitchFamily="49" charset="0"/>
                </a:rPr>
                <a:t>++</a:t>
              </a:r>
              <a:endParaRPr lang="zh-TW" altLang="en-US" dirty="0">
                <a:latin typeface="Consolas" panose="020B0609020204030204" pitchFamily="49" charset="0"/>
              </a:endParaRPr>
            </a:p>
          </p:txBody>
        </p:sp>
      </p:grpSp>
      <p:pic>
        <p:nvPicPr>
          <p:cNvPr id="4" name="圖片 3">
            <a:extLst>
              <a:ext uri="{FF2B5EF4-FFF2-40B4-BE49-F238E27FC236}">
                <a16:creationId xmlns:a16="http://schemas.microsoft.com/office/drawing/2014/main" id="{0B64CD31-CFE8-4757-83A3-0B99689CA4F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4508" y="3141796"/>
            <a:ext cx="5502813" cy="2387167"/>
          </a:xfrm>
          <a:prstGeom prst="rect">
            <a:avLst/>
          </a:prstGeom>
        </p:spPr>
      </p:pic>
      <p:pic>
        <p:nvPicPr>
          <p:cNvPr id="37" name="圖片 36">
            <a:extLst>
              <a:ext uri="{FF2B5EF4-FFF2-40B4-BE49-F238E27FC236}">
                <a16:creationId xmlns:a16="http://schemas.microsoft.com/office/drawing/2014/main" id="{0138C9C0-14F8-403F-B8FE-F09B15301E2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74623" y="3493316"/>
            <a:ext cx="9639577" cy="114246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43170838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Char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7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2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7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22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6" presetClass="entr" presetSubtype="3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ircle(out)">
                                      <p:cBhvr>
                                        <p:cTn id="27" dur="5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32" dur="500" fill="hold"/>
                                        <p:tgtEl>
                                          <p:spTgt spid="3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3" dur="500" fill="hold"/>
                                        <p:tgtEl>
                                          <p:spTgt spid="3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34" dur="5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7E7D9D8E-6D0B-4AD3-BD9E-1E1EC8C6D0E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 cap="none" dirty="0">
                <a:latin typeface="Consolas" panose="020B0609020204030204" pitchFamily="49" charset="0"/>
              </a:rPr>
              <a:t>For </a:t>
            </a:r>
            <a:r>
              <a:rPr lang="zh-TW" altLang="en-US" cap="none" dirty="0">
                <a:latin typeface="STHeiti TC" panose="02000000000000000000" pitchFamily="2" charset="-120"/>
                <a:ea typeface="STHeiti TC" panose="02000000000000000000" pitchFamily="2" charset="-120"/>
              </a:rPr>
              <a:t>迴圈</a:t>
            </a:r>
            <a:r>
              <a:rPr lang="en-US" altLang="zh-TW" cap="none" dirty="0">
                <a:latin typeface="Consolas" panose="020B0609020204030204" pitchFamily="49" charset="0"/>
              </a:rPr>
              <a:t> – </a:t>
            </a:r>
            <a:r>
              <a:rPr lang="zh-TW" altLang="en-US" cap="none" dirty="0">
                <a:latin typeface="STHeiti TC" panose="02000000000000000000" pitchFamily="2" charset="-120"/>
                <a:ea typeface="STHeiti TC" panose="02000000000000000000" pitchFamily="2" charset="-120"/>
              </a:rPr>
              <a:t>範例</a:t>
            </a:r>
            <a:endParaRPr lang="zh-TW" altLang="en-US" dirty="0"/>
          </a:p>
        </p:txBody>
      </p:sp>
      <p:pic>
        <p:nvPicPr>
          <p:cNvPr id="5" name="圖片 4">
            <a:extLst>
              <a:ext uri="{FF2B5EF4-FFF2-40B4-BE49-F238E27FC236}">
                <a16:creationId xmlns:a16="http://schemas.microsoft.com/office/drawing/2014/main" id="{1A01F880-3C44-438E-BAFD-00F3D5C3524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9712" y="2539286"/>
            <a:ext cx="8532576" cy="3608229"/>
          </a:xfrm>
          <a:prstGeom prst="rect">
            <a:avLst/>
          </a:prstGeom>
        </p:spPr>
      </p:pic>
      <p:sp>
        <p:nvSpPr>
          <p:cNvPr id="6" name="矩形 5">
            <a:extLst>
              <a:ext uri="{FF2B5EF4-FFF2-40B4-BE49-F238E27FC236}">
                <a16:creationId xmlns:a16="http://schemas.microsoft.com/office/drawing/2014/main" id="{56E53BBB-0D2C-484E-8467-82BEA0F645C1}"/>
              </a:ext>
            </a:extLst>
          </p:cNvPr>
          <p:cNvSpPr/>
          <p:nvPr/>
        </p:nvSpPr>
        <p:spPr>
          <a:xfrm>
            <a:off x="8150834" y="3908402"/>
            <a:ext cx="1555271" cy="434998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489040389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21CD52D8-1EB9-44AB-8124-38B2513FE29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 cap="none" dirty="0">
                <a:latin typeface="STHeiti TC" panose="02000000000000000000" pitchFamily="2" charset="-120"/>
                <a:ea typeface="STHeiti TC" panose="02000000000000000000" pitchFamily="2" charset="-120"/>
              </a:rPr>
              <a:t>迴圈控制</a:t>
            </a:r>
            <a:r>
              <a:rPr lang="en-US" altLang="zh-TW" cap="none" dirty="0">
                <a:latin typeface="Consolas" panose="020B0609020204030204" pitchFamily="49" charset="0"/>
              </a:rPr>
              <a:t> - break</a:t>
            </a:r>
            <a:endParaRPr lang="zh-TW" altLang="en-US" cap="none" dirty="0">
              <a:latin typeface="Consolas" panose="020B0609020204030204" pitchFamily="49" charset="0"/>
            </a:endParaRPr>
          </a:p>
        </p:txBody>
      </p:sp>
      <p:sp>
        <p:nvSpPr>
          <p:cNvPr id="4" name="矩形: 圓角 3">
            <a:extLst>
              <a:ext uri="{FF2B5EF4-FFF2-40B4-BE49-F238E27FC236}">
                <a16:creationId xmlns:a16="http://schemas.microsoft.com/office/drawing/2014/main" id="{2AE5729A-79D6-4A68-844F-5233B998D78F}"/>
              </a:ext>
            </a:extLst>
          </p:cNvPr>
          <p:cNvSpPr/>
          <p:nvPr/>
        </p:nvSpPr>
        <p:spPr>
          <a:xfrm>
            <a:off x="3026664" y="3227832"/>
            <a:ext cx="1060704" cy="740664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5" name="矩形: 圓角 4">
            <a:extLst>
              <a:ext uri="{FF2B5EF4-FFF2-40B4-BE49-F238E27FC236}">
                <a16:creationId xmlns:a16="http://schemas.microsoft.com/office/drawing/2014/main" id="{A05D293D-AC3D-475A-8DAD-0F6C06621303}"/>
              </a:ext>
            </a:extLst>
          </p:cNvPr>
          <p:cNvSpPr/>
          <p:nvPr/>
        </p:nvSpPr>
        <p:spPr>
          <a:xfrm>
            <a:off x="3026664" y="4584192"/>
            <a:ext cx="1060704" cy="740664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6" name="矩形: 圓角 5">
            <a:extLst>
              <a:ext uri="{FF2B5EF4-FFF2-40B4-BE49-F238E27FC236}">
                <a16:creationId xmlns:a16="http://schemas.microsoft.com/office/drawing/2014/main" id="{45DFBB00-EC01-4C55-9F3C-94A65693B475}"/>
              </a:ext>
            </a:extLst>
          </p:cNvPr>
          <p:cNvSpPr/>
          <p:nvPr/>
        </p:nvSpPr>
        <p:spPr>
          <a:xfrm>
            <a:off x="4922519" y="4584192"/>
            <a:ext cx="1060704" cy="740664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7" name="矩形: 圓角 6">
            <a:extLst>
              <a:ext uri="{FF2B5EF4-FFF2-40B4-BE49-F238E27FC236}">
                <a16:creationId xmlns:a16="http://schemas.microsoft.com/office/drawing/2014/main" id="{4E5B4615-603D-4EDA-A92F-7F4CCEC73054}"/>
              </a:ext>
            </a:extLst>
          </p:cNvPr>
          <p:cNvSpPr/>
          <p:nvPr/>
        </p:nvSpPr>
        <p:spPr>
          <a:xfrm>
            <a:off x="4922519" y="3227832"/>
            <a:ext cx="1060704" cy="740664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8" name="矩形: 圓角 7">
            <a:extLst>
              <a:ext uri="{FF2B5EF4-FFF2-40B4-BE49-F238E27FC236}">
                <a16:creationId xmlns:a16="http://schemas.microsoft.com/office/drawing/2014/main" id="{70E7DFC6-7BF4-4DEF-A5B3-4F8F9D2FEE4D}"/>
              </a:ext>
            </a:extLst>
          </p:cNvPr>
          <p:cNvSpPr/>
          <p:nvPr/>
        </p:nvSpPr>
        <p:spPr>
          <a:xfrm>
            <a:off x="710184" y="3227832"/>
            <a:ext cx="1060704" cy="740664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9" name="矩形: 圓角 8">
            <a:extLst>
              <a:ext uri="{FF2B5EF4-FFF2-40B4-BE49-F238E27FC236}">
                <a16:creationId xmlns:a16="http://schemas.microsoft.com/office/drawing/2014/main" id="{BFE92C8E-9A09-45E3-876C-94314B97246C}"/>
              </a:ext>
            </a:extLst>
          </p:cNvPr>
          <p:cNvSpPr/>
          <p:nvPr/>
        </p:nvSpPr>
        <p:spPr>
          <a:xfrm>
            <a:off x="7235954" y="3227832"/>
            <a:ext cx="1060704" cy="740664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10" name="箭號: 向下 9">
            <a:extLst>
              <a:ext uri="{FF2B5EF4-FFF2-40B4-BE49-F238E27FC236}">
                <a16:creationId xmlns:a16="http://schemas.microsoft.com/office/drawing/2014/main" id="{3C64F223-6EB2-41D4-87AD-E2AF1B2F75AF}"/>
              </a:ext>
            </a:extLst>
          </p:cNvPr>
          <p:cNvSpPr/>
          <p:nvPr/>
        </p:nvSpPr>
        <p:spPr>
          <a:xfrm>
            <a:off x="3442716" y="3968496"/>
            <a:ext cx="228600" cy="615696"/>
          </a:xfrm>
          <a:prstGeom prst="down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11" name="箭號: 向下 10">
            <a:extLst>
              <a:ext uri="{FF2B5EF4-FFF2-40B4-BE49-F238E27FC236}">
                <a16:creationId xmlns:a16="http://schemas.microsoft.com/office/drawing/2014/main" id="{56F8976E-C9F0-409A-9E49-4E92454DF636}"/>
              </a:ext>
            </a:extLst>
          </p:cNvPr>
          <p:cNvSpPr/>
          <p:nvPr/>
        </p:nvSpPr>
        <p:spPr>
          <a:xfrm rot="10800000">
            <a:off x="5338571" y="3968496"/>
            <a:ext cx="228600" cy="615696"/>
          </a:xfrm>
          <a:prstGeom prst="down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12" name="箭號: 向下 11">
            <a:extLst>
              <a:ext uri="{FF2B5EF4-FFF2-40B4-BE49-F238E27FC236}">
                <a16:creationId xmlns:a16="http://schemas.microsoft.com/office/drawing/2014/main" id="{75E17C5C-9308-4085-BD37-9DF3B87E0225}"/>
              </a:ext>
            </a:extLst>
          </p:cNvPr>
          <p:cNvSpPr/>
          <p:nvPr/>
        </p:nvSpPr>
        <p:spPr>
          <a:xfrm rot="16200000">
            <a:off x="4390643" y="4646676"/>
            <a:ext cx="228600" cy="615696"/>
          </a:xfrm>
          <a:prstGeom prst="down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13" name="箭號: 向下 12">
            <a:extLst>
              <a:ext uri="{FF2B5EF4-FFF2-40B4-BE49-F238E27FC236}">
                <a16:creationId xmlns:a16="http://schemas.microsoft.com/office/drawing/2014/main" id="{76C54D3D-6013-410E-87DD-C37CA214FB83}"/>
              </a:ext>
            </a:extLst>
          </p:cNvPr>
          <p:cNvSpPr/>
          <p:nvPr/>
        </p:nvSpPr>
        <p:spPr>
          <a:xfrm rot="5400000" flipH="1">
            <a:off x="4390643" y="3290316"/>
            <a:ext cx="228600" cy="615696"/>
          </a:xfrm>
          <a:prstGeom prst="downArrow">
            <a:avLst/>
          </a:prstGeom>
          <a:solidFill>
            <a:srgbClr val="FFFF00"/>
          </a:solidFill>
          <a:ln>
            <a:solidFill>
              <a:srgbClr val="FFC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14" name="箭號: 向下 13">
            <a:extLst>
              <a:ext uri="{FF2B5EF4-FFF2-40B4-BE49-F238E27FC236}">
                <a16:creationId xmlns:a16="http://schemas.microsoft.com/office/drawing/2014/main" id="{9568CBDC-96B2-441E-843A-A19CA2223962}"/>
              </a:ext>
            </a:extLst>
          </p:cNvPr>
          <p:cNvSpPr/>
          <p:nvPr/>
        </p:nvSpPr>
        <p:spPr>
          <a:xfrm rot="16200000">
            <a:off x="2282953" y="3293364"/>
            <a:ext cx="228600" cy="615696"/>
          </a:xfrm>
          <a:prstGeom prst="down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15" name="箭號: 向下 14">
            <a:extLst>
              <a:ext uri="{FF2B5EF4-FFF2-40B4-BE49-F238E27FC236}">
                <a16:creationId xmlns:a16="http://schemas.microsoft.com/office/drawing/2014/main" id="{EB671041-AFBE-4475-9DD9-2918A3492A59}"/>
              </a:ext>
            </a:extLst>
          </p:cNvPr>
          <p:cNvSpPr/>
          <p:nvPr/>
        </p:nvSpPr>
        <p:spPr>
          <a:xfrm rot="16200000">
            <a:off x="6495288" y="3290316"/>
            <a:ext cx="228600" cy="615696"/>
          </a:xfrm>
          <a:prstGeom prst="down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16" name="矩形 15">
            <a:extLst>
              <a:ext uri="{FF2B5EF4-FFF2-40B4-BE49-F238E27FC236}">
                <a16:creationId xmlns:a16="http://schemas.microsoft.com/office/drawing/2014/main" id="{927AA132-9C5C-4B99-B165-A1085E6D3A29}"/>
              </a:ext>
            </a:extLst>
          </p:cNvPr>
          <p:cNvSpPr/>
          <p:nvPr/>
        </p:nvSpPr>
        <p:spPr>
          <a:xfrm>
            <a:off x="2910840" y="3063240"/>
            <a:ext cx="3185159" cy="2432304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17" name="文字方塊 16">
            <a:extLst>
              <a:ext uri="{FF2B5EF4-FFF2-40B4-BE49-F238E27FC236}">
                <a16:creationId xmlns:a16="http://schemas.microsoft.com/office/drawing/2014/main" id="{C993D28A-EAED-461B-88EC-3CFF3C437F75}"/>
              </a:ext>
            </a:extLst>
          </p:cNvPr>
          <p:cNvSpPr txBox="1"/>
          <p:nvPr/>
        </p:nvSpPr>
        <p:spPr>
          <a:xfrm>
            <a:off x="4103311" y="5734918"/>
            <a:ext cx="800219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zh-TW" altLang="en-US" sz="2400" dirty="0">
                <a:latin typeface="STHeiti TC" panose="02000000000000000000" pitchFamily="2" charset="-120"/>
                <a:ea typeface="STHeiti TC" panose="02000000000000000000" pitchFamily="2" charset="-120"/>
              </a:rPr>
              <a:t>迴圈</a:t>
            </a:r>
          </a:p>
        </p:txBody>
      </p:sp>
      <p:sp>
        <p:nvSpPr>
          <p:cNvPr id="18" name="箭號: 向下 17">
            <a:extLst>
              <a:ext uri="{FF2B5EF4-FFF2-40B4-BE49-F238E27FC236}">
                <a16:creationId xmlns:a16="http://schemas.microsoft.com/office/drawing/2014/main" id="{C15D5209-1427-4696-BBA4-BB8D1F33CB69}"/>
              </a:ext>
            </a:extLst>
          </p:cNvPr>
          <p:cNvSpPr/>
          <p:nvPr/>
        </p:nvSpPr>
        <p:spPr>
          <a:xfrm rot="14396294">
            <a:off x="6803136" y="3649102"/>
            <a:ext cx="228600" cy="1676403"/>
          </a:xfrm>
          <a:prstGeom prst="downArrow">
            <a:avLst/>
          </a:prstGeom>
          <a:solidFill>
            <a:srgbClr val="FF0000"/>
          </a:solidFill>
          <a:ln>
            <a:solidFill>
              <a:srgbClr val="C0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19" name="文字方塊 18">
            <a:extLst>
              <a:ext uri="{FF2B5EF4-FFF2-40B4-BE49-F238E27FC236}">
                <a16:creationId xmlns:a16="http://schemas.microsoft.com/office/drawing/2014/main" id="{EBAE7CB1-FA4E-483C-9313-92A6A690F81C}"/>
              </a:ext>
            </a:extLst>
          </p:cNvPr>
          <p:cNvSpPr txBox="1"/>
          <p:nvPr/>
        </p:nvSpPr>
        <p:spPr>
          <a:xfrm>
            <a:off x="6875659" y="4633294"/>
            <a:ext cx="1051891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zh-TW" sz="2400" dirty="0">
                <a:latin typeface="Consolas" panose="020B0609020204030204" pitchFamily="49" charset="0"/>
              </a:rPr>
              <a:t>break</a:t>
            </a:r>
            <a:endParaRPr lang="zh-TW" altLang="en-US" sz="2400" dirty="0"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535103373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Char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0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21CD52D8-1EB9-44AB-8124-38B2513FE29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 cap="none" dirty="0">
                <a:latin typeface="STHeiti TC" panose="02000000000000000000" pitchFamily="2" charset="-120"/>
                <a:ea typeface="STHeiti TC" panose="02000000000000000000" pitchFamily="2" charset="-120"/>
              </a:rPr>
              <a:t>迴圈控制</a:t>
            </a:r>
            <a:r>
              <a:rPr lang="en-US" altLang="zh-TW" cap="none" dirty="0">
                <a:latin typeface="Consolas" panose="020B0609020204030204" pitchFamily="49" charset="0"/>
              </a:rPr>
              <a:t> - break</a:t>
            </a:r>
            <a:endParaRPr lang="zh-TW" altLang="en-US" cap="none" dirty="0">
              <a:latin typeface="Consolas" panose="020B0609020204030204" pitchFamily="49" charset="0"/>
            </a:endParaRPr>
          </a:p>
        </p:txBody>
      </p:sp>
      <p:pic>
        <p:nvPicPr>
          <p:cNvPr id="20" name="圖片 19">
            <a:extLst>
              <a:ext uri="{FF2B5EF4-FFF2-40B4-BE49-F238E27FC236}">
                <a16:creationId xmlns:a16="http://schemas.microsoft.com/office/drawing/2014/main" id="{0548D40A-BD67-4E95-AE4E-960CB07FCD0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41413" y="2950576"/>
            <a:ext cx="5623205" cy="2785650"/>
          </a:xfrm>
          <a:prstGeom prst="rect">
            <a:avLst/>
          </a:prstGeom>
        </p:spPr>
      </p:pic>
      <p:pic>
        <p:nvPicPr>
          <p:cNvPr id="50" name="圖片 49">
            <a:extLst>
              <a:ext uri="{FF2B5EF4-FFF2-40B4-BE49-F238E27FC236}">
                <a16:creationId xmlns:a16="http://schemas.microsoft.com/office/drawing/2014/main" id="{C5E19BB9-4C91-49B5-AF32-4FD9E43A1BA2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b="3261"/>
          <a:stretch/>
        </p:blipFill>
        <p:spPr>
          <a:xfrm>
            <a:off x="6887831" y="3707575"/>
            <a:ext cx="5163675" cy="123018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86822702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Char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3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500" fill="hold"/>
                                        <p:tgtEl>
                                          <p:spTgt spid="5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5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500" fill="hold"/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style.rotation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90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21CD52D8-1EB9-44AB-8124-38B2513FE29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 cap="none" dirty="0">
                <a:latin typeface="STHeiti TC" panose="02000000000000000000" pitchFamily="2" charset="-120"/>
                <a:ea typeface="STHeiti TC" panose="02000000000000000000" pitchFamily="2" charset="-120"/>
              </a:rPr>
              <a:t>迴圈控制</a:t>
            </a:r>
            <a:r>
              <a:rPr lang="en-US" altLang="zh-TW" cap="none" dirty="0">
                <a:latin typeface="Consolas" panose="020B0609020204030204" pitchFamily="49" charset="0"/>
              </a:rPr>
              <a:t> - continue</a:t>
            </a:r>
            <a:endParaRPr lang="zh-TW" altLang="en-US" cap="none" dirty="0">
              <a:latin typeface="Consolas" panose="020B0609020204030204" pitchFamily="49" charset="0"/>
            </a:endParaRPr>
          </a:p>
        </p:txBody>
      </p:sp>
      <p:sp>
        <p:nvSpPr>
          <p:cNvPr id="20" name="矩形: 圓角 19">
            <a:extLst>
              <a:ext uri="{FF2B5EF4-FFF2-40B4-BE49-F238E27FC236}">
                <a16:creationId xmlns:a16="http://schemas.microsoft.com/office/drawing/2014/main" id="{0EA05593-9F91-4BA4-B2A4-CC0C98B966FB}"/>
              </a:ext>
            </a:extLst>
          </p:cNvPr>
          <p:cNvSpPr/>
          <p:nvPr/>
        </p:nvSpPr>
        <p:spPr>
          <a:xfrm>
            <a:off x="3026664" y="3227832"/>
            <a:ext cx="1060704" cy="740664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21" name="矩形: 圓角 20">
            <a:extLst>
              <a:ext uri="{FF2B5EF4-FFF2-40B4-BE49-F238E27FC236}">
                <a16:creationId xmlns:a16="http://schemas.microsoft.com/office/drawing/2014/main" id="{6C633BCC-6478-4721-870E-347BA7F55FCF}"/>
              </a:ext>
            </a:extLst>
          </p:cNvPr>
          <p:cNvSpPr/>
          <p:nvPr/>
        </p:nvSpPr>
        <p:spPr>
          <a:xfrm>
            <a:off x="3026664" y="4584192"/>
            <a:ext cx="1060704" cy="740664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22" name="矩形: 圓角 21">
            <a:extLst>
              <a:ext uri="{FF2B5EF4-FFF2-40B4-BE49-F238E27FC236}">
                <a16:creationId xmlns:a16="http://schemas.microsoft.com/office/drawing/2014/main" id="{279BAD0B-AD39-470C-ADFA-2329851CAFC0}"/>
              </a:ext>
            </a:extLst>
          </p:cNvPr>
          <p:cNvSpPr/>
          <p:nvPr/>
        </p:nvSpPr>
        <p:spPr>
          <a:xfrm>
            <a:off x="4922519" y="4584192"/>
            <a:ext cx="1060704" cy="740664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23" name="矩形: 圓角 22">
            <a:extLst>
              <a:ext uri="{FF2B5EF4-FFF2-40B4-BE49-F238E27FC236}">
                <a16:creationId xmlns:a16="http://schemas.microsoft.com/office/drawing/2014/main" id="{E2236A03-C357-494E-AD84-5E5FBF79E986}"/>
              </a:ext>
            </a:extLst>
          </p:cNvPr>
          <p:cNvSpPr/>
          <p:nvPr/>
        </p:nvSpPr>
        <p:spPr>
          <a:xfrm>
            <a:off x="4922519" y="3227832"/>
            <a:ext cx="1060704" cy="740664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24" name="矩形: 圓角 23">
            <a:extLst>
              <a:ext uri="{FF2B5EF4-FFF2-40B4-BE49-F238E27FC236}">
                <a16:creationId xmlns:a16="http://schemas.microsoft.com/office/drawing/2014/main" id="{21801F8D-DA21-477D-89C5-714403150627}"/>
              </a:ext>
            </a:extLst>
          </p:cNvPr>
          <p:cNvSpPr/>
          <p:nvPr/>
        </p:nvSpPr>
        <p:spPr>
          <a:xfrm>
            <a:off x="710184" y="3227832"/>
            <a:ext cx="1060704" cy="740664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25" name="矩形: 圓角 24">
            <a:extLst>
              <a:ext uri="{FF2B5EF4-FFF2-40B4-BE49-F238E27FC236}">
                <a16:creationId xmlns:a16="http://schemas.microsoft.com/office/drawing/2014/main" id="{E1824D7A-B50D-46E2-936B-48EEB8D9F386}"/>
              </a:ext>
            </a:extLst>
          </p:cNvPr>
          <p:cNvSpPr/>
          <p:nvPr/>
        </p:nvSpPr>
        <p:spPr>
          <a:xfrm>
            <a:off x="7235954" y="3227832"/>
            <a:ext cx="1060704" cy="740664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26" name="箭號: 向下 25">
            <a:extLst>
              <a:ext uri="{FF2B5EF4-FFF2-40B4-BE49-F238E27FC236}">
                <a16:creationId xmlns:a16="http://schemas.microsoft.com/office/drawing/2014/main" id="{A812D014-24ED-4E54-BBBC-F660B4876AF5}"/>
              </a:ext>
            </a:extLst>
          </p:cNvPr>
          <p:cNvSpPr/>
          <p:nvPr/>
        </p:nvSpPr>
        <p:spPr>
          <a:xfrm>
            <a:off x="3442716" y="3968496"/>
            <a:ext cx="228600" cy="615696"/>
          </a:xfrm>
          <a:prstGeom prst="down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27" name="箭號: 向下 26">
            <a:extLst>
              <a:ext uri="{FF2B5EF4-FFF2-40B4-BE49-F238E27FC236}">
                <a16:creationId xmlns:a16="http://schemas.microsoft.com/office/drawing/2014/main" id="{826BA017-086A-4659-80C3-EDB89A585865}"/>
              </a:ext>
            </a:extLst>
          </p:cNvPr>
          <p:cNvSpPr/>
          <p:nvPr/>
        </p:nvSpPr>
        <p:spPr>
          <a:xfrm rot="10800000">
            <a:off x="5338571" y="3968496"/>
            <a:ext cx="228600" cy="615696"/>
          </a:xfrm>
          <a:prstGeom prst="down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28" name="箭號: 向下 27">
            <a:extLst>
              <a:ext uri="{FF2B5EF4-FFF2-40B4-BE49-F238E27FC236}">
                <a16:creationId xmlns:a16="http://schemas.microsoft.com/office/drawing/2014/main" id="{9AAA577E-2896-423F-9734-1F005EA2E7C3}"/>
              </a:ext>
            </a:extLst>
          </p:cNvPr>
          <p:cNvSpPr/>
          <p:nvPr/>
        </p:nvSpPr>
        <p:spPr>
          <a:xfrm rot="16200000">
            <a:off x="4390643" y="4646676"/>
            <a:ext cx="228600" cy="615696"/>
          </a:xfrm>
          <a:prstGeom prst="down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29" name="箭號: 向下 28">
            <a:extLst>
              <a:ext uri="{FF2B5EF4-FFF2-40B4-BE49-F238E27FC236}">
                <a16:creationId xmlns:a16="http://schemas.microsoft.com/office/drawing/2014/main" id="{0D305E4C-8FD3-4AFC-BE32-4BCB4545D0C6}"/>
              </a:ext>
            </a:extLst>
          </p:cNvPr>
          <p:cNvSpPr/>
          <p:nvPr/>
        </p:nvSpPr>
        <p:spPr>
          <a:xfrm rot="5400000" flipH="1">
            <a:off x="4390643" y="3290316"/>
            <a:ext cx="228600" cy="615696"/>
          </a:xfrm>
          <a:prstGeom prst="downArrow">
            <a:avLst/>
          </a:prstGeom>
          <a:solidFill>
            <a:srgbClr val="FFFF00"/>
          </a:solidFill>
          <a:ln>
            <a:solidFill>
              <a:srgbClr val="FFC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30" name="箭號: 向下 29">
            <a:extLst>
              <a:ext uri="{FF2B5EF4-FFF2-40B4-BE49-F238E27FC236}">
                <a16:creationId xmlns:a16="http://schemas.microsoft.com/office/drawing/2014/main" id="{6C686256-E3E6-478C-AAE3-357A8D5FDA60}"/>
              </a:ext>
            </a:extLst>
          </p:cNvPr>
          <p:cNvSpPr/>
          <p:nvPr/>
        </p:nvSpPr>
        <p:spPr>
          <a:xfrm rot="16200000">
            <a:off x="2282953" y="3293364"/>
            <a:ext cx="228600" cy="615696"/>
          </a:xfrm>
          <a:prstGeom prst="down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31" name="箭號: 向下 30">
            <a:extLst>
              <a:ext uri="{FF2B5EF4-FFF2-40B4-BE49-F238E27FC236}">
                <a16:creationId xmlns:a16="http://schemas.microsoft.com/office/drawing/2014/main" id="{751602FC-CE56-4D4B-9B3A-EBE27BBBA534}"/>
              </a:ext>
            </a:extLst>
          </p:cNvPr>
          <p:cNvSpPr/>
          <p:nvPr/>
        </p:nvSpPr>
        <p:spPr>
          <a:xfrm rot="16200000">
            <a:off x="6495288" y="3290316"/>
            <a:ext cx="228600" cy="615696"/>
          </a:xfrm>
          <a:prstGeom prst="down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32" name="矩形 31">
            <a:extLst>
              <a:ext uri="{FF2B5EF4-FFF2-40B4-BE49-F238E27FC236}">
                <a16:creationId xmlns:a16="http://schemas.microsoft.com/office/drawing/2014/main" id="{3B670BAA-81E9-421B-A224-FE43A2CE86CB}"/>
              </a:ext>
            </a:extLst>
          </p:cNvPr>
          <p:cNvSpPr/>
          <p:nvPr/>
        </p:nvSpPr>
        <p:spPr>
          <a:xfrm>
            <a:off x="2910840" y="3063240"/>
            <a:ext cx="3185159" cy="2432304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33" name="文字方塊 32">
            <a:extLst>
              <a:ext uri="{FF2B5EF4-FFF2-40B4-BE49-F238E27FC236}">
                <a16:creationId xmlns:a16="http://schemas.microsoft.com/office/drawing/2014/main" id="{50777013-1F05-4755-B26B-8CB7FC087C4A}"/>
              </a:ext>
            </a:extLst>
          </p:cNvPr>
          <p:cNvSpPr txBox="1"/>
          <p:nvPr/>
        </p:nvSpPr>
        <p:spPr>
          <a:xfrm>
            <a:off x="4071249" y="5734918"/>
            <a:ext cx="864339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zh-TW" sz="2400" dirty="0">
                <a:latin typeface="Consolas" panose="020B0609020204030204" pitchFamily="49" charset="0"/>
              </a:rPr>
              <a:t>Loop</a:t>
            </a:r>
            <a:endParaRPr lang="zh-TW" altLang="en-US" sz="2400" dirty="0">
              <a:latin typeface="Consolas" panose="020B0609020204030204" pitchFamily="49" charset="0"/>
            </a:endParaRPr>
          </a:p>
        </p:txBody>
      </p:sp>
      <p:sp>
        <p:nvSpPr>
          <p:cNvPr id="34" name="箭號: 向下 33">
            <a:extLst>
              <a:ext uri="{FF2B5EF4-FFF2-40B4-BE49-F238E27FC236}">
                <a16:creationId xmlns:a16="http://schemas.microsoft.com/office/drawing/2014/main" id="{CD5C823B-57E8-4F53-8154-24CFDABA5547}"/>
              </a:ext>
            </a:extLst>
          </p:cNvPr>
          <p:cNvSpPr/>
          <p:nvPr/>
        </p:nvSpPr>
        <p:spPr>
          <a:xfrm rot="7440956">
            <a:off x="4389118" y="3422903"/>
            <a:ext cx="228600" cy="1676403"/>
          </a:xfrm>
          <a:prstGeom prst="downArrow">
            <a:avLst/>
          </a:prstGeom>
          <a:solidFill>
            <a:srgbClr val="FF0000"/>
          </a:solidFill>
          <a:ln>
            <a:solidFill>
              <a:srgbClr val="C0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35" name="文字方塊 34">
            <a:extLst>
              <a:ext uri="{FF2B5EF4-FFF2-40B4-BE49-F238E27FC236}">
                <a16:creationId xmlns:a16="http://schemas.microsoft.com/office/drawing/2014/main" id="{7180EA69-E852-409B-A56E-79E3AFCEE703}"/>
              </a:ext>
            </a:extLst>
          </p:cNvPr>
          <p:cNvSpPr txBox="1"/>
          <p:nvPr/>
        </p:nvSpPr>
        <p:spPr>
          <a:xfrm>
            <a:off x="3744705" y="4021943"/>
            <a:ext cx="1544013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zh-TW" sz="2400" dirty="0">
                <a:latin typeface="Consolas" panose="020B0609020204030204" pitchFamily="49" charset="0"/>
              </a:rPr>
              <a:t>continue</a:t>
            </a:r>
            <a:endParaRPr lang="zh-TW" altLang="en-US" sz="2400" dirty="0"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950982794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Char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2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7" dur="5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22" presetClass="entr" presetSubtype="2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0" dur="5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4" grpId="0" animBg="1"/>
      <p:bldP spid="35" grpId="0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21CD52D8-1EB9-44AB-8124-38B2513FE29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 cap="none" dirty="0">
                <a:latin typeface="STHeiti TC" panose="02000000000000000000" pitchFamily="2" charset="-120"/>
                <a:ea typeface="STHeiti TC" panose="02000000000000000000" pitchFamily="2" charset="-120"/>
              </a:rPr>
              <a:t>迴圈控制</a:t>
            </a:r>
            <a:r>
              <a:rPr lang="en-US" altLang="zh-TW" cap="none" dirty="0">
                <a:latin typeface="Consolas" panose="020B0609020204030204" pitchFamily="49" charset="0"/>
              </a:rPr>
              <a:t> - continue</a:t>
            </a:r>
            <a:endParaRPr lang="zh-TW" altLang="en-US" cap="none" dirty="0">
              <a:latin typeface="Consolas" panose="020B0609020204030204" pitchFamily="49" charset="0"/>
            </a:endParaRPr>
          </a:p>
        </p:txBody>
      </p:sp>
      <p:pic>
        <p:nvPicPr>
          <p:cNvPr id="4" name="圖片 3">
            <a:extLst>
              <a:ext uri="{FF2B5EF4-FFF2-40B4-BE49-F238E27FC236}">
                <a16:creationId xmlns:a16="http://schemas.microsoft.com/office/drawing/2014/main" id="{13805A4B-5834-4EF0-8343-71E4CBEF799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41413" y="3132434"/>
            <a:ext cx="4919084" cy="2421934"/>
          </a:xfrm>
          <a:prstGeom prst="rect">
            <a:avLst/>
          </a:prstGeom>
        </p:spPr>
      </p:pic>
      <p:pic>
        <p:nvPicPr>
          <p:cNvPr id="6" name="圖片 5">
            <a:extLst>
              <a:ext uri="{FF2B5EF4-FFF2-40B4-BE49-F238E27FC236}">
                <a16:creationId xmlns:a16="http://schemas.microsoft.com/office/drawing/2014/main" id="{B478217C-88B7-4CD7-A98D-57825313F67E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t="-1" b="1553"/>
          <a:stretch/>
        </p:blipFill>
        <p:spPr>
          <a:xfrm>
            <a:off x="6131505" y="3444581"/>
            <a:ext cx="5827835" cy="174006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25889679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Char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3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style.rotation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90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CA56D354-741D-4C86-8AEC-F87ED95E4DA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 dirty="0">
                <a:latin typeface="STHeiti TC" panose="02000000000000000000" pitchFamily="2" charset="-120"/>
                <a:ea typeface="STHeiti TC" panose="02000000000000000000" pitchFamily="2" charset="-120"/>
              </a:rPr>
              <a:t>雙重迴圈</a:t>
            </a:r>
          </a:p>
        </p:txBody>
      </p:sp>
      <p:sp>
        <p:nvSpPr>
          <p:cNvPr id="4" name="文字方塊 3">
            <a:extLst>
              <a:ext uri="{FF2B5EF4-FFF2-40B4-BE49-F238E27FC236}">
                <a16:creationId xmlns:a16="http://schemas.microsoft.com/office/drawing/2014/main" id="{EDF44081-F897-437F-9B5D-59B0333B8F93}"/>
              </a:ext>
            </a:extLst>
          </p:cNvPr>
          <p:cNvSpPr txBox="1"/>
          <p:nvPr/>
        </p:nvSpPr>
        <p:spPr>
          <a:xfrm>
            <a:off x="910316" y="3239388"/>
            <a:ext cx="209909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TW" sz="3600" dirty="0"/>
              <a:t>00</a:t>
            </a:r>
            <a:r>
              <a:rPr lang="zh-TW" altLang="en-US" sz="3600" dirty="0"/>
              <a:t> </a:t>
            </a:r>
            <a:r>
              <a:rPr lang="en-US" altLang="zh-TW" sz="3600" dirty="0"/>
              <a:t>01</a:t>
            </a:r>
            <a:r>
              <a:rPr lang="zh-TW" altLang="en-US" sz="3600" dirty="0"/>
              <a:t> </a:t>
            </a:r>
            <a:r>
              <a:rPr lang="en-US" altLang="zh-TW" sz="3600" dirty="0"/>
              <a:t>02</a:t>
            </a:r>
            <a:endParaRPr lang="en-US" altLang="zh-TW" sz="3600" dirty="0">
              <a:solidFill>
                <a:srgbClr val="00FF00"/>
              </a:solidFill>
            </a:endParaRPr>
          </a:p>
        </p:txBody>
      </p:sp>
      <p:pic>
        <p:nvPicPr>
          <p:cNvPr id="6" name="圖片 5">
            <a:extLst>
              <a:ext uri="{FF2B5EF4-FFF2-40B4-BE49-F238E27FC236}">
                <a16:creationId xmlns:a16="http://schemas.microsoft.com/office/drawing/2014/main" id="{6E6BF51A-D814-4F6B-A1B3-8E35B6A9E5F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67643" y="2514600"/>
            <a:ext cx="5960251" cy="3505379"/>
          </a:xfrm>
          <a:prstGeom prst="rect">
            <a:avLst/>
          </a:prstGeom>
        </p:spPr>
      </p:pic>
      <p:pic>
        <p:nvPicPr>
          <p:cNvPr id="8" name="圖片 7">
            <a:extLst>
              <a:ext uri="{FF2B5EF4-FFF2-40B4-BE49-F238E27FC236}">
                <a16:creationId xmlns:a16="http://schemas.microsoft.com/office/drawing/2014/main" id="{F77FF5DC-9D3C-48BE-962C-362A809FD22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47841" y="464620"/>
            <a:ext cx="6799853" cy="1691506"/>
          </a:xfrm>
          <a:prstGeom prst="rect">
            <a:avLst/>
          </a:prstGeom>
        </p:spPr>
      </p:pic>
      <p:sp>
        <p:nvSpPr>
          <p:cNvPr id="7" name="文字方塊 6">
            <a:extLst>
              <a:ext uri="{FF2B5EF4-FFF2-40B4-BE49-F238E27FC236}">
                <a16:creationId xmlns:a16="http://schemas.microsoft.com/office/drawing/2014/main" id="{BE11CB8C-4056-4108-9849-E5E17DD48A94}"/>
              </a:ext>
            </a:extLst>
          </p:cNvPr>
          <p:cNvSpPr txBox="1"/>
          <p:nvPr/>
        </p:nvSpPr>
        <p:spPr>
          <a:xfrm>
            <a:off x="910316" y="3944123"/>
            <a:ext cx="209909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TW" sz="3600" dirty="0">
                <a:solidFill>
                  <a:srgbClr val="FFFF00"/>
                </a:solidFill>
              </a:rPr>
              <a:t>10</a:t>
            </a:r>
            <a:r>
              <a:rPr lang="zh-TW" altLang="en-US" sz="3600" dirty="0">
                <a:solidFill>
                  <a:srgbClr val="FFFF00"/>
                </a:solidFill>
              </a:rPr>
              <a:t> </a:t>
            </a:r>
            <a:r>
              <a:rPr lang="en-US" altLang="zh-TW" sz="3600" dirty="0">
                <a:solidFill>
                  <a:srgbClr val="FFFF00"/>
                </a:solidFill>
              </a:rPr>
              <a:t>11</a:t>
            </a:r>
            <a:r>
              <a:rPr lang="zh-TW" altLang="en-US" sz="3600" dirty="0">
                <a:solidFill>
                  <a:srgbClr val="FFFF00"/>
                </a:solidFill>
              </a:rPr>
              <a:t> </a:t>
            </a:r>
            <a:r>
              <a:rPr lang="en-US" altLang="zh-TW" sz="3600" dirty="0">
                <a:solidFill>
                  <a:srgbClr val="FFFF00"/>
                </a:solidFill>
              </a:rPr>
              <a:t>12</a:t>
            </a:r>
            <a:endParaRPr lang="en-US" altLang="zh-TW" sz="3600" dirty="0">
              <a:solidFill>
                <a:srgbClr val="00FF00"/>
              </a:solidFill>
            </a:endParaRPr>
          </a:p>
        </p:txBody>
      </p:sp>
      <p:sp>
        <p:nvSpPr>
          <p:cNvPr id="9" name="文字方塊 8">
            <a:extLst>
              <a:ext uri="{FF2B5EF4-FFF2-40B4-BE49-F238E27FC236}">
                <a16:creationId xmlns:a16="http://schemas.microsoft.com/office/drawing/2014/main" id="{614D1592-9859-4AEA-8A9E-D30CDCCEE790}"/>
              </a:ext>
            </a:extLst>
          </p:cNvPr>
          <p:cNvSpPr txBox="1"/>
          <p:nvPr/>
        </p:nvSpPr>
        <p:spPr>
          <a:xfrm>
            <a:off x="910316" y="4648858"/>
            <a:ext cx="209909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TW" sz="3600" dirty="0">
                <a:solidFill>
                  <a:srgbClr val="00FF00"/>
                </a:solidFill>
              </a:rPr>
              <a:t>20</a:t>
            </a:r>
            <a:r>
              <a:rPr lang="zh-TW" altLang="en-US" sz="3600" dirty="0">
                <a:solidFill>
                  <a:srgbClr val="00FF00"/>
                </a:solidFill>
              </a:rPr>
              <a:t> </a:t>
            </a:r>
            <a:r>
              <a:rPr lang="en-US" altLang="zh-TW" sz="3600" dirty="0">
                <a:solidFill>
                  <a:srgbClr val="00FF00"/>
                </a:solidFill>
              </a:rPr>
              <a:t>21</a:t>
            </a:r>
            <a:r>
              <a:rPr lang="zh-TW" altLang="en-US" sz="3600" dirty="0">
                <a:solidFill>
                  <a:srgbClr val="00FF00"/>
                </a:solidFill>
              </a:rPr>
              <a:t> </a:t>
            </a:r>
            <a:r>
              <a:rPr lang="en-US" altLang="zh-TW" sz="3600" dirty="0">
                <a:solidFill>
                  <a:srgbClr val="00FF00"/>
                </a:solidFill>
              </a:rPr>
              <a:t>22</a:t>
            </a:r>
          </a:p>
        </p:txBody>
      </p:sp>
    </p:spTree>
    <p:extLst>
      <p:ext uri="{BB962C8B-B14F-4D97-AF65-F5344CB8AC3E}">
        <p14:creationId xmlns:p14="http://schemas.microsoft.com/office/powerpoint/2010/main" val="773901686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Char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1" presetClass="entr" presetSubtype="0" fill="hold" grpId="0" nodeType="clickEffect">
                                  <p:stCondLst>
                                    <p:cond delay="0"/>
                                  </p:stCondLst>
                                  <p:iterate type="lt"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10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50000">
                                          <p:val>
                                            <p:strVal val="#ppt_x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10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10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/10"/>
                                          </p:val>
                                        </p:tav>
                                        <p:tav tm="50000">
                                          <p:val>
                                            <p:strVal val="#ppt_h+.01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0" dur="10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/10"/>
                                          </p:val>
                                        </p:tav>
                                        <p:tav tm="50000">
                                          <p:val>
                                            <p:strVal val="#ppt_w+.01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1" dur="1000" tmFilter="0,0; .5, 1; 1, 1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41" presetClass="entr" presetSubtype="0" fill="hold" grpId="0" nodeType="clickEffect">
                                  <p:stCondLst>
                                    <p:cond delay="0"/>
                                  </p:stCondLst>
                                  <p:iterate type="lt"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6" dur="1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50000">
                                          <p:val>
                                            <p:strVal val="#ppt_x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7" dur="1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8" dur="1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/10"/>
                                          </p:val>
                                        </p:tav>
                                        <p:tav tm="50000">
                                          <p:val>
                                            <p:strVal val="#ppt_h+.01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9" dur="1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/10"/>
                                          </p:val>
                                        </p:tav>
                                        <p:tav tm="50000">
                                          <p:val>
                                            <p:strVal val="#ppt_w+.01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0" dur="1000" tmFilter="0,0; .5, 1; 1, 1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41" presetClass="entr" presetSubtype="0" fill="hold" grpId="0" nodeType="clickEffect">
                                  <p:stCondLst>
                                    <p:cond delay="0"/>
                                  </p:stCondLst>
                                  <p:iterate type="lt"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5" dur="10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50000">
                                          <p:val>
                                            <p:strVal val="#ppt_x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6" dur="10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7" dur="10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/10"/>
                                          </p:val>
                                        </p:tav>
                                        <p:tav tm="50000">
                                          <p:val>
                                            <p:strVal val="#ppt_h+.01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8" dur="10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/10"/>
                                          </p:val>
                                        </p:tav>
                                        <p:tav tm="50000">
                                          <p:val>
                                            <p:strVal val="#ppt_w+.01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9" dur="1000" tmFilter="0,0; .5, 1; 1, 1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" fill="hold">
                      <p:stCondLst>
                        <p:cond delay="indefinite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32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34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5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36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7" grpId="0"/>
      <p:bldP spid="9" grpId="0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2547C986-049C-41FC-A0D1-5E7895C02A18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zh-TW" altLang="en-US" dirty="0">
                <a:latin typeface="STHeiti TC" panose="02000000000000000000" pitchFamily="2" charset="-120"/>
                <a:ea typeface="STHeiti TC" panose="02000000000000000000" pitchFamily="2" charset="-120"/>
              </a:rPr>
              <a:t>陣列</a:t>
            </a:r>
          </a:p>
        </p:txBody>
      </p:sp>
      <p:sp>
        <p:nvSpPr>
          <p:cNvPr id="3" name="副標題 2">
            <a:extLst>
              <a:ext uri="{FF2B5EF4-FFF2-40B4-BE49-F238E27FC236}">
                <a16:creationId xmlns:a16="http://schemas.microsoft.com/office/drawing/2014/main" id="{B2631129-228D-401D-83D2-17746602C315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>
            <a:normAutofit/>
          </a:bodyPr>
          <a:lstStyle/>
          <a:p>
            <a:r>
              <a:rPr lang="zh-TW" altLang="en-US" sz="2400" cap="none" dirty="0">
                <a:latin typeface="STHeiti TC" panose="02000000000000000000" pitchFamily="2" charset="-120"/>
                <a:ea typeface="STHeiti TC" panose="02000000000000000000" pitchFamily="2" charset="-120"/>
              </a:rPr>
              <a:t>存放相同資料型態的序列</a:t>
            </a:r>
          </a:p>
        </p:txBody>
      </p:sp>
    </p:spTree>
    <p:extLst>
      <p:ext uri="{BB962C8B-B14F-4D97-AF65-F5344CB8AC3E}">
        <p14:creationId xmlns:p14="http://schemas.microsoft.com/office/powerpoint/2010/main" val="1688687825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Char"/>
      </p:transition>
    </mc:Choice>
    <mc:Fallback xmlns="">
      <p:transition spd="slow">
        <p:fade/>
      </p:transition>
    </mc:Fallback>
  </mc:AlternateContent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5862A0F0-E3BA-4ED0-9850-622702AD2AD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 cap="none" dirty="0">
                <a:latin typeface="STHeiti TC" panose="02000000000000000000" pitchFamily="2" charset="-120"/>
                <a:ea typeface="STHeiti TC" panose="02000000000000000000" pitchFamily="2" charset="-120"/>
              </a:rPr>
              <a:t>什麼是陣列？</a:t>
            </a:r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32BF4F77-F0C2-4F47-B8A6-68CEEA00DF5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41413" y="2133599"/>
            <a:ext cx="9905998" cy="1295401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zh-TW" altLang="en-US" sz="2400" cap="none" dirty="0">
                <a:latin typeface="STHeiti TC" panose="02000000000000000000" pitchFamily="2" charset="-120"/>
                <a:ea typeface="STHeiti TC" panose="02000000000000000000" pitchFamily="2" charset="-120"/>
              </a:rPr>
              <a:t>用來</a:t>
            </a:r>
            <a:r>
              <a:rPr lang="zh-TW" altLang="en-US" sz="2400" cap="none" dirty="0">
                <a:solidFill>
                  <a:srgbClr val="FFFF00"/>
                </a:solidFill>
                <a:latin typeface="STHeiti TC" panose="02000000000000000000" pitchFamily="2" charset="-120"/>
                <a:ea typeface="STHeiti TC" panose="02000000000000000000" pitchFamily="2" charset="-120"/>
              </a:rPr>
              <a:t>儲存多個相同資料型別資料</a:t>
            </a:r>
            <a:r>
              <a:rPr lang="zh-TW" altLang="en-US" sz="2400" cap="none" dirty="0">
                <a:latin typeface="STHeiti TC" panose="02000000000000000000" pitchFamily="2" charset="-120"/>
                <a:ea typeface="STHeiti TC" panose="02000000000000000000" pitchFamily="2" charset="-120"/>
              </a:rPr>
              <a:t>的容器</a:t>
            </a:r>
            <a:endParaRPr lang="en-US" altLang="zh-TW" sz="2400" cap="none" dirty="0">
              <a:latin typeface="STHeiti TC" panose="02000000000000000000" pitchFamily="2" charset="-120"/>
              <a:ea typeface="STHeiti TC" panose="02000000000000000000" pitchFamily="2" charset="-120"/>
            </a:endParaRPr>
          </a:p>
          <a:p>
            <a:pPr marL="0" indent="0">
              <a:buNone/>
            </a:pPr>
            <a:r>
              <a:rPr lang="zh-TW" altLang="en-US" sz="2400" cap="none" dirty="0">
                <a:solidFill>
                  <a:srgbClr val="FFFF00"/>
                </a:solidFill>
                <a:latin typeface="STHeiti TC" panose="02000000000000000000" pitchFamily="2" charset="-120"/>
                <a:ea typeface="STHeiti TC" panose="02000000000000000000" pitchFamily="2" charset="-120"/>
              </a:rPr>
              <a:t>編號從 </a:t>
            </a:r>
            <a:r>
              <a:rPr lang="en-US" altLang="zh-TW" sz="2400" cap="none" dirty="0">
                <a:solidFill>
                  <a:srgbClr val="FFFF00"/>
                </a:solidFill>
                <a:latin typeface="Consolas" panose="020B0609020204030204" pitchFamily="49" charset="0"/>
              </a:rPr>
              <a:t>0</a:t>
            </a:r>
            <a:r>
              <a:rPr lang="zh-TW" altLang="en-US" sz="2400" cap="none" dirty="0">
                <a:solidFill>
                  <a:srgbClr val="FFFF00"/>
                </a:solidFill>
                <a:latin typeface="Consolas" panose="020B0609020204030204" pitchFamily="49" charset="0"/>
              </a:rPr>
              <a:t> </a:t>
            </a:r>
            <a:r>
              <a:rPr lang="zh-TW" altLang="en-US" sz="2400" cap="none" dirty="0">
                <a:solidFill>
                  <a:srgbClr val="FFFF00"/>
                </a:solidFill>
                <a:latin typeface="STHeiti TC" panose="02000000000000000000" pitchFamily="2" charset="-120"/>
                <a:ea typeface="STHeiti TC" panose="02000000000000000000" pitchFamily="2" charset="-120"/>
              </a:rPr>
              <a:t>開始算</a:t>
            </a:r>
            <a:endParaRPr lang="en-US" altLang="zh-TW" sz="2400" cap="none" dirty="0">
              <a:solidFill>
                <a:srgbClr val="FFFF00"/>
              </a:solidFill>
              <a:latin typeface="STHeiti TC" panose="02000000000000000000" pitchFamily="2" charset="-120"/>
              <a:ea typeface="STHeiti TC" panose="02000000000000000000" pitchFamily="2" charset="-120"/>
            </a:endParaRPr>
          </a:p>
        </p:txBody>
      </p:sp>
      <p:graphicFrame>
        <p:nvGraphicFramePr>
          <p:cNvPr id="4" name="表格 4">
            <a:extLst>
              <a:ext uri="{FF2B5EF4-FFF2-40B4-BE49-F238E27FC236}">
                <a16:creationId xmlns:a16="http://schemas.microsoft.com/office/drawing/2014/main" id="{6612ABFC-CA6F-40B8-AEA2-60251FA2E81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472303110"/>
              </p:ext>
            </p:extLst>
          </p:nvPr>
        </p:nvGraphicFramePr>
        <p:xfrm>
          <a:off x="1141410" y="4343401"/>
          <a:ext cx="9906001" cy="370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15143">
                  <a:extLst>
                    <a:ext uri="{9D8B030D-6E8A-4147-A177-3AD203B41FA5}">
                      <a16:colId xmlns:a16="http://schemas.microsoft.com/office/drawing/2014/main" val="2473726606"/>
                    </a:ext>
                  </a:extLst>
                </a:gridCol>
                <a:gridCol w="1415143">
                  <a:extLst>
                    <a:ext uri="{9D8B030D-6E8A-4147-A177-3AD203B41FA5}">
                      <a16:colId xmlns:a16="http://schemas.microsoft.com/office/drawing/2014/main" val="3828678157"/>
                    </a:ext>
                  </a:extLst>
                </a:gridCol>
                <a:gridCol w="1415143">
                  <a:extLst>
                    <a:ext uri="{9D8B030D-6E8A-4147-A177-3AD203B41FA5}">
                      <a16:colId xmlns:a16="http://schemas.microsoft.com/office/drawing/2014/main" val="410683403"/>
                    </a:ext>
                  </a:extLst>
                </a:gridCol>
                <a:gridCol w="1415143">
                  <a:extLst>
                    <a:ext uri="{9D8B030D-6E8A-4147-A177-3AD203B41FA5}">
                      <a16:colId xmlns:a16="http://schemas.microsoft.com/office/drawing/2014/main" val="875667491"/>
                    </a:ext>
                  </a:extLst>
                </a:gridCol>
                <a:gridCol w="1415143">
                  <a:extLst>
                    <a:ext uri="{9D8B030D-6E8A-4147-A177-3AD203B41FA5}">
                      <a16:colId xmlns:a16="http://schemas.microsoft.com/office/drawing/2014/main" val="2694963539"/>
                    </a:ext>
                  </a:extLst>
                </a:gridCol>
                <a:gridCol w="1415143">
                  <a:extLst>
                    <a:ext uri="{9D8B030D-6E8A-4147-A177-3AD203B41FA5}">
                      <a16:colId xmlns:a16="http://schemas.microsoft.com/office/drawing/2014/main" val="2622484337"/>
                    </a:ext>
                  </a:extLst>
                </a:gridCol>
                <a:gridCol w="1415143">
                  <a:extLst>
                    <a:ext uri="{9D8B030D-6E8A-4147-A177-3AD203B41FA5}">
                      <a16:colId xmlns:a16="http://schemas.microsoft.com/office/drawing/2014/main" val="267705817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zh-TW" altLang="en-US" b="0" dirty="0">
                          <a:latin typeface="STHeiti TC" panose="02000000000000000000" pitchFamily="2" charset="-120"/>
                          <a:ea typeface="STHeiti TC" panose="02000000000000000000" pitchFamily="2" charset="-120"/>
                        </a:rPr>
                        <a:t>元素</a:t>
                      </a:r>
                      <a:r>
                        <a:rPr lang="en-US" altLang="zh-TW" b="0" dirty="0">
                          <a:latin typeface="Consolas" panose="020B0609020204030204" pitchFamily="49" charset="0"/>
                        </a:rPr>
                        <a:t>0</a:t>
                      </a:r>
                      <a:endParaRPr lang="zh-TW" altLang="en-US" b="0" dirty="0">
                        <a:latin typeface="Consolas" panose="020B0609020204030204" pitchFamily="49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zh-TW" altLang="en-US" b="0" dirty="0">
                          <a:latin typeface="STHeiti TC" panose="02000000000000000000" pitchFamily="2" charset="-120"/>
                          <a:ea typeface="STHeiti TC" panose="02000000000000000000" pitchFamily="2" charset="-120"/>
                        </a:rPr>
                        <a:t>元素</a:t>
                      </a:r>
                      <a:r>
                        <a:rPr lang="en-US" altLang="zh-TW" b="0" dirty="0">
                          <a:latin typeface="Consolas" panose="020B0609020204030204" pitchFamily="49" charset="0"/>
                        </a:rPr>
                        <a:t>1</a:t>
                      </a:r>
                      <a:endParaRPr lang="zh-TW" altLang="en-US" b="0" dirty="0">
                        <a:latin typeface="Consolas" panose="020B0609020204030204" pitchFamily="49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zh-TW" altLang="en-US" b="0" dirty="0">
                          <a:latin typeface="STHeiti TC" panose="02000000000000000000" pitchFamily="2" charset="-120"/>
                          <a:ea typeface="STHeiti TC" panose="02000000000000000000" pitchFamily="2" charset="-120"/>
                        </a:rPr>
                        <a:t>元素</a:t>
                      </a:r>
                      <a:r>
                        <a:rPr lang="en-US" altLang="zh-TW" b="0" dirty="0">
                          <a:latin typeface="Consolas" panose="020B0609020204030204" pitchFamily="49" charset="0"/>
                        </a:rPr>
                        <a:t>2</a:t>
                      </a:r>
                      <a:endParaRPr lang="zh-TW" altLang="en-US" b="0" dirty="0">
                        <a:latin typeface="Consolas" panose="020B0609020204030204" pitchFamily="49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zh-TW" altLang="en-US" b="0" dirty="0">
                          <a:latin typeface="STHeiti TC" panose="02000000000000000000" pitchFamily="2" charset="-120"/>
                          <a:ea typeface="STHeiti TC" panose="02000000000000000000" pitchFamily="2" charset="-120"/>
                        </a:rPr>
                        <a:t>元素</a:t>
                      </a:r>
                      <a:r>
                        <a:rPr lang="en-US" altLang="zh-TW" b="0" dirty="0">
                          <a:latin typeface="Consolas" panose="020B0609020204030204" pitchFamily="49" charset="0"/>
                        </a:rPr>
                        <a:t>3</a:t>
                      </a:r>
                      <a:endParaRPr lang="zh-TW" altLang="en-US" b="0" dirty="0">
                        <a:latin typeface="Consolas" panose="020B0609020204030204" pitchFamily="49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zh-TW" altLang="en-US" b="0" dirty="0">
                          <a:latin typeface="STHeiti TC" panose="02000000000000000000" pitchFamily="2" charset="-120"/>
                          <a:ea typeface="STHeiti TC" panose="02000000000000000000" pitchFamily="2" charset="-120"/>
                        </a:rPr>
                        <a:t>元素</a:t>
                      </a:r>
                      <a:r>
                        <a:rPr lang="en-US" altLang="zh-TW" b="0" dirty="0">
                          <a:latin typeface="Consolas" panose="020B0609020204030204" pitchFamily="49" charset="0"/>
                        </a:rPr>
                        <a:t>4</a:t>
                      </a:r>
                      <a:endParaRPr lang="zh-TW" altLang="en-US" b="0" dirty="0">
                        <a:latin typeface="Consolas" panose="020B0609020204030204" pitchFamily="49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zh-TW" altLang="en-US" b="0" dirty="0">
                          <a:latin typeface="STHeiti TC" panose="02000000000000000000" pitchFamily="2" charset="-120"/>
                          <a:ea typeface="STHeiti TC" panose="02000000000000000000" pitchFamily="2" charset="-120"/>
                        </a:rPr>
                        <a:t>元素</a:t>
                      </a:r>
                      <a:r>
                        <a:rPr lang="en-US" altLang="zh-TW" b="0" dirty="0">
                          <a:latin typeface="Consolas" panose="020B0609020204030204" pitchFamily="49" charset="0"/>
                        </a:rPr>
                        <a:t>5</a:t>
                      </a:r>
                      <a:endParaRPr lang="zh-TW" altLang="en-US" b="0" dirty="0">
                        <a:latin typeface="Consolas" panose="020B0609020204030204" pitchFamily="49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zh-TW" altLang="en-US" b="0" dirty="0">
                          <a:latin typeface="STHeiti TC" panose="02000000000000000000" pitchFamily="2" charset="-120"/>
                          <a:ea typeface="STHeiti TC" panose="02000000000000000000" pitchFamily="2" charset="-120"/>
                        </a:rPr>
                        <a:t>元素</a:t>
                      </a:r>
                      <a:r>
                        <a:rPr lang="en-US" altLang="zh-TW" b="0" dirty="0">
                          <a:latin typeface="Consolas" panose="020B0609020204030204" pitchFamily="49" charset="0"/>
                        </a:rPr>
                        <a:t>6</a:t>
                      </a:r>
                      <a:endParaRPr lang="zh-TW" altLang="en-US" b="0" dirty="0">
                        <a:latin typeface="Consolas" panose="020B0609020204030204" pitchFamily="49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1071944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920271265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Char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7A2A0A36-E877-4AFF-A56F-559ADD52493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 cap="none" dirty="0">
                <a:latin typeface="STHeiti TC" panose="02000000000000000000" pitchFamily="2" charset="-120"/>
                <a:ea typeface="STHeiti TC" panose="02000000000000000000" pitchFamily="2" charset="-120"/>
              </a:rPr>
              <a:t>陣列的應用</a:t>
            </a:r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0D3D1AF8-2FB4-42E5-ACEC-4262FEF82C2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41413" y="2666998"/>
            <a:ext cx="9905998" cy="3581401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zh-TW" altLang="en-US" sz="2400" cap="none" dirty="0">
                <a:latin typeface="STHeiti TC" panose="02000000000000000000" pitchFamily="2" charset="-120"/>
                <a:ea typeface="STHeiti TC" panose="02000000000000000000" pitchFamily="2" charset="-120"/>
              </a:rPr>
              <a:t>當我們需要儲存一對相同型別的資料時</a:t>
            </a:r>
            <a:r>
              <a:rPr lang="en-US" altLang="zh-TW" sz="2400" cap="none" dirty="0">
                <a:latin typeface="STHeiti TC" panose="02000000000000000000" pitchFamily="2" charset="-120"/>
                <a:ea typeface="STHeiti TC" panose="02000000000000000000" pitchFamily="2" charset="-120"/>
              </a:rPr>
              <a:t>...</a:t>
            </a:r>
          </a:p>
          <a:p>
            <a:pPr marL="0" indent="0">
              <a:buNone/>
            </a:pPr>
            <a:r>
              <a:rPr lang="zh-TW" altLang="en-US" sz="2400" cap="none" dirty="0">
                <a:latin typeface="STHeiti TC" panose="02000000000000000000" pitchFamily="2" charset="-120"/>
                <a:ea typeface="STHeiti TC" panose="02000000000000000000" pitchFamily="2" charset="-120"/>
              </a:rPr>
              <a:t>例如：</a:t>
            </a:r>
            <a:endParaRPr lang="en-US" altLang="zh-TW" sz="2400" cap="none" dirty="0">
              <a:latin typeface="STHeiti TC" panose="02000000000000000000" pitchFamily="2" charset="-120"/>
              <a:ea typeface="STHeiti TC" panose="02000000000000000000" pitchFamily="2" charset="-120"/>
            </a:endParaRPr>
          </a:p>
          <a:p>
            <a:pPr marL="0" indent="0">
              <a:buNone/>
            </a:pPr>
            <a:r>
              <a:rPr lang="zh-TW" altLang="en-US" sz="2400" cap="none" dirty="0">
                <a:latin typeface="STHeiti TC" panose="02000000000000000000" pitchFamily="2" charset="-120"/>
                <a:ea typeface="STHeiti TC" panose="02000000000000000000" pitchFamily="2" charset="-120"/>
              </a:rPr>
              <a:t>學生清單</a:t>
            </a:r>
            <a:endParaRPr lang="en-US" altLang="zh-TW" sz="2400" cap="none" dirty="0">
              <a:latin typeface="STHeiti TC" panose="02000000000000000000" pitchFamily="2" charset="-120"/>
              <a:ea typeface="STHeiti TC" panose="02000000000000000000" pitchFamily="2" charset="-120"/>
            </a:endParaRPr>
          </a:p>
          <a:p>
            <a:pPr marL="0" indent="0">
              <a:buNone/>
            </a:pPr>
            <a:r>
              <a:rPr lang="zh-TW" altLang="en-US" sz="2400" cap="none" dirty="0">
                <a:latin typeface="STHeiti TC" panose="02000000000000000000" pitchFamily="2" charset="-120"/>
                <a:ea typeface="STHeiti TC" panose="02000000000000000000" pitchFamily="2" charset="-120"/>
              </a:rPr>
              <a:t>編碼表</a:t>
            </a:r>
            <a:endParaRPr lang="en-US" altLang="zh-TW" sz="2400" cap="none" dirty="0">
              <a:latin typeface="STHeiti TC" panose="02000000000000000000" pitchFamily="2" charset="-120"/>
              <a:ea typeface="STHeiti TC" panose="02000000000000000000" pitchFamily="2" charset="-120"/>
            </a:endParaRPr>
          </a:p>
          <a:p>
            <a:pPr marL="0" indent="0">
              <a:buNone/>
            </a:pPr>
            <a:r>
              <a:rPr lang="zh-TW" altLang="en-US" sz="2400" cap="none" dirty="0">
                <a:latin typeface="STHeiti TC" panose="02000000000000000000" pitchFamily="2" charset="-120"/>
                <a:ea typeface="STHeiti TC" panose="02000000000000000000" pitchFamily="2" charset="-120"/>
              </a:rPr>
              <a:t>地圖（二維陣列）</a:t>
            </a:r>
          </a:p>
        </p:txBody>
      </p:sp>
      <p:graphicFrame>
        <p:nvGraphicFramePr>
          <p:cNvPr id="4" name="表格 4">
            <a:extLst>
              <a:ext uri="{FF2B5EF4-FFF2-40B4-BE49-F238E27FC236}">
                <a16:creationId xmlns:a16="http://schemas.microsoft.com/office/drawing/2014/main" id="{7319AE0C-9824-49AE-83D1-5A94223EFE2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13690013"/>
              </p:ext>
            </p:extLst>
          </p:nvPr>
        </p:nvGraphicFramePr>
        <p:xfrm>
          <a:off x="4331367" y="4946761"/>
          <a:ext cx="7055855" cy="370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11171">
                  <a:extLst>
                    <a:ext uri="{9D8B030D-6E8A-4147-A177-3AD203B41FA5}">
                      <a16:colId xmlns:a16="http://schemas.microsoft.com/office/drawing/2014/main" val="1953202906"/>
                    </a:ext>
                  </a:extLst>
                </a:gridCol>
                <a:gridCol w="1411171">
                  <a:extLst>
                    <a:ext uri="{9D8B030D-6E8A-4147-A177-3AD203B41FA5}">
                      <a16:colId xmlns:a16="http://schemas.microsoft.com/office/drawing/2014/main" val="3263224507"/>
                    </a:ext>
                  </a:extLst>
                </a:gridCol>
                <a:gridCol w="1411171">
                  <a:extLst>
                    <a:ext uri="{9D8B030D-6E8A-4147-A177-3AD203B41FA5}">
                      <a16:colId xmlns:a16="http://schemas.microsoft.com/office/drawing/2014/main" val="1429212706"/>
                    </a:ext>
                  </a:extLst>
                </a:gridCol>
                <a:gridCol w="1411171">
                  <a:extLst>
                    <a:ext uri="{9D8B030D-6E8A-4147-A177-3AD203B41FA5}">
                      <a16:colId xmlns:a16="http://schemas.microsoft.com/office/drawing/2014/main" val="452378124"/>
                    </a:ext>
                  </a:extLst>
                </a:gridCol>
                <a:gridCol w="1411171">
                  <a:extLst>
                    <a:ext uri="{9D8B030D-6E8A-4147-A177-3AD203B41FA5}">
                      <a16:colId xmlns:a16="http://schemas.microsoft.com/office/drawing/2014/main" val="140424664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altLang="zh-TW" b="1" dirty="0">
                          <a:latin typeface="Consolas" panose="020B0609020204030204" pitchFamily="49" charset="0"/>
                        </a:rPr>
                        <a:t>Eric</a:t>
                      </a:r>
                      <a:endParaRPr lang="zh-TW" altLang="en-US" b="1" dirty="0">
                        <a:latin typeface="Consolas" panose="020B0609020204030204" pitchFamily="49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b="1" dirty="0">
                          <a:latin typeface="Consolas" panose="020B0609020204030204" pitchFamily="49" charset="0"/>
                        </a:rPr>
                        <a:t>Amy</a:t>
                      </a:r>
                      <a:endParaRPr lang="zh-TW" altLang="en-US" b="1" dirty="0">
                        <a:latin typeface="Consolas" panose="020B0609020204030204" pitchFamily="49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b="1" dirty="0">
                          <a:latin typeface="Consolas" panose="020B0609020204030204" pitchFamily="49" charset="0"/>
                        </a:rPr>
                        <a:t>Roger</a:t>
                      </a:r>
                      <a:endParaRPr lang="zh-TW" altLang="en-US" b="1" dirty="0">
                        <a:latin typeface="Consolas" panose="020B0609020204030204" pitchFamily="49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b="1" dirty="0">
                          <a:latin typeface="Consolas" panose="020B0609020204030204" pitchFamily="49" charset="0"/>
                        </a:rPr>
                        <a:t>Jerry</a:t>
                      </a:r>
                      <a:endParaRPr lang="zh-TW" altLang="en-US" b="1" dirty="0">
                        <a:latin typeface="Consolas" panose="020B0609020204030204" pitchFamily="49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b="1" dirty="0">
                          <a:latin typeface="Consolas" panose="020B0609020204030204" pitchFamily="49" charset="0"/>
                        </a:rPr>
                        <a:t>Mary</a:t>
                      </a:r>
                      <a:endParaRPr lang="zh-TW" altLang="en-US" b="1" dirty="0">
                        <a:latin typeface="Consolas" panose="020B0609020204030204" pitchFamily="49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520668493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4161285535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Char"/>
      </p:transition>
    </mc:Choice>
    <mc:Fallback xmlns="">
      <p:transition spd="slow">
        <p:fade/>
      </p:transition>
    </mc:Fallback>
  </mc:AlternateContent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86A417EE-BD65-4C07-AA4D-FA2B143C912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41412" y="623622"/>
            <a:ext cx="9905998" cy="1905000"/>
          </a:xfrm>
        </p:spPr>
        <p:txBody>
          <a:bodyPr/>
          <a:lstStyle/>
          <a:p>
            <a:r>
              <a:rPr lang="zh-TW" altLang="en-US" cap="none" dirty="0">
                <a:latin typeface="STHeiti TC" panose="02000000000000000000" pitchFamily="2" charset="-120"/>
                <a:ea typeface="STHeiti TC" panose="02000000000000000000" pitchFamily="2" charset="-120"/>
              </a:rPr>
              <a:t>陣列</a:t>
            </a:r>
            <a:r>
              <a:rPr lang="en-US" altLang="zh-TW" cap="none" dirty="0">
                <a:latin typeface="Consolas" panose="020B0609020204030204" pitchFamily="49" charset="0"/>
              </a:rPr>
              <a:t> – </a:t>
            </a:r>
            <a:r>
              <a:rPr lang="zh-TW" altLang="en-US" cap="none" dirty="0">
                <a:latin typeface="STHeiti TC" panose="02000000000000000000" pitchFamily="2" charset="-120"/>
                <a:ea typeface="STHeiti TC" panose="02000000000000000000" pitchFamily="2" charset="-120"/>
              </a:rPr>
              <a:t>宣告</a:t>
            </a:r>
          </a:p>
        </p:txBody>
      </p:sp>
      <p:pic>
        <p:nvPicPr>
          <p:cNvPr id="5" name="圖片 4">
            <a:extLst>
              <a:ext uri="{FF2B5EF4-FFF2-40B4-BE49-F238E27FC236}">
                <a16:creationId xmlns:a16="http://schemas.microsoft.com/office/drawing/2014/main" id="{35953974-5FD7-4C55-A1DA-3E835470E3D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8988" y="2649811"/>
            <a:ext cx="10995226" cy="779189"/>
          </a:xfrm>
          <a:prstGeom prst="rect">
            <a:avLst/>
          </a:prstGeom>
        </p:spPr>
      </p:pic>
      <p:pic>
        <p:nvPicPr>
          <p:cNvPr id="7" name="圖片 6">
            <a:extLst>
              <a:ext uri="{FF2B5EF4-FFF2-40B4-BE49-F238E27FC236}">
                <a16:creationId xmlns:a16="http://schemas.microsoft.com/office/drawing/2014/main" id="{BC673D4E-91FD-4BF4-86E7-F70039CB2D0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619527" y="3806862"/>
            <a:ext cx="6949767" cy="261244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68384832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Char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16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" presetID="53" presetClass="entr" presetSubtype="16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2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3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4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86A417EE-BD65-4C07-AA4D-FA2B143C912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 cap="none" dirty="0">
                <a:latin typeface="STHeiti TC" panose="02000000000000000000" pitchFamily="2" charset="-120"/>
                <a:ea typeface="STHeiti TC" panose="02000000000000000000" pitchFamily="2" charset="-120"/>
              </a:rPr>
              <a:t>陣列</a:t>
            </a:r>
            <a:r>
              <a:rPr lang="en-US" altLang="zh-TW" cap="none" dirty="0">
                <a:latin typeface="Consolas" panose="020B0609020204030204" pitchFamily="49" charset="0"/>
              </a:rPr>
              <a:t> – </a:t>
            </a:r>
            <a:r>
              <a:rPr lang="zh-TW" altLang="en-US" cap="none" dirty="0">
                <a:latin typeface="STHeiti TC" panose="02000000000000000000" pitchFamily="2" charset="-120"/>
                <a:ea typeface="STHeiti TC" panose="02000000000000000000" pitchFamily="2" charset="-120"/>
              </a:rPr>
              <a:t>初始化</a:t>
            </a:r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5C81EC29-B3DF-4D67-BD52-51AA3594F8E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41413" y="2905628"/>
            <a:ext cx="9905998" cy="2875546"/>
          </a:xfrm>
        </p:spPr>
        <p:txBody>
          <a:bodyPr>
            <a:noAutofit/>
          </a:bodyPr>
          <a:lstStyle/>
          <a:p>
            <a:pPr marL="0" indent="0">
              <a:buNone/>
            </a:pPr>
            <a:r>
              <a:rPr lang="zh-TW" altLang="en-US" sz="2400" cap="none" dirty="0">
                <a:latin typeface="STHeiti TC" panose="02000000000000000000" pitchFamily="2" charset="-120"/>
                <a:ea typeface="STHeiti TC" panose="02000000000000000000" pitchFamily="2" charset="-120"/>
              </a:rPr>
              <a:t>如果將陣列宣告成</a:t>
            </a:r>
            <a:r>
              <a:rPr lang="zh-TW" altLang="en-US" sz="2400" cap="none" dirty="0">
                <a:solidFill>
                  <a:srgbClr val="FFFF00"/>
                </a:solidFill>
                <a:latin typeface="STHeiti TC" panose="02000000000000000000" pitchFamily="2" charset="-120"/>
                <a:ea typeface="STHeiti TC" panose="02000000000000000000" pitchFamily="2" charset="-120"/>
              </a:rPr>
              <a:t>全域變數</a:t>
            </a:r>
            <a:r>
              <a:rPr lang="zh-TW" altLang="en-US" sz="2400" cap="none" dirty="0">
                <a:latin typeface="STHeiti TC" panose="02000000000000000000" pitchFamily="2" charset="-120"/>
                <a:ea typeface="STHeiti TC" panose="02000000000000000000" pitchFamily="2" charset="-120"/>
              </a:rPr>
              <a:t>，那麼陣列所有的值會</a:t>
            </a:r>
            <a:r>
              <a:rPr lang="zh-TW" altLang="en-US" sz="2400" cap="none" dirty="0">
                <a:solidFill>
                  <a:srgbClr val="FFFF00"/>
                </a:solidFill>
                <a:latin typeface="STHeiti TC" panose="02000000000000000000" pitchFamily="2" charset="-120"/>
                <a:ea typeface="STHeiti TC" panose="02000000000000000000" pitchFamily="2" charset="-120"/>
              </a:rPr>
              <a:t>自動被預設成</a:t>
            </a:r>
            <a:r>
              <a:rPr lang="en-US" altLang="zh-TW" sz="2400" cap="none" dirty="0">
                <a:solidFill>
                  <a:srgbClr val="FFFF00"/>
                </a:solidFill>
                <a:latin typeface="Consolas" panose="020B0609020204030204" pitchFamily="49" charset="0"/>
                <a:ea typeface="STHeiti TC" panose="02000000000000000000" pitchFamily="2" charset="-120"/>
              </a:rPr>
              <a:t>0</a:t>
            </a:r>
            <a:r>
              <a:rPr lang="zh-TW" altLang="en-US" sz="2400" cap="none" dirty="0">
                <a:latin typeface="STHeiti TC" panose="02000000000000000000" pitchFamily="2" charset="-120"/>
                <a:ea typeface="STHeiti TC" panose="02000000000000000000" pitchFamily="2" charset="-120"/>
              </a:rPr>
              <a:t>；</a:t>
            </a:r>
            <a:endParaRPr lang="en-US" altLang="zh-TW" sz="2400" cap="none" dirty="0">
              <a:latin typeface="STHeiti TC" panose="02000000000000000000" pitchFamily="2" charset="-120"/>
              <a:ea typeface="STHeiti TC" panose="02000000000000000000" pitchFamily="2" charset="-120"/>
            </a:endParaRPr>
          </a:p>
          <a:p>
            <a:pPr marL="0" indent="0">
              <a:buNone/>
            </a:pPr>
            <a:r>
              <a:rPr lang="zh-TW" altLang="en-US" sz="2400" cap="none" dirty="0">
                <a:latin typeface="STHeiti TC" panose="02000000000000000000" pitchFamily="2" charset="-120"/>
                <a:ea typeface="STHeiti TC" panose="02000000000000000000" pitchFamily="2" charset="-120"/>
              </a:rPr>
              <a:t>如果宣告成</a:t>
            </a:r>
            <a:r>
              <a:rPr lang="zh-TW" altLang="en-US" sz="2400" cap="none" dirty="0">
                <a:solidFill>
                  <a:srgbClr val="FFFF00"/>
                </a:solidFill>
                <a:latin typeface="STHeiti TC" panose="02000000000000000000" pitchFamily="2" charset="-120"/>
                <a:ea typeface="STHeiti TC" panose="02000000000000000000" pitchFamily="2" charset="-120"/>
              </a:rPr>
              <a:t>區域變數</a:t>
            </a:r>
            <a:r>
              <a:rPr lang="zh-TW" altLang="en-US" sz="2400" cap="none" dirty="0">
                <a:latin typeface="STHeiti TC" panose="02000000000000000000" pitchFamily="2" charset="-120"/>
                <a:ea typeface="STHeiti TC" panose="02000000000000000000" pitchFamily="2" charset="-120"/>
              </a:rPr>
              <a:t>，則會是</a:t>
            </a:r>
            <a:r>
              <a:rPr lang="zh-TW" altLang="en-US" sz="2400" cap="none" dirty="0">
                <a:solidFill>
                  <a:srgbClr val="FFFF00"/>
                </a:solidFill>
                <a:latin typeface="STHeiti TC" panose="02000000000000000000" pitchFamily="2" charset="-120"/>
                <a:ea typeface="STHeiti TC" panose="02000000000000000000" pitchFamily="2" charset="-120"/>
              </a:rPr>
              <a:t>隨機數值</a:t>
            </a:r>
            <a:r>
              <a:rPr lang="zh-TW" altLang="en-US" sz="2400" cap="none" dirty="0">
                <a:latin typeface="STHeiti TC" panose="02000000000000000000" pitchFamily="2" charset="-120"/>
                <a:ea typeface="STHeiti TC" panose="02000000000000000000" pitchFamily="2" charset="-120"/>
              </a:rPr>
              <a:t>。</a:t>
            </a:r>
            <a:endParaRPr lang="en-US" altLang="zh-TW" sz="2400" cap="none" dirty="0">
              <a:latin typeface="STHeiti TC" panose="02000000000000000000" pitchFamily="2" charset="-120"/>
              <a:ea typeface="STHeiti TC" panose="02000000000000000000" pitchFamily="2" charset="-120"/>
            </a:endParaRPr>
          </a:p>
          <a:p>
            <a:pPr marL="0" indent="0">
              <a:buNone/>
            </a:pPr>
            <a:endParaRPr lang="en-US" altLang="zh-TW" sz="2400" cap="none" dirty="0">
              <a:latin typeface="Consolas" panose="020B0609020204030204" pitchFamily="49" charset="0"/>
            </a:endParaRPr>
          </a:p>
          <a:p>
            <a:pPr marL="0" indent="0">
              <a:buNone/>
            </a:pPr>
            <a:r>
              <a:rPr lang="zh-TW" altLang="en-US" sz="2400" cap="none" dirty="0">
                <a:latin typeface="STHeiti TC" panose="02000000000000000000" pitchFamily="2" charset="-120"/>
                <a:ea typeface="STHeiti TC" panose="02000000000000000000" pitchFamily="2" charset="-120"/>
              </a:rPr>
              <a:t>如果我們只初始化陣列中的部分元素，則</a:t>
            </a:r>
            <a:r>
              <a:rPr lang="zh-TW" altLang="en-US" sz="2400" cap="none" dirty="0">
                <a:solidFill>
                  <a:srgbClr val="FFFF00"/>
                </a:solidFill>
                <a:latin typeface="STHeiti TC" panose="02000000000000000000" pitchFamily="2" charset="-120"/>
                <a:ea typeface="STHeiti TC" panose="02000000000000000000" pitchFamily="2" charset="-120"/>
              </a:rPr>
              <a:t>剩下的會被預設成</a:t>
            </a:r>
            <a:r>
              <a:rPr lang="en-US" altLang="zh-TW" sz="2400" cap="none" dirty="0">
                <a:solidFill>
                  <a:srgbClr val="FFFF00"/>
                </a:solidFill>
                <a:latin typeface="Consolas" panose="020B0609020204030204" pitchFamily="49" charset="0"/>
              </a:rPr>
              <a:t>0</a:t>
            </a:r>
            <a:r>
              <a:rPr lang="zh-TW" altLang="en-US" sz="2400" cap="none" dirty="0">
                <a:latin typeface="STHeiti TC" panose="02000000000000000000" pitchFamily="2" charset="-120"/>
                <a:ea typeface="STHeiti TC" panose="02000000000000000000" pitchFamily="2" charset="-120"/>
              </a:rPr>
              <a:t>。</a:t>
            </a:r>
            <a:endParaRPr lang="en-US" altLang="zh-TW" sz="2400" cap="none" dirty="0">
              <a:latin typeface="STHeiti TC" panose="02000000000000000000" pitchFamily="2" charset="-120"/>
              <a:ea typeface="STHeiti TC" panose="02000000000000000000" pitchFamily="2" charset="-120"/>
            </a:endParaRPr>
          </a:p>
        </p:txBody>
      </p:sp>
    </p:spTree>
    <p:extLst>
      <p:ext uri="{BB962C8B-B14F-4D97-AF65-F5344CB8AC3E}">
        <p14:creationId xmlns:p14="http://schemas.microsoft.com/office/powerpoint/2010/main" val="3033534473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Char"/>
      </p:transition>
    </mc:Choice>
    <mc:Fallback xmlns="">
      <p:transition spd="slow">
        <p:fade/>
      </p:transition>
    </mc:Fallback>
  </mc:AlternateContent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DBA85197-9A25-44B5-A028-9296B1EEE06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 cap="none" dirty="0">
                <a:latin typeface="STHeiti TC" panose="02000000000000000000" pitchFamily="2" charset="-120"/>
                <a:ea typeface="STHeiti TC" panose="02000000000000000000" pitchFamily="2" charset="-120"/>
              </a:rPr>
              <a:t>陣列</a:t>
            </a:r>
            <a:r>
              <a:rPr lang="en-US" altLang="zh-TW" cap="none" dirty="0">
                <a:latin typeface="Consolas" panose="020B0609020204030204" pitchFamily="49" charset="0"/>
              </a:rPr>
              <a:t> – </a:t>
            </a:r>
            <a:r>
              <a:rPr lang="zh-TW" altLang="en-US" cap="none" dirty="0">
                <a:latin typeface="STHeiti TC" panose="02000000000000000000" pitchFamily="2" charset="-120"/>
                <a:ea typeface="STHeiti TC" panose="02000000000000000000" pitchFamily="2" charset="-120"/>
              </a:rPr>
              <a:t>初始化範例</a:t>
            </a:r>
          </a:p>
        </p:txBody>
      </p:sp>
      <p:pic>
        <p:nvPicPr>
          <p:cNvPr id="11" name="圖片 10">
            <a:extLst>
              <a:ext uri="{FF2B5EF4-FFF2-40B4-BE49-F238E27FC236}">
                <a16:creationId xmlns:a16="http://schemas.microsoft.com/office/drawing/2014/main" id="{50D79F48-D921-4880-913B-D3B37EE5216F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b="1813"/>
          <a:stretch/>
        </p:blipFill>
        <p:spPr>
          <a:xfrm>
            <a:off x="6042012" y="3775455"/>
            <a:ext cx="5005399" cy="1135890"/>
          </a:xfrm>
          <a:prstGeom prst="rect">
            <a:avLst/>
          </a:prstGeom>
        </p:spPr>
      </p:pic>
      <p:pic>
        <p:nvPicPr>
          <p:cNvPr id="13" name="圖片 12">
            <a:extLst>
              <a:ext uri="{FF2B5EF4-FFF2-40B4-BE49-F238E27FC236}">
                <a16:creationId xmlns:a16="http://schemas.microsoft.com/office/drawing/2014/main" id="{08B97FF8-41B3-481F-B511-81BF2A564D1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41413" y="2115158"/>
            <a:ext cx="4606506" cy="4456485"/>
          </a:xfrm>
          <a:prstGeom prst="rect">
            <a:avLst/>
          </a:prstGeom>
        </p:spPr>
      </p:pic>
      <p:grpSp>
        <p:nvGrpSpPr>
          <p:cNvPr id="4" name="群組 3">
            <a:extLst>
              <a:ext uri="{FF2B5EF4-FFF2-40B4-BE49-F238E27FC236}">
                <a16:creationId xmlns:a16="http://schemas.microsoft.com/office/drawing/2014/main" id="{524152AA-BBB1-4945-A845-29AF69413EDF}"/>
              </a:ext>
            </a:extLst>
          </p:cNvPr>
          <p:cNvGrpSpPr/>
          <p:nvPr/>
        </p:nvGrpSpPr>
        <p:grpSpPr>
          <a:xfrm>
            <a:off x="1572127" y="2616065"/>
            <a:ext cx="5686926" cy="2020103"/>
            <a:chOff x="1572127" y="2616065"/>
            <a:chExt cx="5686926" cy="2020103"/>
          </a:xfrm>
        </p:grpSpPr>
        <p:sp>
          <p:nvSpPr>
            <p:cNvPr id="3" name="矩形 2">
              <a:extLst>
                <a:ext uri="{FF2B5EF4-FFF2-40B4-BE49-F238E27FC236}">
                  <a16:creationId xmlns:a16="http://schemas.microsoft.com/office/drawing/2014/main" id="{2F88C3EF-D5EC-42E1-93D6-AE32E0116EF8}"/>
                </a:ext>
              </a:extLst>
            </p:cNvPr>
            <p:cNvSpPr/>
            <p:nvPr/>
          </p:nvSpPr>
          <p:spPr>
            <a:xfrm>
              <a:off x="1981200" y="3922295"/>
              <a:ext cx="3176337" cy="713873"/>
            </a:xfrm>
            <a:prstGeom prst="rect">
              <a:avLst/>
            </a:prstGeom>
            <a:noFill/>
            <a:ln w="38100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6" name="矩形 5">
              <a:extLst>
                <a:ext uri="{FF2B5EF4-FFF2-40B4-BE49-F238E27FC236}">
                  <a16:creationId xmlns:a16="http://schemas.microsoft.com/office/drawing/2014/main" id="{16F14F19-723B-4543-A1B8-C722E54A662F}"/>
                </a:ext>
              </a:extLst>
            </p:cNvPr>
            <p:cNvSpPr/>
            <p:nvPr/>
          </p:nvSpPr>
          <p:spPr>
            <a:xfrm>
              <a:off x="1572127" y="2616065"/>
              <a:ext cx="1812758" cy="311620"/>
            </a:xfrm>
            <a:prstGeom prst="rect">
              <a:avLst/>
            </a:prstGeom>
            <a:noFill/>
            <a:ln w="38100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7" name="矩形 6">
              <a:extLst>
                <a:ext uri="{FF2B5EF4-FFF2-40B4-BE49-F238E27FC236}">
                  <a16:creationId xmlns:a16="http://schemas.microsoft.com/office/drawing/2014/main" id="{4DA06CF6-6B36-4C6D-8701-640A5DA6358A}"/>
                </a:ext>
              </a:extLst>
            </p:cNvPr>
            <p:cNvSpPr/>
            <p:nvPr/>
          </p:nvSpPr>
          <p:spPr>
            <a:xfrm>
              <a:off x="6042012" y="4075691"/>
              <a:ext cx="1217041" cy="267710"/>
            </a:xfrm>
            <a:prstGeom prst="rect">
              <a:avLst/>
            </a:prstGeom>
            <a:noFill/>
            <a:ln w="38100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</p:grpSp>
      <p:grpSp>
        <p:nvGrpSpPr>
          <p:cNvPr id="8" name="群組 7">
            <a:extLst>
              <a:ext uri="{FF2B5EF4-FFF2-40B4-BE49-F238E27FC236}">
                <a16:creationId xmlns:a16="http://schemas.microsoft.com/office/drawing/2014/main" id="{B7190639-C6DB-49FC-9B86-5BB5625BDA9A}"/>
              </a:ext>
            </a:extLst>
          </p:cNvPr>
          <p:cNvGrpSpPr/>
          <p:nvPr/>
        </p:nvGrpSpPr>
        <p:grpSpPr>
          <a:xfrm>
            <a:off x="1981200" y="3288632"/>
            <a:ext cx="5277854" cy="2202678"/>
            <a:chOff x="1981200" y="3288632"/>
            <a:chExt cx="5277854" cy="2202678"/>
          </a:xfrm>
        </p:grpSpPr>
        <p:sp>
          <p:nvSpPr>
            <p:cNvPr id="9" name="矩形 8">
              <a:extLst>
                <a:ext uri="{FF2B5EF4-FFF2-40B4-BE49-F238E27FC236}">
                  <a16:creationId xmlns:a16="http://schemas.microsoft.com/office/drawing/2014/main" id="{186582BC-0B00-49DA-98F7-D223A857B6D4}"/>
                </a:ext>
              </a:extLst>
            </p:cNvPr>
            <p:cNvSpPr/>
            <p:nvPr/>
          </p:nvSpPr>
          <p:spPr>
            <a:xfrm>
              <a:off x="1997243" y="3288632"/>
              <a:ext cx="3240504" cy="248052"/>
            </a:xfrm>
            <a:prstGeom prst="rect">
              <a:avLst/>
            </a:prstGeom>
            <a:noFill/>
            <a:ln w="38100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10" name="矩形 9">
              <a:extLst>
                <a:ext uri="{FF2B5EF4-FFF2-40B4-BE49-F238E27FC236}">
                  <a16:creationId xmlns:a16="http://schemas.microsoft.com/office/drawing/2014/main" id="{64027E34-4214-4428-8E40-70D68C05EDBC}"/>
                </a:ext>
              </a:extLst>
            </p:cNvPr>
            <p:cNvSpPr/>
            <p:nvPr/>
          </p:nvSpPr>
          <p:spPr>
            <a:xfrm>
              <a:off x="1981200" y="4777437"/>
              <a:ext cx="3553326" cy="713873"/>
            </a:xfrm>
            <a:prstGeom prst="rect">
              <a:avLst/>
            </a:prstGeom>
            <a:noFill/>
            <a:ln w="38100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12" name="矩形 11">
              <a:extLst>
                <a:ext uri="{FF2B5EF4-FFF2-40B4-BE49-F238E27FC236}">
                  <a16:creationId xmlns:a16="http://schemas.microsoft.com/office/drawing/2014/main" id="{256DD782-D211-4231-AC78-4B3A1414A76E}"/>
                </a:ext>
              </a:extLst>
            </p:cNvPr>
            <p:cNvSpPr/>
            <p:nvPr/>
          </p:nvSpPr>
          <p:spPr>
            <a:xfrm>
              <a:off x="6042013" y="4356427"/>
              <a:ext cx="1217041" cy="267710"/>
            </a:xfrm>
            <a:prstGeom prst="rect">
              <a:avLst/>
            </a:prstGeom>
            <a:noFill/>
            <a:ln w="38100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</p:grpSp>
      <p:grpSp>
        <p:nvGrpSpPr>
          <p:cNvPr id="18" name="群組 17">
            <a:extLst>
              <a:ext uri="{FF2B5EF4-FFF2-40B4-BE49-F238E27FC236}">
                <a16:creationId xmlns:a16="http://schemas.microsoft.com/office/drawing/2014/main" id="{D901530D-FFD0-4773-B1AE-59382830C56A}"/>
              </a:ext>
            </a:extLst>
          </p:cNvPr>
          <p:cNvGrpSpPr/>
          <p:nvPr/>
        </p:nvGrpSpPr>
        <p:grpSpPr>
          <a:xfrm>
            <a:off x="1981199" y="3502144"/>
            <a:ext cx="9066212" cy="2875138"/>
            <a:chOff x="1981199" y="3502144"/>
            <a:chExt cx="9066212" cy="2875138"/>
          </a:xfrm>
        </p:grpSpPr>
        <p:sp>
          <p:nvSpPr>
            <p:cNvPr id="15" name="矩形 14">
              <a:extLst>
                <a:ext uri="{FF2B5EF4-FFF2-40B4-BE49-F238E27FC236}">
                  <a16:creationId xmlns:a16="http://schemas.microsoft.com/office/drawing/2014/main" id="{A6B0F4B2-C8BE-49EF-8494-F268D452AE32}"/>
                </a:ext>
              </a:extLst>
            </p:cNvPr>
            <p:cNvSpPr/>
            <p:nvPr/>
          </p:nvSpPr>
          <p:spPr>
            <a:xfrm>
              <a:off x="6042014" y="4637163"/>
              <a:ext cx="5005397" cy="267710"/>
            </a:xfrm>
            <a:prstGeom prst="rect">
              <a:avLst/>
            </a:prstGeom>
            <a:noFill/>
            <a:ln w="38100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16" name="矩形 15">
              <a:extLst>
                <a:ext uri="{FF2B5EF4-FFF2-40B4-BE49-F238E27FC236}">
                  <a16:creationId xmlns:a16="http://schemas.microsoft.com/office/drawing/2014/main" id="{BEFABB6A-FC2C-4426-9623-CCF8B22FD190}"/>
                </a:ext>
              </a:extLst>
            </p:cNvPr>
            <p:cNvSpPr/>
            <p:nvPr/>
          </p:nvSpPr>
          <p:spPr>
            <a:xfrm>
              <a:off x="1981199" y="5663409"/>
              <a:ext cx="3766719" cy="713873"/>
            </a:xfrm>
            <a:prstGeom prst="rect">
              <a:avLst/>
            </a:prstGeom>
            <a:noFill/>
            <a:ln w="38100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17" name="矩形 16">
              <a:extLst>
                <a:ext uri="{FF2B5EF4-FFF2-40B4-BE49-F238E27FC236}">
                  <a16:creationId xmlns:a16="http://schemas.microsoft.com/office/drawing/2014/main" id="{9DB004F8-1B73-4842-9117-C110958147E5}"/>
                </a:ext>
              </a:extLst>
            </p:cNvPr>
            <p:cNvSpPr/>
            <p:nvPr/>
          </p:nvSpPr>
          <p:spPr>
            <a:xfrm>
              <a:off x="1997243" y="3502144"/>
              <a:ext cx="2310062" cy="248052"/>
            </a:xfrm>
            <a:prstGeom prst="rect">
              <a:avLst/>
            </a:prstGeom>
            <a:noFill/>
            <a:ln w="38100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</p:grpSp>
    </p:spTree>
    <p:extLst>
      <p:ext uri="{BB962C8B-B14F-4D97-AF65-F5344CB8AC3E}">
        <p14:creationId xmlns:p14="http://schemas.microsoft.com/office/powerpoint/2010/main" val="4222768340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Char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4" presetClass="entr" presetSubtype="1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randombar(horizontal)">
                                      <p:cBhvr>
                                        <p:cTn id="7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4" presetClass="entr" presetSubtype="1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randombar(horizontal)">
                                      <p:cBhvr>
                                        <p:cTn id="10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10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9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10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7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86A417EE-BD65-4C07-AA4D-FA2B143C912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 cap="none" dirty="0">
                <a:latin typeface="STHeiti TC" panose="02000000000000000000" pitchFamily="2" charset="-120"/>
                <a:ea typeface="STHeiti TC" panose="02000000000000000000" pitchFamily="2" charset="-120"/>
              </a:rPr>
              <a:t>陣列</a:t>
            </a:r>
            <a:r>
              <a:rPr lang="en-US" altLang="zh-TW" cap="none" dirty="0">
                <a:latin typeface="Consolas" panose="020B0609020204030204" pitchFamily="49" charset="0"/>
              </a:rPr>
              <a:t> – </a:t>
            </a:r>
            <a:r>
              <a:rPr lang="zh-TW" altLang="en-US" cap="none" dirty="0">
                <a:latin typeface="STHeiti TC" panose="02000000000000000000" pitchFamily="2" charset="-120"/>
                <a:ea typeface="STHeiti TC" panose="02000000000000000000" pitchFamily="2" charset="-120"/>
              </a:rPr>
              <a:t>操作</a:t>
            </a:r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5C81EC29-B3DF-4D67-BD52-51AA3594F8E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41413" y="2871538"/>
            <a:ext cx="9905998" cy="2943726"/>
          </a:xfrm>
        </p:spPr>
        <p:txBody>
          <a:bodyPr>
            <a:noAutofit/>
          </a:bodyPr>
          <a:lstStyle/>
          <a:p>
            <a:pPr marL="0" indent="0">
              <a:buNone/>
            </a:pPr>
            <a:r>
              <a:rPr lang="zh-TW" altLang="en-US" cap="none" dirty="0">
                <a:latin typeface="STHeiti TC" panose="02000000000000000000" pitchFamily="2" charset="-120"/>
                <a:ea typeface="STHeiti TC" panose="02000000000000000000" pitchFamily="2" charset="-120"/>
              </a:rPr>
              <a:t>用</a:t>
            </a:r>
            <a:r>
              <a:rPr lang="zh-TW" altLang="en-US" cap="none" dirty="0">
                <a:latin typeface="Consolas" panose="020B0609020204030204" pitchFamily="49" charset="0"/>
              </a:rPr>
              <a:t> </a:t>
            </a:r>
            <a:r>
              <a:rPr lang="en-US" altLang="zh-TW" b="1" cap="none" dirty="0">
                <a:solidFill>
                  <a:srgbClr val="FFFF00"/>
                </a:solidFill>
                <a:latin typeface="Consolas" panose="020B0609020204030204" pitchFamily="49" charset="0"/>
              </a:rPr>
              <a:t>[]</a:t>
            </a:r>
            <a:r>
              <a:rPr lang="en-US" altLang="zh-TW" cap="none" dirty="0">
                <a:latin typeface="Consolas" panose="020B0609020204030204" pitchFamily="49" charset="0"/>
              </a:rPr>
              <a:t> </a:t>
            </a:r>
            <a:r>
              <a:rPr lang="zh-TW" altLang="en-US" cap="none" dirty="0">
                <a:latin typeface="STHeiti TC" panose="02000000000000000000" pitchFamily="2" charset="-120"/>
                <a:ea typeface="STHeiti TC" panose="02000000000000000000" pitchFamily="2" charset="-120"/>
              </a:rPr>
              <a:t>去獲取陣列中的特定元素</a:t>
            </a:r>
            <a:endParaRPr lang="en-US" altLang="zh-TW" cap="none" dirty="0">
              <a:latin typeface="STHeiti TC" panose="02000000000000000000" pitchFamily="2" charset="-120"/>
              <a:ea typeface="STHeiti TC" panose="02000000000000000000" pitchFamily="2" charset="-120"/>
            </a:endParaRPr>
          </a:p>
          <a:p>
            <a:pPr marL="0" indent="0">
              <a:buNone/>
            </a:pPr>
            <a:endParaRPr lang="en-US" altLang="zh-TW" sz="1000" cap="none" dirty="0">
              <a:latin typeface="STHeiti TC" panose="02000000000000000000" pitchFamily="2" charset="-120"/>
              <a:ea typeface="STHeiti TC" panose="02000000000000000000" pitchFamily="2" charset="-120"/>
            </a:endParaRPr>
          </a:p>
          <a:p>
            <a:pPr marL="0" indent="0">
              <a:buNone/>
            </a:pPr>
            <a:r>
              <a:rPr lang="en-US" altLang="zh-TW" b="1" cap="none" dirty="0">
                <a:solidFill>
                  <a:srgbClr val="FFFF00"/>
                </a:solidFill>
                <a:latin typeface="Consolas" panose="020B0609020204030204" pitchFamily="49" charset="0"/>
              </a:rPr>
              <a:t>name[index] </a:t>
            </a:r>
            <a:r>
              <a:rPr lang="zh-TW" altLang="en-US" cap="none" dirty="0">
                <a:latin typeface="STHeiti TC" panose="02000000000000000000" pitchFamily="2" charset="-120"/>
                <a:ea typeface="STHeiti TC" panose="02000000000000000000" pitchFamily="2" charset="-120"/>
              </a:rPr>
              <a:t>代表在一個</a:t>
            </a:r>
            <a:r>
              <a:rPr lang="zh-TW" altLang="en-US" cap="none" dirty="0">
                <a:solidFill>
                  <a:srgbClr val="FFFF00"/>
                </a:solidFill>
                <a:latin typeface="STHeiti TC" panose="02000000000000000000" pitchFamily="2" charset="-120"/>
                <a:ea typeface="STHeiti TC" panose="02000000000000000000" pitchFamily="2" charset="-120"/>
              </a:rPr>
              <a:t>叫做</a:t>
            </a:r>
            <a:r>
              <a:rPr lang="zh-TW" altLang="en-US" cap="none" dirty="0">
                <a:solidFill>
                  <a:srgbClr val="FFFF00"/>
                </a:solidFill>
                <a:latin typeface="Consolas" panose="020B0609020204030204" pitchFamily="49" charset="0"/>
              </a:rPr>
              <a:t> </a:t>
            </a:r>
            <a:r>
              <a:rPr lang="en-US" altLang="zh-TW" cap="none" dirty="0">
                <a:solidFill>
                  <a:srgbClr val="FFFF00"/>
                </a:solidFill>
                <a:latin typeface="Consolas" panose="020B0609020204030204" pitchFamily="49" charset="0"/>
              </a:rPr>
              <a:t>name</a:t>
            </a:r>
            <a:r>
              <a:rPr lang="zh-TW" altLang="en-US" cap="none" dirty="0">
                <a:solidFill>
                  <a:srgbClr val="FFFF00"/>
                </a:solidFill>
                <a:latin typeface="Consolas" panose="020B0609020204030204" pitchFamily="49" charset="0"/>
              </a:rPr>
              <a:t> </a:t>
            </a:r>
            <a:r>
              <a:rPr lang="zh-TW" altLang="en-US" cap="none" dirty="0">
                <a:solidFill>
                  <a:srgbClr val="FFFF00"/>
                </a:solidFill>
                <a:latin typeface="STHeiti TC" panose="02000000000000000000" pitchFamily="2" charset="-120"/>
                <a:ea typeface="STHeiti TC" panose="02000000000000000000" pitchFamily="2" charset="-120"/>
              </a:rPr>
              <a:t>的</a:t>
            </a:r>
            <a:r>
              <a:rPr lang="zh-TW" altLang="en-US" cap="none" dirty="0">
                <a:solidFill>
                  <a:srgbClr val="FFFF00"/>
                </a:solidFill>
                <a:latin typeface="Consolas" panose="020B0609020204030204" pitchFamily="49" charset="0"/>
              </a:rPr>
              <a:t> </a:t>
            </a:r>
            <a:r>
              <a:rPr lang="en-US" altLang="zh-TW" cap="none" dirty="0">
                <a:solidFill>
                  <a:srgbClr val="FFFF00"/>
                </a:solidFill>
                <a:latin typeface="Consolas" panose="020B0609020204030204" pitchFamily="49" charset="0"/>
              </a:rPr>
              <a:t>array</a:t>
            </a:r>
            <a:r>
              <a:rPr lang="zh-TW" altLang="en-US" cap="none" dirty="0">
                <a:solidFill>
                  <a:srgbClr val="FFFF00"/>
                </a:solidFill>
                <a:latin typeface="Consolas" panose="020B0609020204030204" pitchFamily="49" charset="0"/>
              </a:rPr>
              <a:t> </a:t>
            </a:r>
            <a:r>
              <a:rPr lang="zh-TW" altLang="en-US" cap="none" dirty="0">
                <a:latin typeface="STHeiti TC" panose="02000000000000000000" pitchFamily="2" charset="-120"/>
                <a:ea typeface="STHeiti TC" panose="02000000000000000000" pitchFamily="2" charset="-120"/>
              </a:rPr>
              <a:t>裡面的</a:t>
            </a:r>
            <a:r>
              <a:rPr lang="zh-TW" altLang="en-US" cap="none" dirty="0">
                <a:solidFill>
                  <a:srgbClr val="FFFF00"/>
                </a:solidFill>
                <a:latin typeface="STHeiti TC" panose="02000000000000000000" pitchFamily="2" charset="-120"/>
                <a:ea typeface="STHeiti TC" panose="02000000000000000000" pitchFamily="2" charset="-120"/>
              </a:rPr>
              <a:t>第</a:t>
            </a:r>
            <a:r>
              <a:rPr lang="zh-TW" altLang="en-US" cap="none" dirty="0">
                <a:solidFill>
                  <a:srgbClr val="FFFF00"/>
                </a:solidFill>
                <a:latin typeface="Consolas" panose="020B0609020204030204" pitchFamily="49" charset="0"/>
              </a:rPr>
              <a:t> </a:t>
            </a:r>
            <a:r>
              <a:rPr lang="en-US" altLang="zh-TW" cap="none" dirty="0">
                <a:solidFill>
                  <a:srgbClr val="FFFF00"/>
                </a:solidFill>
                <a:latin typeface="Consolas" panose="020B0609020204030204" pitchFamily="49" charset="0"/>
              </a:rPr>
              <a:t>index</a:t>
            </a:r>
            <a:r>
              <a:rPr lang="zh-TW" altLang="en-US" cap="none" dirty="0">
                <a:solidFill>
                  <a:srgbClr val="FFFF00"/>
                </a:solidFill>
                <a:latin typeface="Consolas" panose="020B0609020204030204" pitchFamily="49" charset="0"/>
              </a:rPr>
              <a:t> </a:t>
            </a:r>
            <a:r>
              <a:rPr lang="zh-TW" altLang="en-US" cap="none" dirty="0">
                <a:solidFill>
                  <a:srgbClr val="FFFF00"/>
                </a:solidFill>
                <a:latin typeface="STHeiti TC" panose="02000000000000000000" pitchFamily="2" charset="-120"/>
                <a:ea typeface="STHeiti TC" panose="02000000000000000000" pitchFamily="2" charset="-120"/>
              </a:rPr>
              <a:t>個元素</a:t>
            </a:r>
            <a:endParaRPr lang="en-US" altLang="zh-TW" cap="none" dirty="0">
              <a:solidFill>
                <a:srgbClr val="FFFF00"/>
              </a:solidFill>
              <a:latin typeface="STHeiti TC" panose="02000000000000000000" pitchFamily="2" charset="-120"/>
              <a:ea typeface="STHeiti TC" panose="02000000000000000000" pitchFamily="2" charset="-120"/>
            </a:endParaRPr>
          </a:p>
          <a:p>
            <a:pPr marL="0" indent="0">
              <a:buNone/>
            </a:pPr>
            <a:endParaRPr lang="en-US" altLang="zh-TW" cap="none" dirty="0">
              <a:latin typeface="STHeiti TC" panose="02000000000000000000" pitchFamily="2" charset="-120"/>
              <a:ea typeface="STHeiti TC" panose="02000000000000000000" pitchFamily="2" charset="-120"/>
            </a:endParaRPr>
          </a:p>
          <a:p>
            <a:pPr marL="0" indent="0">
              <a:buNone/>
            </a:pPr>
            <a:r>
              <a:rPr lang="zh-TW" altLang="en-US" cap="none" dirty="0">
                <a:latin typeface="STHeiti TC" panose="02000000000000000000" pitchFamily="2" charset="-120"/>
                <a:ea typeface="STHeiti TC" panose="02000000000000000000" pitchFamily="2" charset="-120"/>
              </a:rPr>
              <a:t>這些元素的操作就跟變數一樣，可以使用</a:t>
            </a:r>
            <a:r>
              <a:rPr lang="en-US" altLang="zh-TW" cap="none" dirty="0">
                <a:latin typeface="Consolas" panose="020B0609020204030204" pitchFamily="49" charset="0"/>
              </a:rPr>
              <a:t> +, -, *, /, %, &amp;, |, ^.</a:t>
            </a:r>
          </a:p>
          <a:p>
            <a:pPr marL="0" indent="0">
              <a:buNone/>
            </a:pPr>
            <a:endParaRPr lang="en-US" altLang="zh-TW" cap="none" dirty="0">
              <a:latin typeface="Consolas" panose="020B0609020204030204" pitchFamily="49" charset="0"/>
            </a:endParaRPr>
          </a:p>
          <a:p>
            <a:pPr marL="0" indent="0">
              <a:buNone/>
            </a:pPr>
            <a:r>
              <a:rPr lang="zh-TW" altLang="en-US" cap="none" dirty="0">
                <a:solidFill>
                  <a:srgbClr val="FFFF00"/>
                </a:solidFill>
                <a:latin typeface="STHeiti TC" panose="02000000000000000000" pitchFamily="2" charset="-120"/>
                <a:ea typeface="STHeiti TC" panose="02000000000000000000" pitchFamily="2" charset="-120"/>
              </a:rPr>
              <a:t>可以搭配</a:t>
            </a:r>
            <a:r>
              <a:rPr lang="zh-TW" altLang="en-US" cap="none" dirty="0">
                <a:solidFill>
                  <a:srgbClr val="FFFF00"/>
                </a:solidFill>
                <a:latin typeface="Consolas" panose="020B0609020204030204" pitchFamily="49" charset="0"/>
              </a:rPr>
              <a:t> </a:t>
            </a:r>
            <a:r>
              <a:rPr lang="en-US" altLang="zh-TW" cap="none" dirty="0">
                <a:solidFill>
                  <a:srgbClr val="FFFF00"/>
                </a:solidFill>
                <a:latin typeface="Consolas" panose="020B0609020204030204" pitchFamily="49" charset="0"/>
              </a:rPr>
              <a:t>for </a:t>
            </a:r>
            <a:r>
              <a:rPr lang="zh-TW" altLang="en-US" cap="none" dirty="0">
                <a:solidFill>
                  <a:srgbClr val="FFFF00"/>
                </a:solidFill>
                <a:latin typeface="STHeiti TC" panose="02000000000000000000" pitchFamily="2" charset="-120"/>
                <a:ea typeface="STHeiti TC" panose="02000000000000000000" pitchFamily="2" charset="-120"/>
              </a:rPr>
              <a:t>迴圈去使用陣列</a:t>
            </a:r>
            <a:endParaRPr lang="en-US" altLang="zh-TW" cap="none" dirty="0">
              <a:latin typeface="STHeiti TC" panose="02000000000000000000" pitchFamily="2" charset="-120"/>
              <a:ea typeface="STHeiti TC" panose="02000000000000000000" pitchFamily="2" charset="-120"/>
            </a:endParaRPr>
          </a:p>
        </p:txBody>
      </p:sp>
    </p:spTree>
    <p:extLst>
      <p:ext uri="{BB962C8B-B14F-4D97-AF65-F5344CB8AC3E}">
        <p14:creationId xmlns:p14="http://schemas.microsoft.com/office/powerpoint/2010/main" val="2304028743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Char"/>
      </p:transition>
    </mc:Choice>
    <mc:Fallback xmlns="">
      <p:transition spd="slow">
        <p:fade/>
      </p:transition>
    </mc:Fallback>
  </mc:AlternateContent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86A417EE-BD65-4C07-AA4D-FA2B143C912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 cap="none" dirty="0">
                <a:latin typeface="STHeiti TC" panose="02000000000000000000" pitchFamily="2" charset="-120"/>
                <a:ea typeface="STHeiti TC" panose="02000000000000000000" pitchFamily="2" charset="-120"/>
              </a:rPr>
              <a:t>陣列</a:t>
            </a:r>
            <a:r>
              <a:rPr lang="en-US" altLang="zh-TW" cap="none" dirty="0">
                <a:latin typeface="Consolas" panose="020B0609020204030204" pitchFamily="49" charset="0"/>
              </a:rPr>
              <a:t> – </a:t>
            </a:r>
            <a:r>
              <a:rPr lang="zh-TW" altLang="en-US" cap="none" dirty="0">
                <a:latin typeface="STHeiti TC" panose="02000000000000000000" pitchFamily="2" charset="-120"/>
                <a:ea typeface="STHeiti TC" panose="02000000000000000000" pitchFamily="2" charset="-120"/>
              </a:rPr>
              <a:t>範例：費波納契數列</a:t>
            </a:r>
          </a:p>
        </p:txBody>
      </p:sp>
      <p:pic>
        <p:nvPicPr>
          <p:cNvPr id="5" name="圖片 4">
            <a:extLst>
              <a:ext uri="{FF2B5EF4-FFF2-40B4-BE49-F238E27FC236}">
                <a16:creationId xmlns:a16="http://schemas.microsoft.com/office/drawing/2014/main" id="{ACE262ED-1746-48EF-ABC8-DDA31662B66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8200" y="2142345"/>
            <a:ext cx="5820587" cy="4001058"/>
          </a:xfrm>
          <a:prstGeom prst="rect">
            <a:avLst/>
          </a:prstGeom>
        </p:spPr>
      </p:pic>
      <p:pic>
        <p:nvPicPr>
          <p:cNvPr id="7" name="圖片 6">
            <a:extLst>
              <a:ext uri="{FF2B5EF4-FFF2-40B4-BE49-F238E27FC236}">
                <a16:creationId xmlns:a16="http://schemas.microsoft.com/office/drawing/2014/main" id="{6424C03C-4C07-4D36-9870-764639050F6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20654" y="3873400"/>
            <a:ext cx="4333146" cy="538948"/>
          </a:xfrm>
          <a:prstGeom prst="rect">
            <a:avLst/>
          </a:prstGeom>
        </p:spPr>
      </p:pic>
      <p:sp>
        <p:nvSpPr>
          <p:cNvPr id="3" name="矩形 2">
            <a:extLst>
              <a:ext uri="{FF2B5EF4-FFF2-40B4-BE49-F238E27FC236}">
                <a16:creationId xmlns:a16="http://schemas.microsoft.com/office/drawing/2014/main" id="{B084FB27-D02D-4FA5-8B15-4EA7F6154B00}"/>
              </a:ext>
            </a:extLst>
          </p:cNvPr>
          <p:cNvSpPr/>
          <p:nvPr/>
        </p:nvSpPr>
        <p:spPr>
          <a:xfrm>
            <a:off x="2061411" y="3072063"/>
            <a:ext cx="1475873" cy="296779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EB0660A8-8454-481C-ADAB-6BE85C0BFB26}"/>
              </a:ext>
            </a:extLst>
          </p:cNvPr>
          <p:cNvSpPr/>
          <p:nvPr/>
        </p:nvSpPr>
        <p:spPr>
          <a:xfrm>
            <a:off x="2061411" y="3376863"/>
            <a:ext cx="2454442" cy="296779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33D40B64-E9AB-4E16-8730-5678B4D46E22}"/>
              </a:ext>
            </a:extLst>
          </p:cNvPr>
          <p:cNvSpPr/>
          <p:nvPr/>
        </p:nvSpPr>
        <p:spPr>
          <a:xfrm>
            <a:off x="2061410" y="3673642"/>
            <a:ext cx="4491790" cy="922421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745BE1A1-49C7-479C-943B-A700ADB49C48}"/>
              </a:ext>
            </a:extLst>
          </p:cNvPr>
          <p:cNvSpPr/>
          <p:nvPr/>
        </p:nvSpPr>
        <p:spPr>
          <a:xfrm>
            <a:off x="2061410" y="4588042"/>
            <a:ext cx="3914274" cy="1219200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881002959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Char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1" presetClass="entr" presetSubtype="1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heel(1)">
                                      <p:cBhvr>
                                        <p:cTn id="7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6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0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4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0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2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10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40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2" presetID="53" presetClass="entr" presetSubtype="16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44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5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46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  <p:bldP spid="3" grpId="1" animBg="1"/>
      <p:bldP spid="6" grpId="0" animBg="1"/>
      <p:bldP spid="6" grpId="1" animBg="1"/>
      <p:bldP spid="8" grpId="0" animBg="1"/>
      <p:bldP spid="8" grpId="1" animBg="1"/>
      <p:bldP spid="9" grpId="0" animBg="1"/>
      <p:bldP spid="9" grpId="1" animBg="1"/>
    </p:bld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578159BF-AB76-4EE8-95F5-64A21103BB5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 cap="none" dirty="0">
                <a:latin typeface="STHeiti TC" panose="02000000000000000000" pitchFamily="2" charset="-120"/>
                <a:ea typeface="STHeiti TC" panose="02000000000000000000" pitchFamily="2" charset="-120"/>
              </a:rPr>
              <a:t>陣列</a:t>
            </a:r>
            <a:r>
              <a:rPr lang="en-US" altLang="zh-TW" cap="none" dirty="0">
                <a:latin typeface="Consolas" panose="020B0609020204030204" pitchFamily="49" charset="0"/>
              </a:rPr>
              <a:t> – </a:t>
            </a:r>
            <a:r>
              <a:rPr lang="zh-TW" altLang="en-US" cap="none" dirty="0">
                <a:latin typeface="STHeiti TC" panose="02000000000000000000" pitchFamily="2" charset="-120"/>
                <a:ea typeface="STHeiti TC" panose="02000000000000000000" pitchFamily="2" charset="-120"/>
              </a:rPr>
              <a:t>二維陣列</a:t>
            </a:r>
          </a:p>
        </p:txBody>
      </p:sp>
      <p:graphicFrame>
        <p:nvGraphicFramePr>
          <p:cNvPr id="4" name="表格 4">
            <a:extLst>
              <a:ext uri="{FF2B5EF4-FFF2-40B4-BE49-F238E27FC236}">
                <a16:creationId xmlns:a16="http://schemas.microsoft.com/office/drawing/2014/main" id="{7FFD384B-9EE0-4476-99BF-6407C9C99E8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202677499"/>
              </p:ext>
            </p:extLst>
          </p:nvPr>
        </p:nvGraphicFramePr>
        <p:xfrm>
          <a:off x="608012" y="3429000"/>
          <a:ext cx="10972800" cy="2743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28800">
                  <a:extLst>
                    <a:ext uri="{9D8B030D-6E8A-4147-A177-3AD203B41FA5}">
                      <a16:colId xmlns:a16="http://schemas.microsoft.com/office/drawing/2014/main" val="1307933159"/>
                    </a:ext>
                  </a:extLst>
                </a:gridCol>
                <a:gridCol w="1828800">
                  <a:extLst>
                    <a:ext uri="{9D8B030D-6E8A-4147-A177-3AD203B41FA5}">
                      <a16:colId xmlns:a16="http://schemas.microsoft.com/office/drawing/2014/main" val="2270768279"/>
                    </a:ext>
                  </a:extLst>
                </a:gridCol>
                <a:gridCol w="1828800">
                  <a:extLst>
                    <a:ext uri="{9D8B030D-6E8A-4147-A177-3AD203B41FA5}">
                      <a16:colId xmlns:a16="http://schemas.microsoft.com/office/drawing/2014/main" val="2554570645"/>
                    </a:ext>
                  </a:extLst>
                </a:gridCol>
                <a:gridCol w="1828800">
                  <a:extLst>
                    <a:ext uri="{9D8B030D-6E8A-4147-A177-3AD203B41FA5}">
                      <a16:colId xmlns:a16="http://schemas.microsoft.com/office/drawing/2014/main" val="2160866793"/>
                    </a:ext>
                  </a:extLst>
                </a:gridCol>
                <a:gridCol w="1828800">
                  <a:extLst>
                    <a:ext uri="{9D8B030D-6E8A-4147-A177-3AD203B41FA5}">
                      <a16:colId xmlns:a16="http://schemas.microsoft.com/office/drawing/2014/main" val="2900453829"/>
                    </a:ext>
                  </a:extLst>
                </a:gridCol>
                <a:gridCol w="1828800">
                  <a:extLst>
                    <a:ext uri="{9D8B030D-6E8A-4147-A177-3AD203B41FA5}">
                      <a16:colId xmlns:a16="http://schemas.microsoft.com/office/drawing/2014/main" val="3755280113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2400" b="0" dirty="0">
                          <a:solidFill>
                            <a:srgbClr val="FFFF00"/>
                          </a:solidFill>
                          <a:latin typeface="Consolas" panose="020B0609020204030204" pitchFamily="49" charset="0"/>
                        </a:rPr>
                        <a:t>Row</a:t>
                      </a:r>
                      <a:r>
                        <a:rPr lang="en-US" altLang="zh-TW" sz="2400" b="0" dirty="0">
                          <a:latin typeface="Consolas" panose="020B0609020204030204" pitchFamily="49" charset="0"/>
                        </a:rPr>
                        <a:t> \ </a:t>
                      </a:r>
                      <a:r>
                        <a:rPr lang="en-US" altLang="zh-TW" sz="2400" b="0" dirty="0">
                          <a:solidFill>
                            <a:srgbClr val="00FF00"/>
                          </a:solidFill>
                          <a:latin typeface="Consolas" panose="020B0609020204030204" pitchFamily="49" charset="0"/>
                        </a:rPr>
                        <a:t>Col</a:t>
                      </a:r>
                      <a:endParaRPr lang="zh-TW" altLang="en-US" sz="2400" b="0" dirty="0">
                        <a:solidFill>
                          <a:srgbClr val="00FF00"/>
                        </a:solidFill>
                        <a:latin typeface="Consolas" panose="020B0609020204030204" pitchFamily="49" charset="0"/>
                      </a:endParaRPr>
                    </a:p>
                  </a:txBody>
                  <a:tcPr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2400" b="0" dirty="0">
                          <a:solidFill>
                            <a:srgbClr val="00FF00"/>
                          </a:solidFill>
                          <a:latin typeface="Consolas" panose="020B0609020204030204" pitchFamily="49" charset="0"/>
                        </a:rPr>
                        <a:t>Col 0</a:t>
                      </a:r>
                      <a:endParaRPr lang="zh-TW" altLang="en-US" sz="2400" b="0" dirty="0">
                        <a:solidFill>
                          <a:srgbClr val="00FF00"/>
                        </a:solidFill>
                        <a:latin typeface="Consolas" panose="020B0609020204030204" pitchFamily="49" charset="0"/>
                      </a:endParaRPr>
                    </a:p>
                  </a:txBody>
                  <a:tcPr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2400" b="0" dirty="0">
                          <a:solidFill>
                            <a:srgbClr val="00FF00"/>
                          </a:solidFill>
                          <a:latin typeface="Consolas" panose="020B0609020204030204" pitchFamily="49" charset="0"/>
                        </a:rPr>
                        <a:t>Col 1</a:t>
                      </a:r>
                      <a:endParaRPr lang="zh-TW" altLang="en-US" sz="2400" b="0" dirty="0">
                        <a:solidFill>
                          <a:srgbClr val="00FF00"/>
                        </a:solidFill>
                        <a:latin typeface="Consolas" panose="020B0609020204030204" pitchFamily="49" charset="0"/>
                      </a:endParaRPr>
                    </a:p>
                  </a:txBody>
                  <a:tcPr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2400" b="0" dirty="0">
                          <a:solidFill>
                            <a:srgbClr val="00FF00"/>
                          </a:solidFill>
                          <a:latin typeface="Consolas" panose="020B0609020204030204" pitchFamily="49" charset="0"/>
                        </a:rPr>
                        <a:t>Col 2</a:t>
                      </a:r>
                      <a:endParaRPr lang="zh-TW" altLang="en-US" sz="2400" b="0" dirty="0">
                        <a:solidFill>
                          <a:srgbClr val="00FF00"/>
                        </a:solidFill>
                        <a:latin typeface="Consolas" panose="020B0609020204030204" pitchFamily="49" charset="0"/>
                      </a:endParaRPr>
                    </a:p>
                  </a:txBody>
                  <a:tcPr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2400" b="0" dirty="0">
                          <a:solidFill>
                            <a:srgbClr val="00FF00"/>
                          </a:solidFill>
                          <a:latin typeface="Consolas" panose="020B0609020204030204" pitchFamily="49" charset="0"/>
                        </a:rPr>
                        <a:t>Col 3</a:t>
                      </a:r>
                      <a:endParaRPr lang="zh-TW" altLang="en-US" sz="2400" b="0" dirty="0">
                        <a:solidFill>
                          <a:srgbClr val="00FF00"/>
                        </a:solidFill>
                        <a:latin typeface="Consolas" panose="020B0609020204030204" pitchFamily="49" charset="0"/>
                      </a:endParaRPr>
                    </a:p>
                  </a:txBody>
                  <a:tcPr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2400" b="0" dirty="0">
                          <a:solidFill>
                            <a:srgbClr val="00FF00"/>
                          </a:solidFill>
                          <a:latin typeface="Consolas" panose="020B0609020204030204" pitchFamily="49" charset="0"/>
                        </a:rPr>
                        <a:t>Col 4</a:t>
                      </a:r>
                      <a:endParaRPr lang="zh-TW" altLang="en-US" sz="2400" b="0" dirty="0">
                        <a:solidFill>
                          <a:srgbClr val="00FF00"/>
                        </a:solidFill>
                        <a:latin typeface="Consolas" panose="020B0609020204030204" pitchFamily="49" charset="0"/>
                      </a:endParaRPr>
                    </a:p>
                  </a:txBody>
                  <a:tcPr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3353722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2400" b="0" dirty="0">
                          <a:solidFill>
                            <a:srgbClr val="FFFF00"/>
                          </a:solidFill>
                          <a:latin typeface="Consolas" panose="020B0609020204030204" pitchFamily="49" charset="0"/>
                        </a:rPr>
                        <a:t>Row 0</a:t>
                      </a:r>
                      <a:endParaRPr lang="zh-TW" altLang="en-US" sz="2400" b="0" dirty="0">
                        <a:solidFill>
                          <a:srgbClr val="FFFF00"/>
                        </a:solidFill>
                        <a:latin typeface="Consolas" panose="020B0609020204030204" pitchFamily="49" charset="0"/>
                      </a:endParaRPr>
                    </a:p>
                  </a:txBody>
                  <a:tcPr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2400" b="0" dirty="0" err="1">
                          <a:solidFill>
                            <a:schemeClr val="tx1"/>
                          </a:solidFill>
                          <a:latin typeface="Consolas" panose="020B0609020204030204" pitchFamily="49" charset="0"/>
                        </a:rPr>
                        <a:t>arr</a:t>
                      </a:r>
                      <a:r>
                        <a:rPr lang="en-US" altLang="zh-TW" sz="2400" b="0" dirty="0">
                          <a:solidFill>
                            <a:schemeClr val="tx1"/>
                          </a:solidFill>
                          <a:latin typeface="Consolas" panose="020B0609020204030204" pitchFamily="49" charset="0"/>
                        </a:rPr>
                        <a:t>[</a:t>
                      </a:r>
                      <a:r>
                        <a:rPr lang="en-US" altLang="zh-TW" sz="2400" b="0" dirty="0">
                          <a:solidFill>
                            <a:srgbClr val="FFFF00"/>
                          </a:solidFill>
                          <a:latin typeface="Consolas" panose="020B0609020204030204" pitchFamily="49" charset="0"/>
                        </a:rPr>
                        <a:t>0</a:t>
                      </a:r>
                      <a:r>
                        <a:rPr lang="en-US" altLang="zh-TW" sz="2400" b="0" dirty="0">
                          <a:solidFill>
                            <a:schemeClr val="tx1"/>
                          </a:solidFill>
                          <a:latin typeface="Consolas" panose="020B0609020204030204" pitchFamily="49" charset="0"/>
                        </a:rPr>
                        <a:t>][</a:t>
                      </a:r>
                      <a:r>
                        <a:rPr lang="en-US" altLang="zh-TW" sz="2400" b="0" dirty="0">
                          <a:solidFill>
                            <a:srgbClr val="00FF00"/>
                          </a:solidFill>
                          <a:latin typeface="Consolas" panose="020B0609020204030204" pitchFamily="49" charset="0"/>
                        </a:rPr>
                        <a:t>0</a:t>
                      </a:r>
                      <a:r>
                        <a:rPr lang="en-US" altLang="zh-TW" sz="2400" b="0" dirty="0">
                          <a:solidFill>
                            <a:schemeClr val="tx1"/>
                          </a:solidFill>
                          <a:latin typeface="Consolas" panose="020B0609020204030204" pitchFamily="49" charset="0"/>
                        </a:rPr>
                        <a:t>]</a:t>
                      </a:r>
                      <a:endParaRPr lang="zh-TW" altLang="en-US" sz="2400" b="0" dirty="0">
                        <a:solidFill>
                          <a:schemeClr val="tx1"/>
                        </a:solidFill>
                        <a:latin typeface="Consolas" panose="020B0609020204030204" pitchFamily="49" charset="0"/>
                      </a:endParaRPr>
                    </a:p>
                  </a:txBody>
                  <a:tcPr>
                    <a:solidFill>
                      <a:schemeClr val="bg1">
                        <a:lumMod val="65000"/>
                        <a:lumOff val="3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2400" b="0" dirty="0" err="1">
                          <a:solidFill>
                            <a:schemeClr val="tx1"/>
                          </a:solidFill>
                          <a:latin typeface="Consolas" panose="020B0609020204030204" pitchFamily="49" charset="0"/>
                        </a:rPr>
                        <a:t>arr</a:t>
                      </a:r>
                      <a:r>
                        <a:rPr lang="en-US" altLang="zh-TW" sz="2400" b="0" dirty="0">
                          <a:solidFill>
                            <a:schemeClr val="tx1"/>
                          </a:solidFill>
                          <a:latin typeface="Consolas" panose="020B0609020204030204" pitchFamily="49" charset="0"/>
                        </a:rPr>
                        <a:t>[</a:t>
                      </a:r>
                      <a:r>
                        <a:rPr lang="en-US" altLang="zh-TW" sz="2400" b="0" dirty="0">
                          <a:solidFill>
                            <a:srgbClr val="FFFF00"/>
                          </a:solidFill>
                          <a:latin typeface="Consolas" panose="020B0609020204030204" pitchFamily="49" charset="0"/>
                        </a:rPr>
                        <a:t>0</a:t>
                      </a:r>
                      <a:r>
                        <a:rPr lang="en-US" altLang="zh-TW" sz="2400" b="0" dirty="0">
                          <a:solidFill>
                            <a:schemeClr val="tx1"/>
                          </a:solidFill>
                          <a:latin typeface="Consolas" panose="020B0609020204030204" pitchFamily="49" charset="0"/>
                        </a:rPr>
                        <a:t>][</a:t>
                      </a:r>
                      <a:r>
                        <a:rPr lang="en-US" altLang="zh-TW" sz="2400" b="0" dirty="0">
                          <a:solidFill>
                            <a:srgbClr val="00FF00"/>
                          </a:solidFill>
                          <a:latin typeface="Consolas" panose="020B0609020204030204" pitchFamily="49" charset="0"/>
                        </a:rPr>
                        <a:t>1</a:t>
                      </a:r>
                      <a:r>
                        <a:rPr lang="en-US" altLang="zh-TW" sz="2400" b="0" dirty="0">
                          <a:solidFill>
                            <a:schemeClr val="tx1"/>
                          </a:solidFill>
                          <a:latin typeface="Consolas" panose="020B0609020204030204" pitchFamily="49" charset="0"/>
                        </a:rPr>
                        <a:t>]</a:t>
                      </a:r>
                      <a:endParaRPr lang="zh-TW" altLang="en-US" sz="2400" b="0" dirty="0">
                        <a:solidFill>
                          <a:schemeClr val="tx1"/>
                        </a:solidFill>
                        <a:latin typeface="Consolas" panose="020B0609020204030204" pitchFamily="49" charset="0"/>
                      </a:endParaRPr>
                    </a:p>
                  </a:txBody>
                  <a:tcPr>
                    <a:solidFill>
                      <a:schemeClr val="bg1">
                        <a:lumMod val="65000"/>
                        <a:lumOff val="3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2400" b="0" dirty="0" err="1">
                          <a:solidFill>
                            <a:schemeClr val="tx1"/>
                          </a:solidFill>
                          <a:latin typeface="Consolas" panose="020B0609020204030204" pitchFamily="49" charset="0"/>
                        </a:rPr>
                        <a:t>arr</a:t>
                      </a:r>
                      <a:r>
                        <a:rPr lang="en-US" altLang="zh-TW" sz="2400" b="0" dirty="0">
                          <a:solidFill>
                            <a:schemeClr val="tx1"/>
                          </a:solidFill>
                          <a:latin typeface="Consolas" panose="020B0609020204030204" pitchFamily="49" charset="0"/>
                        </a:rPr>
                        <a:t>[</a:t>
                      </a:r>
                      <a:r>
                        <a:rPr lang="en-US" altLang="zh-TW" sz="2400" b="0" dirty="0">
                          <a:solidFill>
                            <a:srgbClr val="FFFF00"/>
                          </a:solidFill>
                          <a:latin typeface="Consolas" panose="020B0609020204030204" pitchFamily="49" charset="0"/>
                        </a:rPr>
                        <a:t>0</a:t>
                      </a:r>
                      <a:r>
                        <a:rPr lang="en-US" altLang="zh-TW" sz="2400" b="0" dirty="0">
                          <a:solidFill>
                            <a:schemeClr val="tx1"/>
                          </a:solidFill>
                          <a:latin typeface="Consolas" panose="020B0609020204030204" pitchFamily="49" charset="0"/>
                        </a:rPr>
                        <a:t>][</a:t>
                      </a:r>
                      <a:r>
                        <a:rPr lang="en-US" altLang="zh-TW" sz="2400" b="0" dirty="0">
                          <a:solidFill>
                            <a:srgbClr val="00FF00"/>
                          </a:solidFill>
                          <a:latin typeface="Consolas" panose="020B0609020204030204" pitchFamily="49" charset="0"/>
                        </a:rPr>
                        <a:t>2</a:t>
                      </a:r>
                      <a:r>
                        <a:rPr lang="en-US" altLang="zh-TW" sz="2400" b="0" dirty="0">
                          <a:solidFill>
                            <a:schemeClr val="tx1"/>
                          </a:solidFill>
                          <a:latin typeface="Consolas" panose="020B0609020204030204" pitchFamily="49" charset="0"/>
                        </a:rPr>
                        <a:t>]</a:t>
                      </a:r>
                      <a:endParaRPr lang="zh-TW" altLang="en-US" sz="2400" b="0" dirty="0">
                        <a:solidFill>
                          <a:schemeClr val="tx1"/>
                        </a:solidFill>
                        <a:latin typeface="Consolas" panose="020B0609020204030204" pitchFamily="49" charset="0"/>
                      </a:endParaRPr>
                    </a:p>
                  </a:txBody>
                  <a:tcPr>
                    <a:solidFill>
                      <a:schemeClr val="bg1">
                        <a:lumMod val="65000"/>
                        <a:lumOff val="3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2400" b="0" dirty="0" err="1">
                          <a:solidFill>
                            <a:schemeClr val="tx1"/>
                          </a:solidFill>
                          <a:latin typeface="Consolas" panose="020B0609020204030204" pitchFamily="49" charset="0"/>
                        </a:rPr>
                        <a:t>arr</a:t>
                      </a:r>
                      <a:r>
                        <a:rPr lang="en-US" altLang="zh-TW" sz="2400" b="0" dirty="0">
                          <a:solidFill>
                            <a:schemeClr val="tx1"/>
                          </a:solidFill>
                          <a:latin typeface="Consolas" panose="020B0609020204030204" pitchFamily="49" charset="0"/>
                        </a:rPr>
                        <a:t>[</a:t>
                      </a:r>
                      <a:r>
                        <a:rPr lang="en-US" altLang="zh-TW" sz="2400" b="0" dirty="0">
                          <a:solidFill>
                            <a:srgbClr val="FFFF00"/>
                          </a:solidFill>
                          <a:latin typeface="Consolas" panose="020B0609020204030204" pitchFamily="49" charset="0"/>
                        </a:rPr>
                        <a:t>0</a:t>
                      </a:r>
                      <a:r>
                        <a:rPr lang="en-US" altLang="zh-TW" sz="2400" b="0" dirty="0">
                          <a:solidFill>
                            <a:schemeClr val="tx1"/>
                          </a:solidFill>
                          <a:latin typeface="Consolas" panose="020B0609020204030204" pitchFamily="49" charset="0"/>
                        </a:rPr>
                        <a:t>][</a:t>
                      </a:r>
                      <a:r>
                        <a:rPr lang="en-US" altLang="zh-TW" sz="2400" b="0" dirty="0">
                          <a:solidFill>
                            <a:srgbClr val="00FF00"/>
                          </a:solidFill>
                          <a:latin typeface="Consolas" panose="020B0609020204030204" pitchFamily="49" charset="0"/>
                        </a:rPr>
                        <a:t>3</a:t>
                      </a:r>
                      <a:r>
                        <a:rPr lang="en-US" altLang="zh-TW" sz="2400" b="0" dirty="0">
                          <a:solidFill>
                            <a:schemeClr val="tx1"/>
                          </a:solidFill>
                          <a:latin typeface="Consolas" panose="020B0609020204030204" pitchFamily="49" charset="0"/>
                        </a:rPr>
                        <a:t>]</a:t>
                      </a:r>
                      <a:endParaRPr lang="zh-TW" altLang="en-US" sz="2400" b="0" dirty="0">
                        <a:solidFill>
                          <a:schemeClr val="tx1"/>
                        </a:solidFill>
                        <a:latin typeface="Consolas" panose="020B0609020204030204" pitchFamily="49" charset="0"/>
                      </a:endParaRPr>
                    </a:p>
                  </a:txBody>
                  <a:tcPr>
                    <a:solidFill>
                      <a:schemeClr val="bg1">
                        <a:lumMod val="65000"/>
                        <a:lumOff val="3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2400" b="0" dirty="0" err="1">
                          <a:solidFill>
                            <a:schemeClr val="tx1"/>
                          </a:solidFill>
                          <a:latin typeface="Consolas" panose="020B0609020204030204" pitchFamily="49" charset="0"/>
                        </a:rPr>
                        <a:t>arr</a:t>
                      </a:r>
                      <a:r>
                        <a:rPr lang="en-US" altLang="zh-TW" sz="2400" b="0" dirty="0">
                          <a:solidFill>
                            <a:schemeClr val="tx1"/>
                          </a:solidFill>
                          <a:latin typeface="Consolas" panose="020B0609020204030204" pitchFamily="49" charset="0"/>
                        </a:rPr>
                        <a:t>[</a:t>
                      </a:r>
                      <a:r>
                        <a:rPr lang="en-US" altLang="zh-TW" sz="2400" b="0" dirty="0">
                          <a:solidFill>
                            <a:srgbClr val="FFFF00"/>
                          </a:solidFill>
                          <a:latin typeface="Consolas" panose="020B0609020204030204" pitchFamily="49" charset="0"/>
                        </a:rPr>
                        <a:t>0</a:t>
                      </a:r>
                      <a:r>
                        <a:rPr lang="en-US" altLang="zh-TW" sz="2400" b="0" dirty="0">
                          <a:solidFill>
                            <a:schemeClr val="tx1"/>
                          </a:solidFill>
                          <a:latin typeface="Consolas" panose="020B0609020204030204" pitchFamily="49" charset="0"/>
                        </a:rPr>
                        <a:t>][</a:t>
                      </a:r>
                      <a:r>
                        <a:rPr lang="en-US" altLang="zh-TW" sz="2400" b="0" dirty="0">
                          <a:solidFill>
                            <a:srgbClr val="00FF00"/>
                          </a:solidFill>
                          <a:latin typeface="Consolas" panose="020B0609020204030204" pitchFamily="49" charset="0"/>
                        </a:rPr>
                        <a:t>4</a:t>
                      </a:r>
                      <a:r>
                        <a:rPr lang="en-US" altLang="zh-TW" sz="2400" b="0" dirty="0">
                          <a:solidFill>
                            <a:schemeClr val="tx1"/>
                          </a:solidFill>
                          <a:latin typeface="Consolas" panose="020B0609020204030204" pitchFamily="49" charset="0"/>
                        </a:rPr>
                        <a:t>]</a:t>
                      </a:r>
                      <a:endParaRPr lang="zh-TW" altLang="en-US" sz="2400" b="0" dirty="0">
                        <a:solidFill>
                          <a:schemeClr val="tx1"/>
                        </a:solidFill>
                        <a:latin typeface="Consolas" panose="020B0609020204030204" pitchFamily="49" charset="0"/>
                      </a:endParaRPr>
                    </a:p>
                  </a:txBody>
                  <a:tcPr>
                    <a:solidFill>
                      <a:schemeClr val="bg1">
                        <a:lumMod val="65000"/>
                        <a:lumOff val="3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911418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2400" b="0" dirty="0">
                          <a:solidFill>
                            <a:srgbClr val="FFFF00"/>
                          </a:solidFill>
                          <a:latin typeface="Consolas" panose="020B0609020204030204" pitchFamily="49" charset="0"/>
                        </a:rPr>
                        <a:t>Row 1</a:t>
                      </a:r>
                      <a:endParaRPr lang="zh-TW" altLang="en-US" sz="2400" b="0" dirty="0">
                        <a:solidFill>
                          <a:srgbClr val="FFFF00"/>
                        </a:solidFill>
                        <a:latin typeface="Consolas" panose="020B0609020204030204" pitchFamily="49" charset="0"/>
                      </a:endParaRPr>
                    </a:p>
                  </a:txBody>
                  <a:tcPr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2400" b="0" dirty="0" err="1">
                          <a:solidFill>
                            <a:schemeClr val="tx1"/>
                          </a:solidFill>
                          <a:latin typeface="Consolas" panose="020B0609020204030204" pitchFamily="49" charset="0"/>
                        </a:rPr>
                        <a:t>arr</a:t>
                      </a:r>
                      <a:r>
                        <a:rPr lang="en-US" altLang="zh-TW" sz="2400" b="0" dirty="0">
                          <a:solidFill>
                            <a:schemeClr val="tx1"/>
                          </a:solidFill>
                          <a:latin typeface="Consolas" panose="020B0609020204030204" pitchFamily="49" charset="0"/>
                        </a:rPr>
                        <a:t>[</a:t>
                      </a:r>
                      <a:r>
                        <a:rPr lang="en-US" altLang="zh-TW" sz="2400" b="0" dirty="0">
                          <a:solidFill>
                            <a:srgbClr val="FFFF00"/>
                          </a:solidFill>
                          <a:latin typeface="Consolas" panose="020B0609020204030204" pitchFamily="49" charset="0"/>
                        </a:rPr>
                        <a:t>1</a:t>
                      </a:r>
                      <a:r>
                        <a:rPr lang="en-US" altLang="zh-TW" sz="2400" b="0" dirty="0">
                          <a:solidFill>
                            <a:schemeClr val="tx1"/>
                          </a:solidFill>
                          <a:latin typeface="Consolas" panose="020B0609020204030204" pitchFamily="49" charset="0"/>
                        </a:rPr>
                        <a:t>][</a:t>
                      </a:r>
                      <a:r>
                        <a:rPr lang="en-US" altLang="zh-TW" sz="2400" b="0" dirty="0">
                          <a:solidFill>
                            <a:srgbClr val="00FF00"/>
                          </a:solidFill>
                          <a:latin typeface="Consolas" panose="020B0609020204030204" pitchFamily="49" charset="0"/>
                        </a:rPr>
                        <a:t>0</a:t>
                      </a:r>
                      <a:r>
                        <a:rPr lang="en-US" altLang="zh-TW" sz="2400" b="0" dirty="0">
                          <a:solidFill>
                            <a:schemeClr val="tx1"/>
                          </a:solidFill>
                          <a:latin typeface="Consolas" panose="020B0609020204030204" pitchFamily="49" charset="0"/>
                        </a:rPr>
                        <a:t>]</a:t>
                      </a:r>
                      <a:endParaRPr lang="zh-TW" altLang="en-US" sz="2400" b="0" dirty="0">
                        <a:solidFill>
                          <a:schemeClr val="tx1"/>
                        </a:solidFill>
                        <a:latin typeface="Consolas" panose="020B0609020204030204" pitchFamily="49" charset="0"/>
                      </a:endParaRPr>
                    </a:p>
                  </a:txBody>
                  <a:tcPr>
                    <a:solidFill>
                      <a:schemeClr val="bg1">
                        <a:lumMod val="65000"/>
                        <a:lumOff val="3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2400" b="0" dirty="0" err="1">
                          <a:solidFill>
                            <a:schemeClr val="tx1"/>
                          </a:solidFill>
                          <a:latin typeface="Consolas" panose="020B0609020204030204" pitchFamily="49" charset="0"/>
                        </a:rPr>
                        <a:t>arr</a:t>
                      </a:r>
                      <a:r>
                        <a:rPr lang="en-US" altLang="zh-TW" sz="2400" b="0" dirty="0">
                          <a:solidFill>
                            <a:schemeClr val="tx1"/>
                          </a:solidFill>
                          <a:latin typeface="Consolas" panose="020B0609020204030204" pitchFamily="49" charset="0"/>
                        </a:rPr>
                        <a:t>[</a:t>
                      </a:r>
                      <a:r>
                        <a:rPr lang="en-US" altLang="zh-TW" sz="2400" b="0" dirty="0">
                          <a:solidFill>
                            <a:srgbClr val="FFFF00"/>
                          </a:solidFill>
                          <a:latin typeface="Consolas" panose="020B0609020204030204" pitchFamily="49" charset="0"/>
                        </a:rPr>
                        <a:t>1</a:t>
                      </a:r>
                      <a:r>
                        <a:rPr lang="en-US" altLang="zh-TW" sz="2400" b="0" dirty="0">
                          <a:solidFill>
                            <a:schemeClr val="tx1"/>
                          </a:solidFill>
                          <a:latin typeface="Consolas" panose="020B0609020204030204" pitchFamily="49" charset="0"/>
                        </a:rPr>
                        <a:t>][</a:t>
                      </a:r>
                      <a:r>
                        <a:rPr lang="en-US" altLang="zh-TW" sz="2400" b="0" dirty="0">
                          <a:solidFill>
                            <a:srgbClr val="00FF00"/>
                          </a:solidFill>
                          <a:latin typeface="Consolas" panose="020B0609020204030204" pitchFamily="49" charset="0"/>
                        </a:rPr>
                        <a:t>1</a:t>
                      </a:r>
                      <a:r>
                        <a:rPr lang="en-US" altLang="zh-TW" sz="2400" b="0" dirty="0">
                          <a:solidFill>
                            <a:schemeClr val="tx1"/>
                          </a:solidFill>
                          <a:latin typeface="Consolas" panose="020B0609020204030204" pitchFamily="49" charset="0"/>
                        </a:rPr>
                        <a:t>]</a:t>
                      </a:r>
                      <a:endParaRPr lang="zh-TW" altLang="en-US" sz="2400" b="0" dirty="0">
                        <a:solidFill>
                          <a:schemeClr val="tx1"/>
                        </a:solidFill>
                        <a:latin typeface="Consolas" panose="020B0609020204030204" pitchFamily="49" charset="0"/>
                      </a:endParaRPr>
                    </a:p>
                  </a:txBody>
                  <a:tcPr>
                    <a:solidFill>
                      <a:schemeClr val="bg1">
                        <a:lumMod val="65000"/>
                        <a:lumOff val="3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2400" b="0" dirty="0" err="1">
                          <a:solidFill>
                            <a:schemeClr val="tx1"/>
                          </a:solidFill>
                          <a:latin typeface="Consolas" panose="020B0609020204030204" pitchFamily="49" charset="0"/>
                        </a:rPr>
                        <a:t>arr</a:t>
                      </a:r>
                      <a:r>
                        <a:rPr lang="en-US" altLang="zh-TW" sz="2400" b="0" dirty="0">
                          <a:solidFill>
                            <a:schemeClr val="tx1"/>
                          </a:solidFill>
                          <a:latin typeface="Consolas" panose="020B0609020204030204" pitchFamily="49" charset="0"/>
                        </a:rPr>
                        <a:t>[</a:t>
                      </a:r>
                      <a:r>
                        <a:rPr lang="en-US" altLang="zh-TW" sz="2400" b="0" dirty="0">
                          <a:solidFill>
                            <a:srgbClr val="FFFF00"/>
                          </a:solidFill>
                          <a:latin typeface="Consolas" panose="020B0609020204030204" pitchFamily="49" charset="0"/>
                        </a:rPr>
                        <a:t>1</a:t>
                      </a:r>
                      <a:r>
                        <a:rPr lang="en-US" altLang="zh-TW" sz="2400" b="0" dirty="0">
                          <a:solidFill>
                            <a:schemeClr val="tx1"/>
                          </a:solidFill>
                          <a:latin typeface="Consolas" panose="020B0609020204030204" pitchFamily="49" charset="0"/>
                        </a:rPr>
                        <a:t>][</a:t>
                      </a:r>
                      <a:r>
                        <a:rPr lang="en-US" altLang="zh-TW" sz="2400" b="0" dirty="0">
                          <a:solidFill>
                            <a:srgbClr val="00FF00"/>
                          </a:solidFill>
                          <a:latin typeface="Consolas" panose="020B0609020204030204" pitchFamily="49" charset="0"/>
                        </a:rPr>
                        <a:t>2</a:t>
                      </a:r>
                      <a:r>
                        <a:rPr lang="en-US" altLang="zh-TW" sz="2400" b="0" dirty="0">
                          <a:solidFill>
                            <a:schemeClr val="tx1"/>
                          </a:solidFill>
                          <a:latin typeface="Consolas" panose="020B0609020204030204" pitchFamily="49" charset="0"/>
                        </a:rPr>
                        <a:t>]</a:t>
                      </a:r>
                      <a:endParaRPr lang="zh-TW" altLang="en-US" sz="2400" b="0" dirty="0">
                        <a:solidFill>
                          <a:schemeClr val="tx1"/>
                        </a:solidFill>
                        <a:latin typeface="Consolas" panose="020B0609020204030204" pitchFamily="49" charset="0"/>
                      </a:endParaRPr>
                    </a:p>
                  </a:txBody>
                  <a:tcPr>
                    <a:solidFill>
                      <a:schemeClr val="bg1">
                        <a:lumMod val="65000"/>
                        <a:lumOff val="3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2400" b="0" dirty="0" err="1">
                          <a:solidFill>
                            <a:schemeClr val="tx1"/>
                          </a:solidFill>
                          <a:latin typeface="Consolas" panose="020B0609020204030204" pitchFamily="49" charset="0"/>
                        </a:rPr>
                        <a:t>arr</a:t>
                      </a:r>
                      <a:r>
                        <a:rPr lang="en-US" altLang="zh-TW" sz="2400" b="0" dirty="0">
                          <a:solidFill>
                            <a:schemeClr val="tx1"/>
                          </a:solidFill>
                          <a:latin typeface="Consolas" panose="020B0609020204030204" pitchFamily="49" charset="0"/>
                        </a:rPr>
                        <a:t>[</a:t>
                      </a:r>
                      <a:r>
                        <a:rPr lang="en-US" altLang="zh-TW" sz="2400" b="0" dirty="0">
                          <a:solidFill>
                            <a:srgbClr val="FFFF00"/>
                          </a:solidFill>
                          <a:latin typeface="Consolas" panose="020B0609020204030204" pitchFamily="49" charset="0"/>
                        </a:rPr>
                        <a:t>1</a:t>
                      </a:r>
                      <a:r>
                        <a:rPr lang="en-US" altLang="zh-TW" sz="2400" b="0" dirty="0">
                          <a:solidFill>
                            <a:schemeClr val="tx1"/>
                          </a:solidFill>
                          <a:latin typeface="Consolas" panose="020B0609020204030204" pitchFamily="49" charset="0"/>
                        </a:rPr>
                        <a:t>][</a:t>
                      </a:r>
                      <a:r>
                        <a:rPr lang="en-US" altLang="zh-TW" sz="2400" b="0" dirty="0">
                          <a:solidFill>
                            <a:srgbClr val="00FF00"/>
                          </a:solidFill>
                          <a:latin typeface="Consolas" panose="020B0609020204030204" pitchFamily="49" charset="0"/>
                        </a:rPr>
                        <a:t>3</a:t>
                      </a:r>
                      <a:r>
                        <a:rPr lang="en-US" altLang="zh-TW" sz="2400" b="0" dirty="0">
                          <a:solidFill>
                            <a:schemeClr val="tx1"/>
                          </a:solidFill>
                          <a:latin typeface="Consolas" panose="020B0609020204030204" pitchFamily="49" charset="0"/>
                        </a:rPr>
                        <a:t>]</a:t>
                      </a:r>
                      <a:endParaRPr lang="zh-TW" altLang="en-US" sz="2400" b="0" dirty="0">
                        <a:solidFill>
                          <a:schemeClr val="tx1"/>
                        </a:solidFill>
                        <a:latin typeface="Consolas" panose="020B0609020204030204" pitchFamily="49" charset="0"/>
                      </a:endParaRPr>
                    </a:p>
                  </a:txBody>
                  <a:tcPr>
                    <a:solidFill>
                      <a:schemeClr val="bg1">
                        <a:lumMod val="65000"/>
                        <a:lumOff val="3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2400" b="0" dirty="0" err="1">
                          <a:solidFill>
                            <a:schemeClr val="tx1"/>
                          </a:solidFill>
                          <a:latin typeface="Consolas" panose="020B0609020204030204" pitchFamily="49" charset="0"/>
                        </a:rPr>
                        <a:t>arr</a:t>
                      </a:r>
                      <a:r>
                        <a:rPr lang="en-US" altLang="zh-TW" sz="2400" b="0" dirty="0">
                          <a:solidFill>
                            <a:schemeClr val="tx1"/>
                          </a:solidFill>
                          <a:latin typeface="Consolas" panose="020B0609020204030204" pitchFamily="49" charset="0"/>
                        </a:rPr>
                        <a:t>[</a:t>
                      </a:r>
                      <a:r>
                        <a:rPr lang="en-US" altLang="zh-TW" sz="2400" b="0" dirty="0">
                          <a:solidFill>
                            <a:srgbClr val="FFFF00"/>
                          </a:solidFill>
                          <a:latin typeface="Consolas" panose="020B0609020204030204" pitchFamily="49" charset="0"/>
                        </a:rPr>
                        <a:t>1</a:t>
                      </a:r>
                      <a:r>
                        <a:rPr lang="en-US" altLang="zh-TW" sz="2400" b="0" dirty="0">
                          <a:solidFill>
                            <a:schemeClr val="tx1"/>
                          </a:solidFill>
                          <a:latin typeface="Consolas" panose="020B0609020204030204" pitchFamily="49" charset="0"/>
                        </a:rPr>
                        <a:t>][</a:t>
                      </a:r>
                      <a:r>
                        <a:rPr lang="en-US" altLang="zh-TW" sz="2400" b="0" dirty="0">
                          <a:solidFill>
                            <a:srgbClr val="00FF00"/>
                          </a:solidFill>
                          <a:latin typeface="Consolas" panose="020B0609020204030204" pitchFamily="49" charset="0"/>
                        </a:rPr>
                        <a:t>4</a:t>
                      </a:r>
                      <a:r>
                        <a:rPr lang="en-US" altLang="zh-TW" sz="2400" b="0" dirty="0">
                          <a:solidFill>
                            <a:schemeClr val="tx1"/>
                          </a:solidFill>
                          <a:latin typeface="Consolas" panose="020B0609020204030204" pitchFamily="49" charset="0"/>
                        </a:rPr>
                        <a:t>]</a:t>
                      </a:r>
                      <a:endParaRPr lang="zh-TW" altLang="en-US" sz="2400" b="0" dirty="0">
                        <a:solidFill>
                          <a:schemeClr val="tx1"/>
                        </a:solidFill>
                        <a:latin typeface="Consolas" panose="020B0609020204030204" pitchFamily="49" charset="0"/>
                      </a:endParaRPr>
                    </a:p>
                  </a:txBody>
                  <a:tcPr>
                    <a:solidFill>
                      <a:schemeClr val="bg1">
                        <a:lumMod val="65000"/>
                        <a:lumOff val="3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8581186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2400" b="0" dirty="0">
                          <a:solidFill>
                            <a:srgbClr val="FFFF00"/>
                          </a:solidFill>
                          <a:latin typeface="Consolas" panose="020B0609020204030204" pitchFamily="49" charset="0"/>
                        </a:rPr>
                        <a:t>Row 2</a:t>
                      </a:r>
                      <a:endParaRPr lang="zh-TW" altLang="en-US" sz="2400" b="0" dirty="0">
                        <a:solidFill>
                          <a:srgbClr val="FFFF00"/>
                        </a:solidFill>
                        <a:latin typeface="Consolas" panose="020B0609020204030204" pitchFamily="49" charset="0"/>
                      </a:endParaRPr>
                    </a:p>
                  </a:txBody>
                  <a:tcPr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2400" b="0" dirty="0" err="1">
                          <a:solidFill>
                            <a:schemeClr val="tx1"/>
                          </a:solidFill>
                          <a:latin typeface="Consolas" panose="020B0609020204030204" pitchFamily="49" charset="0"/>
                        </a:rPr>
                        <a:t>arr</a:t>
                      </a:r>
                      <a:r>
                        <a:rPr lang="en-US" altLang="zh-TW" sz="2400" b="0" dirty="0">
                          <a:solidFill>
                            <a:schemeClr val="tx1"/>
                          </a:solidFill>
                          <a:latin typeface="Consolas" panose="020B0609020204030204" pitchFamily="49" charset="0"/>
                        </a:rPr>
                        <a:t>[</a:t>
                      </a:r>
                      <a:r>
                        <a:rPr lang="en-US" altLang="zh-TW" sz="2400" b="0" dirty="0">
                          <a:solidFill>
                            <a:srgbClr val="FFFF00"/>
                          </a:solidFill>
                          <a:latin typeface="Consolas" panose="020B0609020204030204" pitchFamily="49" charset="0"/>
                        </a:rPr>
                        <a:t>2</a:t>
                      </a:r>
                      <a:r>
                        <a:rPr lang="en-US" altLang="zh-TW" sz="2400" b="0" dirty="0">
                          <a:solidFill>
                            <a:schemeClr val="tx1"/>
                          </a:solidFill>
                          <a:latin typeface="Consolas" panose="020B0609020204030204" pitchFamily="49" charset="0"/>
                        </a:rPr>
                        <a:t>][</a:t>
                      </a:r>
                      <a:r>
                        <a:rPr lang="en-US" altLang="zh-TW" sz="2400" b="0" dirty="0">
                          <a:solidFill>
                            <a:srgbClr val="00FF00"/>
                          </a:solidFill>
                          <a:latin typeface="Consolas" panose="020B0609020204030204" pitchFamily="49" charset="0"/>
                        </a:rPr>
                        <a:t>0</a:t>
                      </a:r>
                      <a:r>
                        <a:rPr lang="en-US" altLang="zh-TW" sz="2400" b="0" dirty="0">
                          <a:solidFill>
                            <a:schemeClr val="tx1"/>
                          </a:solidFill>
                          <a:latin typeface="Consolas" panose="020B0609020204030204" pitchFamily="49" charset="0"/>
                        </a:rPr>
                        <a:t>]</a:t>
                      </a:r>
                      <a:endParaRPr lang="zh-TW" altLang="en-US" sz="2400" b="0" dirty="0">
                        <a:solidFill>
                          <a:schemeClr val="tx1"/>
                        </a:solidFill>
                        <a:latin typeface="Consolas" panose="020B0609020204030204" pitchFamily="49" charset="0"/>
                      </a:endParaRPr>
                    </a:p>
                  </a:txBody>
                  <a:tcPr>
                    <a:solidFill>
                      <a:schemeClr val="bg1">
                        <a:lumMod val="65000"/>
                        <a:lumOff val="3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2400" b="0" dirty="0" err="1">
                          <a:solidFill>
                            <a:schemeClr val="tx1"/>
                          </a:solidFill>
                          <a:latin typeface="Consolas" panose="020B0609020204030204" pitchFamily="49" charset="0"/>
                        </a:rPr>
                        <a:t>arr</a:t>
                      </a:r>
                      <a:r>
                        <a:rPr lang="en-US" altLang="zh-TW" sz="2400" b="0" dirty="0">
                          <a:solidFill>
                            <a:schemeClr val="tx1"/>
                          </a:solidFill>
                          <a:latin typeface="Consolas" panose="020B0609020204030204" pitchFamily="49" charset="0"/>
                        </a:rPr>
                        <a:t>[</a:t>
                      </a:r>
                      <a:r>
                        <a:rPr lang="en-US" altLang="zh-TW" sz="2400" b="0" dirty="0">
                          <a:solidFill>
                            <a:srgbClr val="FFFF00"/>
                          </a:solidFill>
                          <a:latin typeface="Consolas" panose="020B0609020204030204" pitchFamily="49" charset="0"/>
                        </a:rPr>
                        <a:t>2</a:t>
                      </a:r>
                      <a:r>
                        <a:rPr lang="en-US" altLang="zh-TW" sz="2400" b="0" dirty="0">
                          <a:solidFill>
                            <a:schemeClr val="tx1"/>
                          </a:solidFill>
                          <a:latin typeface="Consolas" panose="020B0609020204030204" pitchFamily="49" charset="0"/>
                        </a:rPr>
                        <a:t>][</a:t>
                      </a:r>
                      <a:r>
                        <a:rPr lang="en-US" altLang="zh-TW" sz="2400" b="0" dirty="0">
                          <a:solidFill>
                            <a:srgbClr val="00FF00"/>
                          </a:solidFill>
                          <a:latin typeface="Consolas" panose="020B0609020204030204" pitchFamily="49" charset="0"/>
                        </a:rPr>
                        <a:t>1</a:t>
                      </a:r>
                      <a:r>
                        <a:rPr lang="en-US" altLang="zh-TW" sz="2400" b="0" dirty="0">
                          <a:solidFill>
                            <a:schemeClr val="tx1"/>
                          </a:solidFill>
                          <a:latin typeface="Consolas" panose="020B0609020204030204" pitchFamily="49" charset="0"/>
                        </a:rPr>
                        <a:t>]</a:t>
                      </a:r>
                      <a:endParaRPr lang="zh-TW" altLang="en-US" sz="2400" b="0" dirty="0">
                        <a:solidFill>
                          <a:schemeClr val="tx1"/>
                        </a:solidFill>
                        <a:latin typeface="Consolas" panose="020B0609020204030204" pitchFamily="49" charset="0"/>
                      </a:endParaRPr>
                    </a:p>
                  </a:txBody>
                  <a:tcPr>
                    <a:solidFill>
                      <a:schemeClr val="bg1">
                        <a:lumMod val="65000"/>
                        <a:lumOff val="3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2400" b="0" dirty="0" err="1">
                          <a:solidFill>
                            <a:schemeClr val="tx1"/>
                          </a:solidFill>
                          <a:latin typeface="Consolas" panose="020B0609020204030204" pitchFamily="49" charset="0"/>
                        </a:rPr>
                        <a:t>arr</a:t>
                      </a:r>
                      <a:r>
                        <a:rPr lang="en-US" altLang="zh-TW" sz="2400" b="0" dirty="0">
                          <a:solidFill>
                            <a:schemeClr val="tx1"/>
                          </a:solidFill>
                          <a:latin typeface="Consolas" panose="020B0609020204030204" pitchFamily="49" charset="0"/>
                        </a:rPr>
                        <a:t>[</a:t>
                      </a:r>
                      <a:r>
                        <a:rPr lang="en-US" altLang="zh-TW" sz="2400" b="0" dirty="0">
                          <a:solidFill>
                            <a:srgbClr val="FFFF00"/>
                          </a:solidFill>
                          <a:latin typeface="Consolas" panose="020B0609020204030204" pitchFamily="49" charset="0"/>
                        </a:rPr>
                        <a:t>2</a:t>
                      </a:r>
                      <a:r>
                        <a:rPr lang="en-US" altLang="zh-TW" sz="2400" b="0" dirty="0">
                          <a:solidFill>
                            <a:schemeClr val="tx1"/>
                          </a:solidFill>
                          <a:latin typeface="Consolas" panose="020B0609020204030204" pitchFamily="49" charset="0"/>
                        </a:rPr>
                        <a:t>][</a:t>
                      </a:r>
                      <a:r>
                        <a:rPr lang="en-US" altLang="zh-TW" sz="2400" b="0" dirty="0">
                          <a:solidFill>
                            <a:srgbClr val="00FF00"/>
                          </a:solidFill>
                          <a:latin typeface="Consolas" panose="020B0609020204030204" pitchFamily="49" charset="0"/>
                        </a:rPr>
                        <a:t>2</a:t>
                      </a:r>
                      <a:r>
                        <a:rPr lang="en-US" altLang="zh-TW" sz="2400" b="0" dirty="0">
                          <a:solidFill>
                            <a:schemeClr val="tx1"/>
                          </a:solidFill>
                          <a:latin typeface="Consolas" panose="020B0609020204030204" pitchFamily="49" charset="0"/>
                        </a:rPr>
                        <a:t>]</a:t>
                      </a:r>
                      <a:endParaRPr lang="zh-TW" altLang="en-US" sz="2400" b="0" dirty="0">
                        <a:solidFill>
                          <a:schemeClr val="tx1"/>
                        </a:solidFill>
                        <a:latin typeface="Consolas" panose="020B0609020204030204" pitchFamily="49" charset="0"/>
                      </a:endParaRPr>
                    </a:p>
                  </a:txBody>
                  <a:tcPr>
                    <a:solidFill>
                      <a:schemeClr val="bg1">
                        <a:lumMod val="65000"/>
                        <a:lumOff val="3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2400" b="0" dirty="0" err="1">
                          <a:solidFill>
                            <a:schemeClr val="tx1"/>
                          </a:solidFill>
                          <a:latin typeface="Consolas" panose="020B0609020204030204" pitchFamily="49" charset="0"/>
                        </a:rPr>
                        <a:t>arr</a:t>
                      </a:r>
                      <a:r>
                        <a:rPr lang="en-US" altLang="zh-TW" sz="2400" b="0" dirty="0">
                          <a:solidFill>
                            <a:schemeClr val="tx1"/>
                          </a:solidFill>
                          <a:latin typeface="Consolas" panose="020B0609020204030204" pitchFamily="49" charset="0"/>
                        </a:rPr>
                        <a:t>[</a:t>
                      </a:r>
                      <a:r>
                        <a:rPr lang="en-US" altLang="zh-TW" sz="2400" b="0" dirty="0">
                          <a:solidFill>
                            <a:srgbClr val="FFFF00"/>
                          </a:solidFill>
                          <a:latin typeface="Consolas" panose="020B0609020204030204" pitchFamily="49" charset="0"/>
                        </a:rPr>
                        <a:t>2</a:t>
                      </a:r>
                      <a:r>
                        <a:rPr lang="en-US" altLang="zh-TW" sz="2400" b="0" dirty="0">
                          <a:solidFill>
                            <a:schemeClr val="tx1"/>
                          </a:solidFill>
                          <a:latin typeface="Consolas" panose="020B0609020204030204" pitchFamily="49" charset="0"/>
                        </a:rPr>
                        <a:t>][</a:t>
                      </a:r>
                      <a:r>
                        <a:rPr lang="en-US" altLang="zh-TW" sz="2400" b="0" dirty="0">
                          <a:solidFill>
                            <a:srgbClr val="00FF00"/>
                          </a:solidFill>
                          <a:latin typeface="Consolas" panose="020B0609020204030204" pitchFamily="49" charset="0"/>
                        </a:rPr>
                        <a:t>3</a:t>
                      </a:r>
                      <a:r>
                        <a:rPr lang="en-US" altLang="zh-TW" sz="2400" b="0" dirty="0">
                          <a:solidFill>
                            <a:schemeClr val="tx1"/>
                          </a:solidFill>
                          <a:latin typeface="Consolas" panose="020B0609020204030204" pitchFamily="49" charset="0"/>
                        </a:rPr>
                        <a:t>]</a:t>
                      </a:r>
                      <a:endParaRPr lang="zh-TW" altLang="en-US" sz="2400" b="0" dirty="0">
                        <a:solidFill>
                          <a:schemeClr val="tx1"/>
                        </a:solidFill>
                        <a:latin typeface="Consolas" panose="020B0609020204030204" pitchFamily="49" charset="0"/>
                      </a:endParaRPr>
                    </a:p>
                  </a:txBody>
                  <a:tcPr>
                    <a:solidFill>
                      <a:schemeClr val="bg1">
                        <a:lumMod val="65000"/>
                        <a:lumOff val="3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2400" b="0" dirty="0" err="1">
                          <a:solidFill>
                            <a:schemeClr val="tx1"/>
                          </a:solidFill>
                          <a:latin typeface="Consolas" panose="020B0609020204030204" pitchFamily="49" charset="0"/>
                        </a:rPr>
                        <a:t>arr</a:t>
                      </a:r>
                      <a:r>
                        <a:rPr lang="en-US" altLang="zh-TW" sz="2400" b="0" dirty="0">
                          <a:solidFill>
                            <a:schemeClr val="tx1"/>
                          </a:solidFill>
                          <a:latin typeface="Consolas" panose="020B0609020204030204" pitchFamily="49" charset="0"/>
                        </a:rPr>
                        <a:t>[</a:t>
                      </a:r>
                      <a:r>
                        <a:rPr lang="en-US" altLang="zh-TW" sz="2400" b="0" dirty="0">
                          <a:solidFill>
                            <a:srgbClr val="FFFF00"/>
                          </a:solidFill>
                          <a:latin typeface="Consolas" panose="020B0609020204030204" pitchFamily="49" charset="0"/>
                        </a:rPr>
                        <a:t>2</a:t>
                      </a:r>
                      <a:r>
                        <a:rPr lang="en-US" altLang="zh-TW" sz="2400" b="0" dirty="0">
                          <a:solidFill>
                            <a:schemeClr val="tx1"/>
                          </a:solidFill>
                          <a:latin typeface="Consolas" panose="020B0609020204030204" pitchFamily="49" charset="0"/>
                        </a:rPr>
                        <a:t>][</a:t>
                      </a:r>
                      <a:r>
                        <a:rPr lang="en-US" altLang="zh-TW" sz="2400" b="0" dirty="0">
                          <a:solidFill>
                            <a:srgbClr val="00FF00"/>
                          </a:solidFill>
                          <a:latin typeface="Consolas" panose="020B0609020204030204" pitchFamily="49" charset="0"/>
                        </a:rPr>
                        <a:t>4</a:t>
                      </a:r>
                      <a:r>
                        <a:rPr lang="en-US" altLang="zh-TW" sz="2400" b="0" dirty="0">
                          <a:solidFill>
                            <a:schemeClr val="tx1"/>
                          </a:solidFill>
                          <a:latin typeface="Consolas" panose="020B0609020204030204" pitchFamily="49" charset="0"/>
                        </a:rPr>
                        <a:t>]</a:t>
                      </a:r>
                      <a:endParaRPr lang="zh-TW" altLang="en-US" sz="2400" b="0" dirty="0">
                        <a:solidFill>
                          <a:schemeClr val="tx1"/>
                        </a:solidFill>
                        <a:latin typeface="Consolas" panose="020B0609020204030204" pitchFamily="49" charset="0"/>
                      </a:endParaRPr>
                    </a:p>
                  </a:txBody>
                  <a:tcPr>
                    <a:solidFill>
                      <a:schemeClr val="bg1">
                        <a:lumMod val="65000"/>
                        <a:lumOff val="3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9407248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2400" b="0" dirty="0">
                          <a:solidFill>
                            <a:srgbClr val="FFFF00"/>
                          </a:solidFill>
                          <a:latin typeface="Consolas" panose="020B0609020204030204" pitchFamily="49" charset="0"/>
                        </a:rPr>
                        <a:t>Row 3</a:t>
                      </a:r>
                      <a:endParaRPr lang="zh-TW" altLang="en-US" sz="2400" b="0" dirty="0">
                        <a:solidFill>
                          <a:srgbClr val="FFFF00"/>
                        </a:solidFill>
                        <a:latin typeface="Consolas" panose="020B0609020204030204" pitchFamily="49" charset="0"/>
                      </a:endParaRPr>
                    </a:p>
                  </a:txBody>
                  <a:tcPr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2400" b="0" dirty="0" err="1">
                          <a:solidFill>
                            <a:schemeClr val="tx1"/>
                          </a:solidFill>
                          <a:latin typeface="Consolas" panose="020B0609020204030204" pitchFamily="49" charset="0"/>
                        </a:rPr>
                        <a:t>arr</a:t>
                      </a:r>
                      <a:r>
                        <a:rPr lang="en-US" altLang="zh-TW" sz="2400" b="0" dirty="0">
                          <a:solidFill>
                            <a:schemeClr val="tx1"/>
                          </a:solidFill>
                          <a:latin typeface="Consolas" panose="020B0609020204030204" pitchFamily="49" charset="0"/>
                        </a:rPr>
                        <a:t>[</a:t>
                      </a:r>
                      <a:r>
                        <a:rPr lang="en-US" altLang="zh-TW" sz="2400" b="0" dirty="0">
                          <a:solidFill>
                            <a:srgbClr val="FFFF00"/>
                          </a:solidFill>
                          <a:latin typeface="Consolas" panose="020B0609020204030204" pitchFamily="49" charset="0"/>
                        </a:rPr>
                        <a:t>3</a:t>
                      </a:r>
                      <a:r>
                        <a:rPr lang="en-US" altLang="zh-TW" sz="2400" b="0" dirty="0">
                          <a:solidFill>
                            <a:schemeClr val="tx1"/>
                          </a:solidFill>
                          <a:latin typeface="Consolas" panose="020B0609020204030204" pitchFamily="49" charset="0"/>
                        </a:rPr>
                        <a:t>][</a:t>
                      </a:r>
                      <a:r>
                        <a:rPr lang="en-US" altLang="zh-TW" sz="2400" b="0" dirty="0">
                          <a:solidFill>
                            <a:srgbClr val="00FF00"/>
                          </a:solidFill>
                          <a:latin typeface="Consolas" panose="020B0609020204030204" pitchFamily="49" charset="0"/>
                        </a:rPr>
                        <a:t>0</a:t>
                      </a:r>
                      <a:r>
                        <a:rPr lang="en-US" altLang="zh-TW" sz="2400" b="0" dirty="0">
                          <a:solidFill>
                            <a:schemeClr val="tx1"/>
                          </a:solidFill>
                          <a:latin typeface="Consolas" panose="020B0609020204030204" pitchFamily="49" charset="0"/>
                        </a:rPr>
                        <a:t>]</a:t>
                      </a:r>
                      <a:endParaRPr lang="zh-TW" altLang="en-US" sz="2400" b="0" dirty="0">
                        <a:solidFill>
                          <a:schemeClr val="tx1"/>
                        </a:solidFill>
                        <a:latin typeface="Consolas" panose="020B0609020204030204" pitchFamily="49" charset="0"/>
                      </a:endParaRPr>
                    </a:p>
                  </a:txBody>
                  <a:tcPr>
                    <a:solidFill>
                      <a:schemeClr val="bg1">
                        <a:lumMod val="65000"/>
                        <a:lumOff val="3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2400" b="0" dirty="0" err="1">
                          <a:solidFill>
                            <a:schemeClr val="tx1"/>
                          </a:solidFill>
                          <a:latin typeface="Consolas" panose="020B0609020204030204" pitchFamily="49" charset="0"/>
                        </a:rPr>
                        <a:t>arr</a:t>
                      </a:r>
                      <a:r>
                        <a:rPr lang="en-US" altLang="zh-TW" sz="2400" b="0" dirty="0">
                          <a:solidFill>
                            <a:schemeClr val="tx1"/>
                          </a:solidFill>
                          <a:latin typeface="Consolas" panose="020B0609020204030204" pitchFamily="49" charset="0"/>
                        </a:rPr>
                        <a:t>[</a:t>
                      </a:r>
                      <a:r>
                        <a:rPr lang="en-US" altLang="zh-TW" sz="2400" b="0" dirty="0">
                          <a:solidFill>
                            <a:srgbClr val="FFFF00"/>
                          </a:solidFill>
                          <a:latin typeface="Consolas" panose="020B0609020204030204" pitchFamily="49" charset="0"/>
                        </a:rPr>
                        <a:t>3</a:t>
                      </a:r>
                      <a:r>
                        <a:rPr lang="en-US" altLang="zh-TW" sz="2400" b="0" dirty="0">
                          <a:solidFill>
                            <a:schemeClr val="tx1"/>
                          </a:solidFill>
                          <a:latin typeface="Consolas" panose="020B0609020204030204" pitchFamily="49" charset="0"/>
                        </a:rPr>
                        <a:t>][</a:t>
                      </a:r>
                      <a:r>
                        <a:rPr lang="en-US" altLang="zh-TW" sz="2400" b="0" dirty="0">
                          <a:solidFill>
                            <a:srgbClr val="00FF00"/>
                          </a:solidFill>
                          <a:latin typeface="Consolas" panose="020B0609020204030204" pitchFamily="49" charset="0"/>
                        </a:rPr>
                        <a:t>1</a:t>
                      </a:r>
                      <a:r>
                        <a:rPr lang="en-US" altLang="zh-TW" sz="2400" b="0" dirty="0">
                          <a:solidFill>
                            <a:schemeClr val="tx1"/>
                          </a:solidFill>
                          <a:latin typeface="Consolas" panose="020B0609020204030204" pitchFamily="49" charset="0"/>
                        </a:rPr>
                        <a:t>]</a:t>
                      </a:r>
                      <a:endParaRPr lang="zh-TW" altLang="en-US" sz="2400" b="0" dirty="0">
                        <a:solidFill>
                          <a:schemeClr val="tx1"/>
                        </a:solidFill>
                        <a:latin typeface="Consolas" panose="020B0609020204030204" pitchFamily="49" charset="0"/>
                      </a:endParaRPr>
                    </a:p>
                  </a:txBody>
                  <a:tcPr>
                    <a:solidFill>
                      <a:schemeClr val="bg1">
                        <a:lumMod val="65000"/>
                        <a:lumOff val="3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2400" b="0" dirty="0" err="1">
                          <a:solidFill>
                            <a:schemeClr val="tx1"/>
                          </a:solidFill>
                          <a:latin typeface="Consolas" panose="020B0609020204030204" pitchFamily="49" charset="0"/>
                        </a:rPr>
                        <a:t>arr</a:t>
                      </a:r>
                      <a:r>
                        <a:rPr lang="en-US" altLang="zh-TW" sz="2400" b="0" dirty="0">
                          <a:solidFill>
                            <a:schemeClr val="tx1"/>
                          </a:solidFill>
                          <a:latin typeface="Consolas" panose="020B0609020204030204" pitchFamily="49" charset="0"/>
                        </a:rPr>
                        <a:t>[</a:t>
                      </a:r>
                      <a:r>
                        <a:rPr lang="en-US" altLang="zh-TW" sz="2400" b="0" dirty="0">
                          <a:solidFill>
                            <a:srgbClr val="FFFF00"/>
                          </a:solidFill>
                          <a:latin typeface="Consolas" panose="020B0609020204030204" pitchFamily="49" charset="0"/>
                        </a:rPr>
                        <a:t>3</a:t>
                      </a:r>
                      <a:r>
                        <a:rPr lang="en-US" altLang="zh-TW" sz="2400" b="0" dirty="0">
                          <a:solidFill>
                            <a:schemeClr val="tx1"/>
                          </a:solidFill>
                          <a:latin typeface="Consolas" panose="020B0609020204030204" pitchFamily="49" charset="0"/>
                        </a:rPr>
                        <a:t>][</a:t>
                      </a:r>
                      <a:r>
                        <a:rPr lang="en-US" altLang="zh-TW" sz="2400" b="0" dirty="0">
                          <a:solidFill>
                            <a:srgbClr val="00FF00"/>
                          </a:solidFill>
                          <a:latin typeface="Consolas" panose="020B0609020204030204" pitchFamily="49" charset="0"/>
                        </a:rPr>
                        <a:t>2</a:t>
                      </a:r>
                      <a:r>
                        <a:rPr lang="en-US" altLang="zh-TW" sz="2400" b="0" dirty="0">
                          <a:solidFill>
                            <a:schemeClr val="tx1"/>
                          </a:solidFill>
                          <a:latin typeface="Consolas" panose="020B0609020204030204" pitchFamily="49" charset="0"/>
                        </a:rPr>
                        <a:t>]</a:t>
                      </a:r>
                      <a:endParaRPr lang="zh-TW" altLang="en-US" sz="2400" b="0" dirty="0">
                        <a:solidFill>
                          <a:schemeClr val="tx1"/>
                        </a:solidFill>
                        <a:latin typeface="Consolas" panose="020B0609020204030204" pitchFamily="49" charset="0"/>
                      </a:endParaRPr>
                    </a:p>
                  </a:txBody>
                  <a:tcPr>
                    <a:solidFill>
                      <a:schemeClr val="bg1">
                        <a:lumMod val="65000"/>
                        <a:lumOff val="3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2400" b="0" dirty="0" err="1">
                          <a:solidFill>
                            <a:schemeClr val="tx1"/>
                          </a:solidFill>
                          <a:latin typeface="Consolas" panose="020B0609020204030204" pitchFamily="49" charset="0"/>
                        </a:rPr>
                        <a:t>arr</a:t>
                      </a:r>
                      <a:r>
                        <a:rPr lang="en-US" altLang="zh-TW" sz="2400" b="0" dirty="0">
                          <a:solidFill>
                            <a:schemeClr val="tx1"/>
                          </a:solidFill>
                          <a:latin typeface="Consolas" panose="020B0609020204030204" pitchFamily="49" charset="0"/>
                        </a:rPr>
                        <a:t>[</a:t>
                      </a:r>
                      <a:r>
                        <a:rPr lang="en-US" altLang="zh-TW" sz="2400" b="0" dirty="0">
                          <a:solidFill>
                            <a:srgbClr val="FFFF00"/>
                          </a:solidFill>
                          <a:latin typeface="Consolas" panose="020B0609020204030204" pitchFamily="49" charset="0"/>
                        </a:rPr>
                        <a:t>3</a:t>
                      </a:r>
                      <a:r>
                        <a:rPr lang="en-US" altLang="zh-TW" sz="2400" b="0" dirty="0">
                          <a:solidFill>
                            <a:schemeClr val="tx1"/>
                          </a:solidFill>
                          <a:latin typeface="Consolas" panose="020B0609020204030204" pitchFamily="49" charset="0"/>
                        </a:rPr>
                        <a:t>][</a:t>
                      </a:r>
                      <a:r>
                        <a:rPr lang="en-US" altLang="zh-TW" sz="2400" b="0" dirty="0">
                          <a:solidFill>
                            <a:srgbClr val="00FF00"/>
                          </a:solidFill>
                          <a:latin typeface="Consolas" panose="020B0609020204030204" pitchFamily="49" charset="0"/>
                        </a:rPr>
                        <a:t>3</a:t>
                      </a:r>
                      <a:r>
                        <a:rPr lang="en-US" altLang="zh-TW" sz="2400" b="0" dirty="0">
                          <a:solidFill>
                            <a:schemeClr val="tx1"/>
                          </a:solidFill>
                          <a:latin typeface="Consolas" panose="020B0609020204030204" pitchFamily="49" charset="0"/>
                        </a:rPr>
                        <a:t>]</a:t>
                      </a:r>
                      <a:endParaRPr lang="zh-TW" altLang="en-US" sz="2400" b="0" dirty="0">
                        <a:solidFill>
                          <a:schemeClr val="tx1"/>
                        </a:solidFill>
                        <a:latin typeface="Consolas" panose="020B0609020204030204" pitchFamily="49" charset="0"/>
                      </a:endParaRPr>
                    </a:p>
                  </a:txBody>
                  <a:tcPr>
                    <a:solidFill>
                      <a:schemeClr val="bg1">
                        <a:lumMod val="65000"/>
                        <a:lumOff val="3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2400" b="0" dirty="0" err="1">
                          <a:solidFill>
                            <a:schemeClr val="tx1"/>
                          </a:solidFill>
                          <a:latin typeface="Consolas" panose="020B0609020204030204" pitchFamily="49" charset="0"/>
                        </a:rPr>
                        <a:t>arr</a:t>
                      </a:r>
                      <a:r>
                        <a:rPr lang="en-US" altLang="zh-TW" sz="2400" b="0" dirty="0">
                          <a:solidFill>
                            <a:schemeClr val="tx1"/>
                          </a:solidFill>
                          <a:latin typeface="Consolas" panose="020B0609020204030204" pitchFamily="49" charset="0"/>
                        </a:rPr>
                        <a:t>[</a:t>
                      </a:r>
                      <a:r>
                        <a:rPr lang="en-US" altLang="zh-TW" sz="2400" b="0" dirty="0">
                          <a:solidFill>
                            <a:srgbClr val="FFFF00"/>
                          </a:solidFill>
                          <a:latin typeface="Consolas" panose="020B0609020204030204" pitchFamily="49" charset="0"/>
                        </a:rPr>
                        <a:t>3</a:t>
                      </a:r>
                      <a:r>
                        <a:rPr lang="en-US" altLang="zh-TW" sz="2400" b="0" dirty="0">
                          <a:solidFill>
                            <a:schemeClr val="tx1"/>
                          </a:solidFill>
                          <a:latin typeface="Consolas" panose="020B0609020204030204" pitchFamily="49" charset="0"/>
                        </a:rPr>
                        <a:t>][</a:t>
                      </a:r>
                      <a:r>
                        <a:rPr lang="en-US" altLang="zh-TW" sz="2400" b="0" dirty="0">
                          <a:solidFill>
                            <a:srgbClr val="00FF00"/>
                          </a:solidFill>
                          <a:latin typeface="Consolas" panose="020B0609020204030204" pitchFamily="49" charset="0"/>
                        </a:rPr>
                        <a:t>4</a:t>
                      </a:r>
                      <a:r>
                        <a:rPr lang="en-US" altLang="zh-TW" sz="2400" b="0" dirty="0">
                          <a:solidFill>
                            <a:schemeClr val="tx1"/>
                          </a:solidFill>
                          <a:latin typeface="Consolas" panose="020B0609020204030204" pitchFamily="49" charset="0"/>
                        </a:rPr>
                        <a:t>]</a:t>
                      </a:r>
                      <a:endParaRPr lang="zh-TW" altLang="en-US" sz="2400" b="0" dirty="0">
                        <a:solidFill>
                          <a:schemeClr val="tx1"/>
                        </a:solidFill>
                        <a:latin typeface="Consolas" panose="020B0609020204030204" pitchFamily="49" charset="0"/>
                      </a:endParaRPr>
                    </a:p>
                  </a:txBody>
                  <a:tcPr>
                    <a:solidFill>
                      <a:schemeClr val="bg1">
                        <a:lumMod val="65000"/>
                        <a:lumOff val="3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1278472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2400" b="0" dirty="0">
                          <a:solidFill>
                            <a:srgbClr val="FFFF00"/>
                          </a:solidFill>
                          <a:latin typeface="Consolas" panose="020B0609020204030204" pitchFamily="49" charset="0"/>
                        </a:rPr>
                        <a:t>Row 4</a:t>
                      </a:r>
                      <a:endParaRPr lang="zh-TW" altLang="en-US" sz="2400" b="0" dirty="0">
                        <a:solidFill>
                          <a:srgbClr val="FFFF00"/>
                        </a:solidFill>
                        <a:latin typeface="Consolas" panose="020B0609020204030204" pitchFamily="49" charset="0"/>
                      </a:endParaRPr>
                    </a:p>
                  </a:txBody>
                  <a:tcPr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2400" b="0" dirty="0" err="1">
                          <a:solidFill>
                            <a:schemeClr val="tx1"/>
                          </a:solidFill>
                          <a:latin typeface="Consolas" panose="020B0609020204030204" pitchFamily="49" charset="0"/>
                        </a:rPr>
                        <a:t>arr</a:t>
                      </a:r>
                      <a:r>
                        <a:rPr lang="en-US" altLang="zh-TW" sz="2400" b="0" dirty="0">
                          <a:solidFill>
                            <a:schemeClr val="tx1"/>
                          </a:solidFill>
                          <a:latin typeface="Consolas" panose="020B0609020204030204" pitchFamily="49" charset="0"/>
                        </a:rPr>
                        <a:t>[</a:t>
                      </a:r>
                      <a:r>
                        <a:rPr lang="en-US" altLang="zh-TW" sz="2400" b="0" dirty="0">
                          <a:solidFill>
                            <a:srgbClr val="FFFF00"/>
                          </a:solidFill>
                          <a:latin typeface="Consolas" panose="020B0609020204030204" pitchFamily="49" charset="0"/>
                        </a:rPr>
                        <a:t>4</a:t>
                      </a:r>
                      <a:r>
                        <a:rPr lang="en-US" altLang="zh-TW" sz="2400" b="0" dirty="0">
                          <a:solidFill>
                            <a:schemeClr val="tx1"/>
                          </a:solidFill>
                          <a:latin typeface="Consolas" panose="020B0609020204030204" pitchFamily="49" charset="0"/>
                        </a:rPr>
                        <a:t>][</a:t>
                      </a:r>
                      <a:r>
                        <a:rPr lang="en-US" altLang="zh-TW" sz="2400" b="0" dirty="0">
                          <a:solidFill>
                            <a:srgbClr val="00FF00"/>
                          </a:solidFill>
                          <a:latin typeface="Consolas" panose="020B0609020204030204" pitchFamily="49" charset="0"/>
                        </a:rPr>
                        <a:t>0</a:t>
                      </a:r>
                      <a:r>
                        <a:rPr lang="en-US" altLang="zh-TW" sz="2400" b="0" dirty="0">
                          <a:solidFill>
                            <a:schemeClr val="tx1"/>
                          </a:solidFill>
                          <a:latin typeface="Consolas" panose="020B0609020204030204" pitchFamily="49" charset="0"/>
                        </a:rPr>
                        <a:t>]</a:t>
                      </a:r>
                      <a:endParaRPr lang="zh-TW" altLang="en-US" sz="2400" b="0" dirty="0">
                        <a:solidFill>
                          <a:schemeClr val="tx1"/>
                        </a:solidFill>
                        <a:latin typeface="Consolas" panose="020B0609020204030204" pitchFamily="49" charset="0"/>
                      </a:endParaRPr>
                    </a:p>
                  </a:txBody>
                  <a:tcPr>
                    <a:solidFill>
                      <a:schemeClr val="bg1">
                        <a:lumMod val="65000"/>
                        <a:lumOff val="3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2400" b="0" dirty="0" err="1">
                          <a:solidFill>
                            <a:schemeClr val="tx1"/>
                          </a:solidFill>
                          <a:latin typeface="Consolas" panose="020B0609020204030204" pitchFamily="49" charset="0"/>
                        </a:rPr>
                        <a:t>arr</a:t>
                      </a:r>
                      <a:r>
                        <a:rPr lang="en-US" altLang="zh-TW" sz="2400" b="0" dirty="0">
                          <a:solidFill>
                            <a:schemeClr val="tx1"/>
                          </a:solidFill>
                          <a:latin typeface="Consolas" panose="020B0609020204030204" pitchFamily="49" charset="0"/>
                        </a:rPr>
                        <a:t>[</a:t>
                      </a:r>
                      <a:r>
                        <a:rPr lang="en-US" altLang="zh-TW" sz="2400" b="0" dirty="0">
                          <a:solidFill>
                            <a:srgbClr val="FFFF00"/>
                          </a:solidFill>
                          <a:latin typeface="Consolas" panose="020B0609020204030204" pitchFamily="49" charset="0"/>
                        </a:rPr>
                        <a:t>4</a:t>
                      </a:r>
                      <a:r>
                        <a:rPr lang="en-US" altLang="zh-TW" sz="2400" b="0" dirty="0">
                          <a:solidFill>
                            <a:schemeClr val="tx1"/>
                          </a:solidFill>
                          <a:latin typeface="Consolas" panose="020B0609020204030204" pitchFamily="49" charset="0"/>
                        </a:rPr>
                        <a:t>][</a:t>
                      </a:r>
                      <a:r>
                        <a:rPr lang="en-US" altLang="zh-TW" sz="2400" b="0" dirty="0">
                          <a:solidFill>
                            <a:srgbClr val="00FF00"/>
                          </a:solidFill>
                          <a:latin typeface="Consolas" panose="020B0609020204030204" pitchFamily="49" charset="0"/>
                        </a:rPr>
                        <a:t>1</a:t>
                      </a:r>
                      <a:r>
                        <a:rPr lang="en-US" altLang="zh-TW" sz="2400" b="0" dirty="0">
                          <a:solidFill>
                            <a:schemeClr val="tx1"/>
                          </a:solidFill>
                          <a:latin typeface="Consolas" panose="020B0609020204030204" pitchFamily="49" charset="0"/>
                        </a:rPr>
                        <a:t>]</a:t>
                      </a:r>
                      <a:endParaRPr lang="zh-TW" altLang="en-US" sz="2400" b="0" dirty="0">
                        <a:solidFill>
                          <a:schemeClr val="tx1"/>
                        </a:solidFill>
                        <a:latin typeface="Consolas" panose="020B0609020204030204" pitchFamily="49" charset="0"/>
                      </a:endParaRPr>
                    </a:p>
                  </a:txBody>
                  <a:tcPr>
                    <a:solidFill>
                      <a:schemeClr val="bg1">
                        <a:lumMod val="65000"/>
                        <a:lumOff val="3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2400" b="0" dirty="0" err="1">
                          <a:solidFill>
                            <a:schemeClr val="tx1"/>
                          </a:solidFill>
                          <a:latin typeface="Consolas" panose="020B0609020204030204" pitchFamily="49" charset="0"/>
                        </a:rPr>
                        <a:t>arr</a:t>
                      </a:r>
                      <a:r>
                        <a:rPr lang="en-US" altLang="zh-TW" sz="2400" b="0" dirty="0">
                          <a:solidFill>
                            <a:schemeClr val="tx1"/>
                          </a:solidFill>
                          <a:latin typeface="Consolas" panose="020B0609020204030204" pitchFamily="49" charset="0"/>
                        </a:rPr>
                        <a:t>[</a:t>
                      </a:r>
                      <a:r>
                        <a:rPr lang="en-US" altLang="zh-TW" sz="2400" b="0" dirty="0">
                          <a:solidFill>
                            <a:srgbClr val="FFFF00"/>
                          </a:solidFill>
                          <a:latin typeface="Consolas" panose="020B0609020204030204" pitchFamily="49" charset="0"/>
                        </a:rPr>
                        <a:t>4</a:t>
                      </a:r>
                      <a:r>
                        <a:rPr lang="en-US" altLang="zh-TW" sz="2400" b="0" dirty="0">
                          <a:solidFill>
                            <a:schemeClr val="tx1"/>
                          </a:solidFill>
                          <a:latin typeface="Consolas" panose="020B0609020204030204" pitchFamily="49" charset="0"/>
                        </a:rPr>
                        <a:t>][</a:t>
                      </a:r>
                      <a:r>
                        <a:rPr lang="en-US" altLang="zh-TW" sz="2400" b="0" dirty="0">
                          <a:solidFill>
                            <a:srgbClr val="00FF00"/>
                          </a:solidFill>
                          <a:latin typeface="Consolas" panose="020B0609020204030204" pitchFamily="49" charset="0"/>
                        </a:rPr>
                        <a:t>2</a:t>
                      </a:r>
                      <a:r>
                        <a:rPr lang="en-US" altLang="zh-TW" sz="2400" b="0" dirty="0">
                          <a:solidFill>
                            <a:schemeClr val="tx1"/>
                          </a:solidFill>
                          <a:latin typeface="Consolas" panose="020B0609020204030204" pitchFamily="49" charset="0"/>
                        </a:rPr>
                        <a:t>]</a:t>
                      </a:r>
                      <a:endParaRPr lang="zh-TW" altLang="en-US" sz="2400" b="0" dirty="0">
                        <a:solidFill>
                          <a:schemeClr val="tx1"/>
                        </a:solidFill>
                        <a:latin typeface="Consolas" panose="020B0609020204030204" pitchFamily="49" charset="0"/>
                      </a:endParaRPr>
                    </a:p>
                  </a:txBody>
                  <a:tcPr>
                    <a:solidFill>
                      <a:schemeClr val="bg1">
                        <a:lumMod val="65000"/>
                        <a:lumOff val="3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2400" b="0" dirty="0" err="1">
                          <a:solidFill>
                            <a:schemeClr val="tx1"/>
                          </a:solidFill>
                          <a:latin typeface="Consolas" panose="020B0609020204030204" pitchFamily="49" charset="0"/>
                        </a:rPr>
                        <a:t>arr</a:t>
                      </a:r>
                      <a:r>
                        <a:rPr lang="en-US" altLang="zh-TW" sz="2400" b="0" dirty="0">
                          <a:solidFill>
                            <a:schemeClr val="tx1"/>
                          </a:solidFill>
                          <a:latin typeface="Consolas" panose="020B0609020204030204" pitchFamily="49" charset="0"/>
                        </a:rPr>
                        <a:t>[</a:t>
                      </a:r>
                      <a:r>
                        <a:rPr lang="en-US" altLang="zh-TW" sz="2400" b="0" dirty="0">
                          <a:solidFill>
                            <a:srgbClr val="FFFF00"/>
                          </a:solidFill>
                          <a:latin typeface="Consolas" panose="020B0609020204030204" pitchFamily="49" charset="0"/>
                        </a:rPr>
                        <a:t>4</a:t>
                      </a:r>
                      <a:r>
                        <a:rPr lang="en-US" altLang="zh-TW" sz="2400" b="0" dirty="0">
                          <a:solidFill>
                            <a:schemeClr val="tx1"/>
                          </a:solidFill>
                          <a:latin typeface="Consolas" panose="020B0609020204030204" pitchFamily="49" charset="0"/>
                        </a:rPr>
                        <a:t>][</a:t>
                      </a:r>
                      <a:r>
                        <a:rPr lang="en-US" altLang="zh-TW" sz="2400" b="0" dirty="0">
                          <a:solidFill>
                            <a:srgbClr val="00FF00"/>
                          </a:solidFill>
                          <a:latin typeface="Consolas" panose="020B0609020204030204" pitchFamily="49" charset="0"/>
                        </a:rPr>
                        <a:t>3</a:t>
                      </a:r>
                      <a:r>
                        <a:rPr lang="en-US" altLang="zh-TW" sz="2400" b="0" dirty="0">
                          <a:solidFill>
                            <a:schemeClr val="tx1"/>
                          </a:solidFill>
                          <a:latin typeface="Consolas" panose="020B0609020204030204" pitchFamily="49" charset="0"/>
                        </a:rPr>
                        <a:t>]</a:t>
                      </a:r>
                      <a:endParaRPr lang="zh-TW" altLang="en-US" sz="2400" b="0" dirty="0">
                        <a:solidFill>
                          <a:schemeClr val="tx1"/>
                        </a:solidFill>
                        <a:latin typeface="Consolas" panose="020B0609020204030204" pitchFamily="49" charset="0"/>
                      </a:endParaRPr>
                    </a:p>
                  </a:txBody>
                  <a:tcPr>
                    <a:solidFill>
                      <a:schemeClr val="bg1">
                        <a:lumMod val="65000"/>
                        <a:lumOff val="3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2400" b="0" dirty="0" err="1">
                          <a:solidFill>
                            <a:schemeClr val="tx1"/>
                          </a:solidFill>
                          <a:latin typeface="Consolas" panose="020B0609020204030204" pitchFamily="49" charset="0"/>
                        </a:rPr>
                        <a:t>arr</a:t>
                      </a:r>
                      <a:r>
                        <a:rPr lang="en-US" altLang="zh-TW" sz="2400" b="0" dirty="0">
                          <a:solidFill>
                            <a:schemeClr val="tx1"/>
                          </a:solidFill>
                          <a:latin typeface="Consolas" panose="020B0609020204030204" pitchFamily="49" charset="0"/>
                        </a:rPr>
                        <a:t>[</a:t>
                      </a:r>
                      <a:r>
                        <a:rPr lang="en-US" altLang="zh-TW" sz="2400" b="0" dirty="0">
                          <a:solidFill>
                            <a:srgbClr val="FFFF00"/>
                          </a:solidFill>
                          <a:latin typeface="Consolas" panose="020B0609020204030204" pitchFamily="49" charset="0"/>
                        </a:rPr>
                        <a:t>4</a:t>
                      </a:r>
                      <a:r>
                        <a:rPr lang="en-US" altLang="zh-TW" sz="2400" b="0" dirty="0">
                          <a:solidFill>
                            <a:schemeClr val="tx1"/>
                          </a:solidFill>
                          <a:latin typeface="Consolas" panose="020B0609020204030204" pitchFamily="49" charset="0"/>
                        </a:rPr>
                        <a:t>][</a:t>
                      </a:r>
                      <a:r>
                        <a:rPr lang="en-US" altLang="zh-TW" sz="2400" b="0" dirty="0">
                          <a:solidFill>
                            <a:srgbClr val="00FF00"/>
                          </a:solidFill>
                          <a:latin typeface="Consolas" panose="020B0609020204030204" pitchFamily="49" charset="0"/>
                        </a:rPr>
                        <a:t>4</a:t>
                      </a:r>
                      <a:r>
                        <a:rPr lang="en-US" altLang="zh-TW" sz="2400" b="0" dirty="0">
                          <a:solidFill>
                            <a:schemeClr val="tx1"/>
                          </a:solidFill>
                          <a:latin typeface="Consolas" panose="020B0609020204030204" pitchFamily="49" charset="0"/>
                        </a:rPr>
                        <a:t>]</a:t>
                      </a:r>
                      <a:endParaRPr lang="zh-TW" altLang="en-US" sz="2400" b="0" dirty="0">
                        <a:solidFill>
                          <a:schemeClr val="tx1"/>
                        </a:solidFill>
                        <a:latin typeface="Consolas" panose="020B0609020204030204" pitchFamily="49" charset="0"/>
                      </a:endParaRPr>
                    </a:p>
                  </a:txBody>
                  <a:tcPr>
                    <a:solidFill>
                      <a:schemeClr val="bg1">
                        <a:lumMod val="65000"/>
                        <a:lumOff val="3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26085942"/>
                  </a:ext>
                </a:extLst>
              </a:tr>
            </a:tbl>
          </a:graphicData>
        </a:graphic>
      </p:graphicFrame>
      <p:sp>
        <p:nvSpPr>
          <p:cNvPr id="3" name="文字方塊 2">
            <a:extLst>
              <a:ext uri="{FF2B5EF4-FFF2-40B4-BE49-F238E27FC236}">
                <a16:creationId xmlns:a16="http://schemas.microsoft.com/office/drawing/2014/main" id="{85536EBC-96DC-4568-907D-4E47C3BDFEB2}"/>
              </a:ext>
            </a:extLst>
          </p:cNvPr>
          <p:cNvSpPr txBox="1"/>
          <p:nvPr/>
        </p:nvSpPr>
        <p:spPr>
          <a:xfrm>
            <a:off x="4897610" y="2510134"/>
            <a:ext cx="2393604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zh-TW" sz="2400" b="1" dirty="0" err="1">
                <a:latin typeface="Consolas" panose="020B0609020204030204" pitchFamily="49" charset="0"/>
              </a:rPr>
              <a:t>Arr</a:t>
            </a:r>
            <a:r>
              <a:rPr lang="en-US" altLang="zh-TW" sz="2400" b="1" dirty="0">
                <a:latin typeface="Consolas" panose="020B0609020204030204" pitchFamily="49" charset="0"/>
              </a:rPr>
              <a:t>[</a:t>
            </a:r>
            <a:r>
              <a:rPr lang="en-US" altLang="zh-TW" sz="2400" b="1" dirty="0">
                <a:solidFill>
                  <a:srgbClr val="FFFF00"/>
                </a:solidFill>
                <a:latin typeface="Consolas" panose="020B0609020204030204" pitchFamily="49" charset="0"/>
              </a:rPr>
              <a:t>row</a:t>
            </a:r>
            <a:r>
              <a:rPr lang="en-US" altLang="zh-TW" sz="2400" b="1" dirty="0">
                <a:latin typeface="Consolas" panose="020B0609020204030204" pitchFamily="49" charset="0"/>
              </a:rPr>
              <a:t>][</a:t>
            </a:r>
            <a:r>
              <a:rPr lang="en-US" altLang="zh-TW" sz="2400" b="1" dirty="0">
                <a:solidFill>
                  <a:srgbClr val="00FF00"/>
                </a:solidFill>
                <a:latin typeface="Consolas" panose="020B0609020204030204" pitchFamily="49" charset="0"/>
              </a:rPr>
              <a:t>col</a:t>
            </a:r>
            <a:r>
              <a:rPr lang="en-US" altLang="zh-TW" sz="2400" b="1" dirty="0">
                <a:latin typeface="Consolas" panose="020B0609020204030204" pitchFamily="49" charset="0"/>
              </a:rPr>
              <a:t>]</a:t>
            </a:r>
            <a:endParaRPr lang="zh-TW" altLang="en-US" sz="2400" b="1" dirty="0"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450123762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Char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6C201346-2A0C-4D4A-8BF0-1C4DB8967D9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 cap="none" dirty="0">
                <a:latin typeface="STHeiti TC" panose="02000000000000000000" pitchFamily="2" charset="-120"/>
                <a:ea typeface="STHeiti TC" panose="02000000000000000000" pitchFamily="2" charset="-120"/>
              </a:rPr>
              <a:t>陣列</a:t>
            </a:r>
            <a:r>
              <a:rPr lang="en-US" altLang="zh-TW" cap="none" dirty="0">
                <a:latin typeface="Consolas" panose="020B0609020204030204" pitchFamily="49" charset="0"/>
              </a:rPr>
              <a:t> – </a:t>
            </a:r>
            <a:r>
              <a:rPr lang="zh-TW" altLang="en-US" cap="none" dirty="0">
                <a:latin typeface="STHeiti TC" panose="02000000000000000000" pitchFamily="2" charset="-120"/>
                <a:ea typeface="STHeiti TC" panose="02000000000000000000" pitchFamily="2" charset="-120"/>
              </a:rPr>
              <a:t>二維陣列範例</a:t>
            </a:r>
          </a:p>
        </p:txBody>
      </p:sp>
      <p:pic>
        <p:nvPicPr>
          <p:cNvPr id="4" name="圖片 3">
            <a:extLst>
              <a:ext uri="{FF2B5EF4-FFF2-40B4-BE49-F238E27FC236}">
                <a16:creationId xmlns:a16="http://schemas.microsoft.com/office/drawing/2014/main" id="{FED37647-F0AE-4A55-9992-93521242C11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41413" y="2336066"/>
            <a:ext cx="4806348" cy="3912334"/>
          </a:xfrm>
          <a:prstGeom prst="rect">
            <a:avLst/>
          </a:prstGeom>
        </p:spPr>
      </p:pic>
      <p:pic>
        <p:nvPicPr>
          <p:cNvPr id="6" name="圖片 5">
            <a:extLst>
              <a:ext uri="{FF2B5EF4-FFF2-40B4-BE49-F238E27FC236}">
                <a16:creationId xmlns:a16="http://schemas.microsoft.com/office/drawing/2014/main" id="{A044E4E3-8E3D-4323-A932-0FFAACA76BC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03490" y="3306258"/>
            <a:ext cx="3734321" cy="19719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65727836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Char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3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style.rotation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90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3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3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4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5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style.rotation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90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9BAF6A6D-9697-4620-A046-97B781BC06A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 cap="none" dirty="0">
                <a:latin typeface="STHeiti TC" panose="02000000000000000000" pitchFamily="2" charset="-120"/>
                <a:ea typeface="STHeiti TC" panose="02000000000000000000" pitchFamily="2" charset="-120"/>
              </a:rPr>
              <a:t>陣列</a:t>
            </a:r>
            <a:r>
              <a:rPr lang="en-US" altLang="zh-TW" cap="none" dirty="0">
                <a:latin typeface="Consolas" panose="020B0609020204030204" pitchFamily="49" charset="0"/>
              </a:rPr>
              <a:t> – </a:t>
            </a:r>
            <a:r>
              <a:rPr lang="zh-TW" altLang="en-US" cap="none" dirty="0">
                <a:latin typeface="STHeiti TC" panose="02000000000000000000" pitchFamily="2" charset="-120"/>
                <a:ea typeface="STHeiti TC" panose="02000000000000000000" pitchFamily="2" charset="-120"/>
              </a:rPr>
              <a:t>字串（字元陣列）</a:t>
            </a:r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061B9E1D-3BE2-49AA-9338-D8B135E7611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41413" y="2133599"/>
            <a:ext cx="9905998" cy="762001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zh-TW" altLang="en-US" sz="2400" cap="none" dirty="0">
                <a:latin typeface="STHeiti TC" panose="02000000000000000000" pitchFamily="2" charset="-120"/>
                <a:ea typeface="STHeiti TC" panose="02000000000000000000" pitchFamily="2" charset="-120"/>
              </a:rPr>
              <a:t>在結尾必須有一個 </a:t>
            </a:r>
            <a:r>
              <a:rPr lang="en-US" altLang="zh-TW" sz="2400" cap="none" dirty="0">
                <a:latin typeface="Consolas" panose="020B0609020204030204" pitchFamily="49" charset="0"/>
              </a:rPr>
              <a:t>’\0’</a:t>
            </a:r>
            <a:r>
              <a:rPr lang="zh-TW" altLang="en-US" sz="2400" cap="none" dirty="0">
                <a:latin typeface="STHeiti TC" panose="02000000000000000000" pitchFamily="2" charset="-120"/>
                <a:ea typeface="STHeiti TC" panose="02000000000000000000" pitchFamily="2" charset="-120"/>
              </a:rPr>
              <a:t>（空字元）</a:t>
            </a:r>
            <a:endParaRPr lang="en-US" altLang="zh-TW" sz="2400" cap="none" dirty="0">
              <a:latin typeface="STHeiti TC" panose="02000000000000000000" pitchFamily="2" charset="-120"/>
              <a:ea typeface="STHeiti TC" panose="02000000000000000000" pitchFamily="2" charset="-120"/>
            </a:endParaRPr>
          </a:p>
        </p:txBody>
      </p:sp>
      <p:graphicFrame>
        <p:nvGraphicFramePr>
          <p:cNvPr id="4" name="表格 4">
            <a:extLst>
              <a:ext uri="{FF2B5EF4-FFF2-40B4-BE49-F238E27FC236}">
                <a16:creationId xmlns:a16="http://schemas.microsoft.com/office/drawing/2014/main" id="{BBAD859B-397A-436B-86D3-13CFD021E1B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718595407"/>
              </p:ext>
            </p:extLst>
          </p:nvPr>
        </p:nvGraphicFramePr>
        <p:xfrm>
          <a:off x="1815183" y="4072822"/>
          <a:ext cx="3005469" cy="370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01823">
                  <a:extLst>
                    <a:ext uri="{9D8B030D-6E8A-4147-A177-3AD203B41FA5}">
                      <a16:colId xmlns:a16="http://schemas.microsoft.com/office/drawing/2014/main" val="3946539086"/>
                    </a:ext>
                  </a:extLst>
                </a:gridCol>
                <a:gridCol w="1001823">
                  <a:extLst>
                    <a:ext uri="{9D8B030D-6E8A-4147-A177-3AD203B41FA5}">
                      <a16:colId xmlns:a16="http://schemas.microsoft.com/office/drawing/2014/main" val="739676075"/>
                    </a:ext>
                  </a:extLst>
                </a:gridCol>
                <a:gridCol w="1001823">
                  <a:extLst>
                    <a:ext uri="{9D8B030D-6E8A-4147-A177-3AD203B41FA5}">
                      <a16:colId xmlns:a16="http://schemas.microsoft.com/office/drawing/2014/main" val="1483137703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altLang="zh-TW" dirty="0">
                          <a:latin typeface="Consolas" panose="020B0609020204030204" pitchFamily="49" charset="0"/>
                        </a:rPr>
                        <a:t>A</a:t>
                      </a:r>
                      <a:endParaRPr lang="zh-TW" altLang="en-US" dirty="0">
                        <a:latin typeface="Consolas" panose="020B0609020204030204" pitchFamily="49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dirty="0">
                          <a:latin typeface="Consolas" panose="020B0609020204030204" pitchFamily="49" charset="0"/>
                        </a:rPr>
                        <a:t>B</a:t>
                      </a:r>
                      <a:endParaRPr lang="zh-TW" altLang="en-US" dirty="0">
                        <a:latin typeface="Consolas" panose="020B0609020204030204" pitchFamily="49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dirty="0">
                          <a:latin typeface="Consolas" panose="020B0609020204030204" pitchFamily="49" charset="0"/>
                        </a:rPr>
                        <a:t>C</a:t>
                      </a:r>
                      <a:endParaRPr lang="zh-TW" altLang="en-US" dirty="0">
                        <a:latin typeface="Consolas" panose="020B0609020204030204" pitchFamily="49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49849603"/>
                  </a:ext>
                </a:extLst>
              </a:tr>
            </a:tbl>
          </a:graphicData>
        </a:graphic>
      </p:graphicFrame>
      <p:graphicFrame>
        <p:nvGraphicFramePr>
          <p:cNvPr id="5" name="表格 4">
            <a:extLst>
              <a:ext uri="{FF2B5EF4-FFF2-40B4-BE49-F238E27FC236}">
                <a16:creationId xmlns:a16="http://schemas.microsoft.com/office/drawing/2014/main" id="{49939C70-6D98-4677-91D8-A2F80B2F98C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153817134"/>
              </p:ext>
            </p:extLst>
          </p:nvPr>
        </p:nvGraphicFramePr>
        <p:xfrm>
          <a:off x="6094412" y="4072822"/>
          <a:ext cx="4000084" cy="370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00021">
                  <a:extLst>
                    <a:ext uri="{9D8B030D-6E8A-4147-A177-3AD203B41FA5}">
                      <a16:colId xmlns:a16="http://schemas.microsoft.com/office/drawing/2014/main" val="3946539086"/>
                    </a:ext>
                  </a:extLst>
                </a:gridCol>
                <a:gridCol w="1000021">
                  <a:extLst>
                    <a:ext uri="{9D8B030D-6E8A-4147-A177-3AD203B41FA5}">
                      <a16:colId xmlns:a16="http://schemas.microsoft.com/office/drawing/2014/main" val="739676075"/>
                    </a:ext>
                  </a:extLst>
                </a:gridCol>
                <a:gridCol w="1000021">
                  <a:extLst>
                    <a:ext uri="{9D8B030D-6E8A-4147-A177-3AD203B41FA5}">
                      <a16:colId xmlns:a16="http://schemas.microsoft.com/office/drawing/2014/main" val="1483137703"/>
                    </a:ext>
                  </a:extLst>
                </a:gridCol>
                <a:gridCol w="1000021">
                  <a:extLst>
                    <a:ext uri="{9D8B030D-6E8A-4147-A177-3AD203B41FA5}">
                      <a16:colId xmlns:a16="http://schemas.microsoft.com/office/drawing/2014/main" val="3216958263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altLang="zh-TW" dirty="0">
                          <a:latin typeface="Consolas" panose="020B0609020204030204" pitchFamily="49" charset="0"/>
                        </a:rPr>
                        <a:t>A</a:t>
                      </a:r>
                      <a:endParaRPr lang="zh-TW" altLang="en-US" dirty="0">
                        <a:latin typeface="Consolas" panose="020B0609020204030204" pitchFamily="49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dirty="0">
                          <a:latin typeface="Consolas" panose="020B0609020204030204" pitchFamily="49" charset="0"/>
                        </a:rPr>
                        <a:t>B</a:t>
                      </a:r>
                      <a:endParaRPr lang="zh-TW" altLang="en-US" dirty="0">
                        <a:latin typeface="Consolas" panose="020B0609020204030204" pitchFamily="49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dirty="0">
                          <a:latin typeface="Consolas" panose="020B0609020204030204" pitchFamily="49" charset="0"/>
                        </a:rPr>
                        <a:t>C</a:t>
                      </a:r>
                      <a:endParaRPr lang="zh-TW" altLang="en-US" dirty="0">
                        <a:latin typeface="Consolas" panose="020B0609020204030204" pitchFamily="49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dirty="0">
                          <a:latin typeface="Consolas" panose="020B0609020204030204" pitchFamily="49" charset="0"/>
                        </a:rPr>
                        <a:t>\0</a:t>
                      </a:r>
                      <a:endParaRPr lang="zh-TW" altLang="en-US" dirty="0">
                        <a:latin typeface="Consolas" panose="020B0609020204030204" pitchFamily="49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49849603"/>
                  </a:ext>
                </a:extLst>
              </a:tr>
            </a:tbl>
          </a:graphicData>
        </a:graphic>
      </p:graphicFrame>
      <p:grpSp>
        <p:nvGrpSpPr>
          <p:cNvPr id="8" name="群組 7">
            <a:extLst>
              <a:ext uri="{FF2B5EF4-FFF2-40B4-BE49-F238E27FC236}">
                <a16:creationId xmlns:a16="http://schemas.microsoft.com/office/drawing/2014/main" id="{8F4AF309-0042-467A-B471-721C4AA8C49F}"/>
              </a:ext>
            </a:extLst>
          </p:cNvPr>
          <p:cNvGrpSpPr/>
          <p:nvPr/>
        </p:nvGrpSpPr>
        <p:grpSpPr>
          <a:xfrm>
            <a:off x="2352173" y="3313763"/>
            <a:ext cx="1888958" cy="1888958"/>
            <a:chOff x="2352173" y="3313763"/>
            <a:chExt cx="1888958" cy="1888958"/>
          </a:xfrm>
        </p:grpSpPr>
        <p:sp>
          <p:nvSpPr>
            <p:cNvPr id="6" name="矩形 5">
              <a:extLst>
                <a:ext uri="{FF2B5EF4-FFF2-40B4-BE49-F238E27FC236}">
                  <a16:creationId xmlns:a16="http://schemas.microsoft.com/office/drawing/2014/main" id="{A5338A96-6841-4D34-AC23-A25C77E1CC14}"/>
                </a:ext>
              </a:extLst>
            </p:cNvPr>
            <p:cNvSpPr/>
            <p:nvPr/>
          </p:nvSpPr>
          <p:spPr>
            <a:xfrm rot="-2700000">
              <a:off x="3220453" y="3313763"/>
              <a:ext cx="152400" cy="1888958"/>
            </a:xfrm>
            <a:prstGeom prst="rect">
              <a:avLst/>
            </a:prstGeom>
            <a:solidFill>
              <a:srgbClr val="FF0000"/>
            </a:solidFill>
            <a:ln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7" name="矩形 6">
              <a:extLst>
                <a:ext uri="{FF2B5EF4-FFF2-40B4-BE49-F238E27FC236}">
                  <a16:creationId xmlns:a16="http://schemas.microsoft.com/office/drawing/2014/main" id="{8B118DA2-7798-46D8-89EB-8D275FB69822}"/>
                </a:ext>
              </a:extLst>
            </p:cNvPr>
            <p:cNvSpPr/>
            <p:nvPr/>
          </p:nvSpPr>
          <p:spPr>
            <a:xfrm rot="2700000">
              <a:off x="3220452" y="3313764"/>
              <a:ext cx="152400" cy="1888958"/>
            </a:xfrm>
            <a:prstGeom prst="rect">
              <a:avLst/>
            </a:prstGeom>
            <a:solidFill>
              <a:srgbClr val="FF0000"/>
            </a:solidFill>
            <a:ln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</p:grpSp>
      <p:sp>
        <p:nvSpPr>
          <p:cNvPr id="9" name="矩形 8">
            <a:extLst>
              <a:ext uri="{FF2B5EF4-FFF2-40B4-BE49-F238E27FC236}">
                <a16:creationId xmlns:a16="http://schemas.microsoft.com/office/drawing/2014/main" id="{8421E058-4244-4B28-9943-DC2CFB543631}"/>
              </a:ext>
            </a:extLst>
          </p:cNvPr>
          <p:cNvSpPr/>
          <p:nvPr/>
        </p:nvSpPr>
        <p:spPr>
          <a:xfrm>
            <a:off x="9079832" y="3954379"/>
            <a:ext cx="1014664" cy="609600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672116585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Char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9" fill="hold">
                            <p:stCondLst>
                              <p:cond delay="500"/>
                            </p:stCondLst>
                            <p:childTnLst>
                              <p:par>
                                <p:cTn id="10" presetID="53" presetClass="entr" presetSubtype="16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2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3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4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4" presetClass="entr" presetSubtype="1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randombar(horizontal)">
                                      <p:cBhvr>
                                        <p:cTn id="19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0" fill="hold">
                            <p:stCondLst>
                              <p:cond delay="500"/>
                            </p:stCondLst>
                            <p:childTnLst>
                              <p:par>
                                <p:cTn id="21" presetID="53" presetClass="entr" presetSubtype="16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3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4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</p:bld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6531BA23-8B77-4AD0-AEE6-A29CB796009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 cap="none" dirty="0">
                <a:latin typeface="STHeiti TC" panose="02000000000000000000" pitchFamily="2" charset="-120"/>
                <a:ea typeface="STHeiti TC" panose="02000000000000000000" pitchFamily="2" charset="-120"/>
              </a:rPr>
              <a:t>陣列</a:t>
            </a:r>
            <a:r>
              <a:rPr lang="en-US" altLang="zh-TW" cap="none" dirty="0">
                <a:latin typeface="Consolas" panose="020B0609020204030204" pitchFamily="49" charset="0"/>
              </a:rPr>
              <a:t> – </a:t>
            </a:r>
            <a:r>
              <a:rPr lang="zh-TW" altLang="en-US" cap="none" dirty="0">
                <a:latin typeface="STHeiti TC" panose="02000000000000000000" pitchFamily="2" charset="-120"/>
                <a:ea typeface="STHeiti TC" panose="02000000000000000000" pitchFamily="2" charset="-120"/>
              </a:rPr>
              <a:t>字串（字元陣列）</a:t>
            </a:r>
            <a:r>
              <a:rPr lang="en-US" altLang="zh-TW" cap="none" dirty="0">
                <a:latin typeface="STHeiti TC" panose="02000000000000000000" pitchFamily="2" charset="-120"/>
                <a:ea typeface="STHeiti TC" panose="02000000000000000000" pitchFamily="2" charset="-120"/>
              </a:rPr>
              <a:t>- </a:t>
            </a:r>
            <a:r>
              <a:rPr lang="zh-TW" altLang="en-US" cap="none" dirty="0">
                <a:latin typeface="STHeiti TC" panose="02000000000000000000" pitchFamily="2" charset="-120"/>
                <a:ea typeface="STHeiti TC" panose="02000000000000000000" pitchFamily="2" charset="-120"/>
              </a:rPr>
              <a:t>輸入 </a:t>
            </a:r>
            <a:r>
              <a:rPr lang="en-US" altLang="zh-TW" cap="none" dirty="0">
                <a:latin typeface="STHeiti TC" panose="02000000000000000000" pitchFamily="2" charset="-120"/>
                <a:ea typeface="STHeiti TC" panose="02000000000000000000" pitchFamily="2" charset="-120"/>
              </a:rPr>
              <a:t>/</a:t>
            </a:r>
            <a:r>
              <a:rPr lang="zh-TW" altLang="en-US" cap="none" dirty="0">
                <a:latin typeface="STHeiti TC" panose="02000000000000000000" pitchFamily="2" charset="-120"/>
                <a:ea typeface="STHeiti TC" panose="02000000000000000000" pitchFamily="2" charset="-120"/>
              </a:rPr>
              <a:t> 輸出</a:t>
            </a:r>
            <a:endParaRPr lang="zh-TW" altLang="en-US" dirty="0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441F683A-E1DD-45B4-AB0D-33888B03A80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41413" y="2666999"/>
            <a:ext cx="9905998" cy="3724657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zh-TW" altLang="en-US" sz="2800" cap="none" dirty="0">
                <a:latin typeface="STHeiti TC" panose="02000000000000000000" pitchFamily="2" charset="-120"/>
                <a:ea typeface="STHeiti TC" panose="02000000000000000000" pitchFamily="2" charset="-120"/>
              </a:rPr>
              <a:t>使用 </a:t>
            </a:r>
            <a:r>
              <a:rPr lang="en-US" altLang="zh-TW" sz="2800" cap="none" dirty="0" err="1">
                <a:solidFill>
                  <a:srgbClr val="FFFF00"/>
                </a:solidFill>
                <a:latin typeface="Consolas" panose="020B0609020204030204" pitchFamily="49" charset="0"/>
              </a:rPr>
              <a:t>scanf</a:t>
            </a:r>
            <a:r>
              <a:rPr lang="en-US" altLang="zh-TW" sz="2800" cap="none" dirty="0">
                <a:solidFill>
                  <a:srgbClr val="FFFF00"/>
                </a:solidFill>
                <a:latin typeface="Consolas" panose="020B0609020204030204" pitchFamily="49" charset="0"/>
              </a:rPr>
              <a:t>(“%s”, &amp;</a:t>
            </a:r>
            <a:r>
              <a:rPr lang="en-US" altLang="zh-TW" sz="2800" cap="none" dirty="0" err="1">
                <a:solidFill>
                  <a:srgbClr val="FFFF00"/>
                </a:solidFill>
                <a:latin typeface="Consolas" panose="020B0609020204030204" pitchFamily="49" charset="0"/>
              </a:rPr>
              <a:t>array_name</a:t>
            </a:r>
            <a:r>
              <a:rPr lang="en-US" altLang="zh-TW" sz="2800" cap="none" dirty="0">
                <a:solidFill>
                  <a:srgbClr val="FFFF00"/>
                </a:solidFill>
                <a:latin typeface="Consolas" panose="020B0609020204030204" pitchFamily="49" charset="0"/>
              </a:rPr>
              <a:t>)</a:t>
            </a:r>
            <a:r>
              <a:rPr lang="zh-TW" altLang="en-US" sz="2800" cap="none" dirty="0">
                <a:solidFill>
                  <a:srgbClr val="FFFF00"/>
                </a:solidFill>
                <a:latin typeface="Consolas" panose="020B0609020204030204" pitchFamily="49" charset="0"/>
              </a:rPr>
              <a:t> </a:t>
            </a:r>
            <a:r>
              <a:rPr lang="zh-TW" altLang="en-US" sz="2800" cap="none" dirty="0">
                <a:latin typeface="STHeiti TC" panose="02000000000000000000" pitchFamily="2" charset="-120"/>
                <a:ea typeface="STHeiti TC" panose="02000000000000000000" pitchFamily="2" charset="-120"/>
              </a:rPr>
              <a:t>可以讀取</a:t>
            </a:r>
            <a:r>
              <a:rPr lang="zh-TW" altLang="en-US" sz="2800" cap="none" dirty="0">
                <a:solidFill>
                  <a:srgbClr val="FFFF00"/>
                </a:solidFill>
                <a:latin typeface="STHeiti TC" panose="02000000000000000000" pitchFamily="2" charset="-120"/>
                <a:ea typeface="STHeiti TC" panose="02000000000000000000" pitchFamily="2" charset="-120"/>
              </a:rPr>
              <a:t>不含空格或換行</a:t>
            </a:r>
            <a:r>
              <a:rPr lang="zh-TW" altLang="en-US" sz="2800" cap="none" dirty="0">
                <a:latin typeface="STHeiti TC" panose="02000000000000000000" pitchFamily="2" charset="-120"/>
                <a:ea typeface="STHeiti TC" panose="02000000000000000000" pitchFamily="2" charset="-120"/>
              </a:rPr>
              <a:t>的字串</a:t>
            </a:r>
            <a:endParaRPr lang="en-US" altLang="zh-TW" sz="2800" cap="none" dirty="0">
              <a:latin typeface="STHeiti TC" panose="02000000000000000000" pitchFamily="2" charset="-120"/>
              <a:ea typeface="STHeiti TC" panose="02000000000000000000" pitchFamily="2" charset="-120"/>
            </a:endParaRPr>
          </a:p>
          <a:p>
            <a:pPr marL="0" indent="0">
              <a:buNone/>
            </a:pPr>
            <a:r>
              <a:rPr lang="en-US" altLang="zh-TW" sz="2800" cap="none" dirty="0" err="1">
                <a:solidFill>
                  <a:srgbClr val="FFFF00"/>
                </a:solidFill>
                <a:latin typeface="Consolas" panose="020B0609020204030204" pitchFamily="49" charset="0"/>
                <a:ea typeface="STHeiti TC" panose="02000000000000000000" pitchFamily="2" charset="-120"/>
              </a:rPr>
              <a:t>printf</a:t>
            </a:r>
            <a:r>
              <a:rPr lang="en-US" altLang="zh-TW" sz="2800" cap="none" dirty="0">
                <a:solidFill>
                  <a:srgbClr val="FFFF00"/>
                </a:solidFill>
                <a:latin typeface="Consolas" panose="020B0609020204030204" pitchFamily="49" charset="0"/>
                <a:ea typeface="STHeiti TC" panose="02000000000000000000" pitchFamily="2" charset="-120"/>
              </a:rPr>
              <a:t>(“%s”, </a:t>
            </a:r>
            <a:r>
              <a:rPr lang="en-US" altLang="zh-TW" sz="2800" cap="none" dirty="0" err="1">
                <a:solidFill>
                  <a:srgbClr val="FFFF00"/>
                </a:solidFill>
                <a:latin typeface="Consolas" panose="020B0609020204030204" pitchFamily="49" charset="0"/>
                <a:ea typeface="STHeiti TC" panose="02000000000000000000" pitchFamily="2" charset="-120"/>
              </a:rPr>
              <a:t>array_name</a:t>
            </a:r>
            <a:r>
              <a:rPr lang="en-US" altLang="zh-TW" sz="2800" cap="none" dirty="0">
                <a:solidFill>
                  <a:srgbClr val="FFFF00"/>
                </a:solidFill>
                <a:latin typeface="Consolas" panose="020B0609020204030204" pitchFamily="49" charset="0"/>
                <a:ea typeface="STHeiti TC" panose="02000000000000000000" pitchFamily="2" charset="-120"/>
              </a:rPr>
              <a:t>)</a:t>
            </a:r>
            <a:r>
              <a:rPr lang="zh-TW" altLang="en-US" sz="2800" cap="none" dirty="0">
                <a:solidFill>
                  <a:srgbClr val="FFFF00"/>
                </a:solidFill>
                <a:latin typeface="Consolas" panose="020B0609020204030204" pitchFamily="49" charset="0"/>
                <a:ea typeface="STHeiti TC" panose="02000000000000000000" pitchFamily="2" charset="-120"/>
              </a:rPr>
              <a:t> </a:t>
            </a:r>
            <a:r>
              <a:rPr lang="zh-TW" altLang="en-US" sz="2800" cap="none" dirty="0">
                <a:latin typeface="Consolas" panose="020B0609020204030204" pitchFamily="49" charset="0"/>
                <a:ea typeface="STHeiti TC" panose="02000000000000000000" pitchFamily="2" charset="-120"/>
              </a:rPr>
              <a:t>則可輸出字串 </a:t>
            </a:r>
            <a:r>
              <a:rPr lang="en-US" altLang="zh-TW" sz="2800" cap="none" dirty="0">
                <a:latin typeface="Consolas" panose="020B0609020204030204" pitchFamily="49" charset="0"/>
                <a:ea typeface="STHeiti TC" panose="02000000000000000000" pitchFamily="2" charset="-120"/>
              </a:rPr>
              <a:t>(</a:t>
            </a:r>
            <a:r>
              <a:rPr lang="zh-TW" altLang="en-US" sz="2800" cap="none" dirty="0">
                <a:latin typeface="Consolas" panose="020B0609020204030204" pitchFamily="49" charset="0"/>
                <a:ea typeface="STHeiti TC" panose="02000000000000000000" pitchFamily="2" charset="-120"/>
              </a:rPr>
              <a:t>無限制</a:t>
            </a:r>
            <a:r>
              <a:rPr lang="en-US" altLang="zh-TW" sz="2800" cap="none" dirty="0">
                <a:latin typeface="Consolas" panose="020B0609020204030204" pitchFamily="49" charset="0"/>
                <a:ea typeface="STHeiti TC" panose="02000000000000000000" pitchFamily="2" charset="-120"/>
              </a:rPr>
              <a:t>)</a:t>
            </a:r>
          </a:p>
          <a:p>
            <a:pPr marL="0" indent="0">
              <a:buNone/>
            </a:pPr>
            <a:endParaRPr lang="en-US" altLang="zh-TW" sz="2800" cap="none" dirty="0">
              <a:latin typeface="Consolas" panose="020B0609020204030204" pitchFamily="49" charset="0"/>
              <a:ea typeface="STHeiti TC" panose="02000000000000000000" pitchFamily="2" charset="-120"/>
            </a:endParaRPr>
          </a:p>
        </p:txBody>
      </p:sp>
    </p:spTree>
    <p:extLst>
      <p:ext uri="{BB962C8B-B14F-4D97-AF65-F5344CB8AC3E}">
        <p14:creationId xmlns:p14="http://schemas.microsoft.com/office/powerpoint/2010/main" val="915565456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Char"/>
      </p:transition>
    </mc:Choice>
    <mc:Fallback xmlns="">
      <p:transition spd="slow">
        <p:fade/>
      </p:transition>
    </mc:Fallback>
  </mc:AlternateContent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5CE646F9-103E-4805-A561-0E225FE74A6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 cap="none" dirty="0">
                <a:latin typeface="STHeiti TC" panose="02000000000000000000" pitchFamily="2" charset="-120"/>
                <a:ea typeface="STHeiti TC" panose="02000000000000000000" pitchFamily="2" charset="-120"/>
              </a:rPr>
              <a:t>陣列</a:t>
            </a:r>
            <a:r>
              <a:rPr lang="en-US" altLang="zh-TW" cap="none" dirty="0">
                <a:latin typeface="Consolas" panose="020B0609020204030204" pitchFamily="49" charset="0"/>
              </a:rPr>
              <a:t> – </a:t>
            </a:r>
            <a:r>
              <a:rPr lang="zh-TW" altLang="en-US" cap="none" dirty="0">
                <a:latin typeface="STHeiti TC" panose="02000000000000000000" pitchFamily="2" charset="-120"/>
                <a:ea typeface="STHeiti TC" panose="02000000000000000000" pitchFamily="2" charset="-120"/>
              </a:rPr>
              <a:t>字串（字元陣列）</a:t>
            </a:r>
            <a:r>
              <a:rPr lang="en-US" altLang="zh-TW" cap="none" dirty="0">
                <a:latin typeface="STHeiti TC" panose="02000000000000000000" pitchFamily="2" charset="-120"/>
                <a:ea typeface="STHeiti TC" panose="02000000000000000000" pitchFamily="2" charset="-120"/>
              </a:rPr>
              <a:t>- </a:t>
            </a:r>
            <a:r>
              <a:rPr lang="zh-TW" altLang="en-US" cap="none" dirty="0">
                <a:latin typeface="STHeiti TC" panose="02000000000000000000" pitchFamily="2" charset="-120"/>
                <a:ea typeface="STHeiti TC" panose="02000000000000000000" pitchFamily="2" charset="-120"/>
              </a:rPr>
              <a:t>輸入 </a:t>
            </a:r>
            <a:r>
              <a:rPr lang="en-US" altLang="zh-TW" cap="none" dirty="0">
                <a:latin typeface="STHeiti TC" panose="02000000000000000000" pitchFamily="2" charset="-120"/>
                <a:ea typeface="STHeiti TC" panose="02000000000000000000" pitchFamily="2" charset="-120"/>
              </a:rPr>
              <a:t>/</a:t>
            </a:r>
            <a:r>
              <a:rPr lang="zh-TW" altLang="en-US" cap="none" dirty="0">
                <a:latin typeface="STHeiti TC" panose="02000000000000000000" pitchFamily="2" charset="-120"/>
                <a:ea typeface="STHeiti TC" panose="02000000000000000000" pitchFamily="2" charset="-120"/>
              </a:rPr>
              <a:t> 輸出</a:t>
            </a:r>
            <a:endParaRPr lang="zh-TW" altLang="en-US" dirty="0"/>
          </a:p>
        </p:txBody>
      </p:sp>
      <p:pic>
        <p:nvPicPr>
          <p:cNvPr id="5" name="圖片 4">
            <a:extLst>
              <a:ext uri="{FF2B5EF4-FFF2-40B4-BE49-F238E27FC236}">
                <a16:creationId xmlns:a16="http://schemas.microsoft.com/office/drawing/2014/main" id="{FAAEB494-BD50-4A0E-B075-AE39792CBFA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5587" y="2686414"/>
            <a:ext cx="5608919" cy="3561986"/>
          </a:xfrm>
          <a:prstGeom prst="rect">
            <a:avLst/>
          </a:prstGeom>
        </p:spPr>
      </p:pic>
      <p:pic>
        <p:nvPicPr>
          <p:cNvPr id="7" name="圖片 6">
            <a:extLst>
              <a:ext uri="{FF2B5EF4-FFF2-40B4-BE49-F238E27FC236}">
                <a16:creationId xmlns:a16="http://schemas.microsoft.com/office/drawing/2014/main" id="{A4D21587-8EB0-4DEC-8FC0-DE12048FB94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47658" y="3969590"/>
            <a:ext cx="6137125" cy="1147842"/>
          </a:xfrm>
          <a:prstGeom prst="rect">
            <a:avLst/>
          </a:prstGeom>
        </p:spPr>
      </p:pic>
      <p:sp>
        <p:nvSpPr>
          <p:cNvPr id="8" name="矩形 7">
            <a:extLst>
              <a:ext uri="{FF2B5EF4-FFF2-40B4-BE49-F238E27FC236}">
                <a16:creationId xmlns:a16="http://schemas.microsoft.com/office/drawing/2014/main" id="{68D0772D-4A80-46D3-92ED-B7DBABD5F26F}"/>
              </a:ext>
            </a:extLst>
          </p:cNvPr>
          <p:cNvSpPr/>
          <p:nvPr/>
        </p:nvSpPr>
        <p:spPr>
          <a:xfrm>
            <a:off x="5958096" y="4744453"/>
            <a:ext cx="718799" cy="288758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653094298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Char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xit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wipe(down)">
                                      <p:cBhvr>
                                        <p:cTn id="6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</p:bld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9D925382-48E5-4BA6-93DA-07AD2A6FD8A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 dirty="0">
                <a:latin typeface="STHeiti TC" panose="02000000000000000000" pitchFamily="2" charset="-120"/>
                <a:ea typeface="STHeiti TC" panose="02000000000000000000" pitchFamily="2" charset="-120"/>
              </a:rPr>
              <a:t>單引號 </a:t>
            </a:r>
            <a:r>
              <a:rPr lang="en-US" altLang="zh-TW" dirty="0">
                <a:latin typeface="Consolas" panose="020B0609020204030204" pitchFamily="49" charset="0"/>
                <a:ea typeface="STHeiti TC" panose="02000000000000000000" pitchFamily="2" charset="-120"/>
              </a:rPr>
              <a:t>'</a:t>
            </a:r>
            <a:r>
              <a:rPr lang="en-US" altLang="zh-TW" dirty="0">
                <a:latin typeface="STHeiti TC" panose="02000000000000000000" pitchFamily="2" charset="-120"/>
                <a:ea typeface="STHeiti TC" panose="02000000000000000000" pitchFamily="2" charset="-120"/>
              </a:rPr>
              <a:t> </a:t>
            </a:r>
            <a:r>
              <a:rPr lang="zh-TW" altLang="en-US" dirty="0">
                <a:latin typeface="STHeiti TC" panose="02000000000000000000" pitchFamily="2" charset="-120"/>
                <a:ea typeface="STHeiti TC" panose="02000000000000000000" pitchFamily="2" charset="-120"/>
              </a:rPr>
              <a:t>與雙引號 </a:t>
            </a:r>
            <a:r>
              <a:rPr lang="en-US" altLang="zh-TW" dirty="0">
                <a:latin typeface="Consolas" panose="020B0609020204030204" pitchFamily="49" charset="0"/>
                <a:ea typeface="STHeiti TC" panose="02000000000000000000" pitchFamily="2" charset="-120"/>
              </a:rPr>
              <a:t>"</a:t>
            </a:r>
            <a:endParaRPr lang="zh-TW" altLang="en-US" dirty="0">
              <a:latin typeface="Consolas" panose="020B0609020204030204" pitchFamily="49" charset="0"/>
              <a:ea typeface="STHeiti TC" panose="02000000000000000000" pitchFamily="2" charset="-120"/>
            </a:endParaRPr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A9E978D0-6E1D-4D39-812B-E40D568C3A2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zh-TW" altLang="en-US" sz="2800" cap="none" dirty="0">
                <a:latin typeface="STHeiti TC" panose="02000000000000000000" pitchFamily="2" charset="-120"/>
                <a:ea typeface="STHeiti TC" panose="02000000000000000000" pitchFamily="2" charset="-120"/>
              </a:rPr>
              <a:t>單引號用來放字元    例如：</a:t>
            </a:r>
            <a:r>
              <a:rPr lang="en-US" altLang="zh-TW" sz="2800" cap="none" dirty="0">
                <a:solidFill>
                  <a:srgbClr val="FFFF00"/>
                </a:solidFill>
                <a:latin typeface="Consolas" panose="020B0609020204030204" pitchFamily="49" charset="0"/>
                <a:ea typeface="STHeiti TC" panose="02000000000000000000" pitchFamily="2" charset="-120"/>
              </a:rPr>
              <a:t>'</a:t>
            </a:r>
            <a:r>
              <a:rPr lang="en-US" altLang="zh-TW" sz="2800" cap="none" dirty="0">
                <a:solidFill>
                  <a:srgbClr val="FFFF00"/>
                </a:solidFill>
                <a:latin typeface="Consolas" panose="020B0609020204030204" pitchFamily="49" charset="0"/>
              </a:rPr>
              <a:t>A'</a:t>
            </a:r>
            <a:r>
              <a:rPr lang="en-US" altLang="zh-TW" sz="2800" cap="none" dirty="0">
                <a:latin typeface="Consolas" panose="020B0609020204030204" pitchFamily="49" charset="0"/>
              </a:rPr>
              <a:t>,</a:t>
            </a:r>
            <a:r>
              <a:rPr lang="zh-TW" altLang="en-US" sz="2800" cap="none" dirty="0">
                <a:latin typeface="Consolas" panose="020B0609020204030204" pitchFamily="49" charset="0"/>
              </a:rPr>
              <a:t> </a:t>
            </a:r>
            <a:r>
              <a:rPr lang="en-US" altLang="zh-TW" sz="2800" cap="none" dirty="0">
                <a:solidFill>
                  <a:srgbClr val="FFFF00"/>
                </a:solidFill>
                <a:latin typeface="Consolas" panose="020B0609020204030204" pitchFamily="49" charset="0"/>
              </a:rPr>
              <a:t>'#'</a:t>
            </a:r>
            <a:r>
              <a:rPr lang="en-US" altLang="zh-TW" sz="2800" cap="none" dirty="0">
                <a:latin typeface="Consolas" panose="020B0609020204030204" pitchFamily="49" charset="0"/>
              </a:rPr>
              <a:t>, </a:t>
            </a:r>
            <a:r>
              <a:rPr lang="en-US" altLang="zh-TW" sz="2800" cap="none" dirty="0">
                <a:solidFill>
                  <a:srgbClr val="FFFF00"/>
                </a:solidFill>
                <a:latin typeface="Consolas" panose="020B0609020204030204" pitchFamily="49" charset="0"/>
              </a:rPr>
              <a:t>' '</a:t>
            </a:r>
            <a:r>
              <a:rPr lang="en-US" altLang="zh-TW" sz="2800" cap="none" dirty="0">
                <a:latin typeface="Consolas" panose="020B0609020204030204" pitchFamily="49" charset="0"/>
              </a:rPr>
              <a:t>, </a:t>
            </a:r>
            <a:r>
              <a:rPr lang="en-US" altLang="zh-TW" sz="2800" cap="none" dirty="0">
                <a:solidFill>
                  <a:srgbClr val="FFFF00"/>
                </a:solidFill>
                <a:latin typeface="Consolas" panose="020B0609020204030204" pitchFamily="49" charset="0"/>
              </a:rPr>
              <a:t>'\n'</a:t>
            </a:r>
            <a:r>
              <a:rPr lang="en-US" altLang="zh-TW" sz="2800" cap="none" dirty="0">
                <a:latin typeface="Consolas" panose="020B0609020204030204" pitchFamily="49" charset="0"/>
              </a:rPr>
              <a:t>, </a:t>
            </a:r>
            <a:r>
              <a:rPr lang="en-US" altLang="zh-TW" sz="2800" cap="none" dirty="0">
                <a:solidFill>
                  <a:srgbClr val="FFFF00"/>
                </a:solidFill>
                <a:latin typeface="Consolas" panose="020B0609020204030204" pitchFamily="49" charset="0"/>
              </a:rPr>
              <a:t>'\0'</a:t>
            </a:r>
          </a:p>
          <a:p>
            <a:pPr marL="0" indent="0">
              <a:buNone/>
            </a:pPr>
            <a:endParaRPr lang="en-US" altLang="zh-TW" sz="2800" cap="none" dirty="0"/>
          </a:p>
          <a:p>
            <a:pPr marL="0" indent="0">
              <a:buNone/>
            </a:pPr>
            <a:r>
              <a:rPr lang="zh-TW" altLang="en-US" sz="2800" cap="none" dirty="0">
                <a:latin typeface="STHeiti TC" panose="02000000000000000000" pitchFamily="2" charset="-120"/>
                <a:ea typeface="STHeiti TC" panose="02000000000000000000" pitchFamily="2" charset="-120"/>
              </a:rPr>
              <a:t>雙引號用來放字串    例如：</a:t>
            </a:r>
            <a:r>
              <a:rPr lang="en-US" altLang="zh-TW" sz="2800" cap="none" dirty="0">
                <a:solidFill>
                  <a:srgbClr val="FFFF00"/>
                </a:solidFill>
                <a:latin typeface="Consolas" panose="020B0609020204030204" pitchFamily="49" charset="0"/>
                <a:ea typeface="STHeiti TC" panose="02000000000000000000" pitchFamily="2" charset="-120"/>
              </a:rPr>
              <a:t>"ABCD"</a:t>
            </a:r>
            <a:r>
              <a:rPr lang="en-US" altLang="zh-TW" sz="2800" cap="none" dirty="0">
                <a:latin typeface="Consolas" panose="020B0609020204030204" pitchFamily="49" charset="0"/>
                <a:ea typeface="STHeiti TC" panose="02000000000000000000" pitchFamily="2" charset="-120"/>
              </a:rPr>
              <a:t>, </a:t>
            </a:r>
            <a:r>
              <a:rPr lang="en-US" altLang="zh-TW" sz="2800" cap="none" dirty="0">
                <a:solidFill>
                  <a:srgbClr val="FFFF00"/>
                </a:solidFill>
                <a:latin typeface="Consolas" panose="020B0609020204030204" pitchFamily="49" charset="0"/>
                <a:ea typeface="STHeiti TC" panose="02000000000000000000" pitchFamily="2" charset="-120"/>
              </a:rPr>
              <a:t>"A"</a:t>
            </a:r>
            <a:r>
              <a:rPr lang="en-US" altLang="zh-TW" sz="2800" cap="none" dirty="0">
                <a:latin typeface="Consolas" panose="020B0609020204030204" pitchFamily="49" charset="0"/>
                <a:ea typeface="STHeiti TC" panose="02000000000000000000" pitchFamily="2" charset="-120"/>
              </a:rPr>
              <a:t>, </a:t>
            </a:r>
            <a:r>
              <a:rPr lang="en-US" altLang="zh-TW" sz="2800" cap="none" dirty="0">
                <a:solidFill>
                  <a:srgbClr val="FFFF00"/>
                </a:solidFill>
                <a:latin typeface="Consolas" panose="020B0609020204030204" pitchFamily="49" charset="0"/>
                <a:ea typeface="STHeiti TC" panose="02000000000000000000" pitchFamily="2" charset="-120"/>
              </a:rPr>
              <a:t>"#$%^"</a:t>
            </a:r>
            <a:r>
              <a:rPr lang="en-US" altLang="zh-TW" sz="2800" cap="none" dirty="0">
                <a:latin typeface="Consolas" panose="020B0609020204030204" pitchFamily="49" charset="0"/>
                <a:ea typeface="STHeiti TC" panose="02000000000000000000" pitchFamily="2" charset="-120"/>
              </a:rPr>
              <a:t>, </a:t>
            </a:r>
            <a:r>
              <a:rPr lang="en-US" altLang="zh-TW" sz="2800" cap="none" dirty="0">
                <a:solidFill>
                  <a:srgbClr val="FFFF00"/>
                </a:solidFill>
                <a:latin typeface="Consolas" panose="020B0609020204030204" pitchFamily="49" charset="0"/>
                <a:ea typeface="STHeiti TC" panose="02000000000000000000" pitchFamily="2" charset="-120"/>
              </a:rPr>
              <a:t>"\n"</a:t>
            </a:r>
          </a:p>
        </p:txBody>
      </p:sp>
    </p:spTree>
    <p:extLst>
      <p:ext uri="{BB962C8B-B14F-4D97-AF65-F5344CB8AC3E}">
        <p14:creationId xmlns:p14="http://schemas.microsoft.com/office/powerpoint/2010/main" val="975156053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9BAF6A6D-9697-4620-A046-97B781BC06A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 cap="none" dirty="0">
                <a:latin typeface="STHeiti TC" panose="02000000000000000000" pitchFamily="2" charset="-120"/>
                <a:ea typeface="STHeiti TC" panose="02000000000000000000" pitchFamily="2" charset="-120"/>
              </a:rPr>
              <a:t>陣列</a:t>
            </a:r>
            <a:r>
              <a:rPr lang="en-US" altLang="zh-TW" cap="none" dirty="0">
                <a:latin typeface="Consolas" panose="020B0609020204030204" pitchFamily="49" charset="0"/>
              </a:rPr>
              <a:t> – </a:t>
            </a:r>
            <a:r>
              <a:rPr lang="zh-TW" altLang="en-US" cap="none" dirty="0">
                <a:latin typeface="STHeiti TC" panose="02000000000000000000" pitchFamily="2" charset="-120"/>
                <a:ea typeface="STHeiti TC" panose="02000000000000000000" pitchFamily="2" charset="-120"/>
              </a:rPr>
              <a:t>冷知識</a:t>
            </a:r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061B9E1D-3BE2-49AA-9338-D8B135E7611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41412" y="2089480"/>
            <a:ext cx="10212388" cy="1862387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zh-TW" altLang="en-US" sz="2400" cap="none" dirty="0">
                <a:latin typeface="STHeiti TC" panose="02000000000000000000" pitchFamily="2" charset="-120"/>
                <a:ea typeface="STHeiti TC" panose="02000000000000000000" pitchFamily="2" charset="-120"/>
              </a:rPr>
              <a:t>在一維陣列中，</a:t>
            </a:r>
            <a:r>
              <a:rPr lang="en-US" altLang="zh-TW" sz="2400" cap="none" dirty="0" err="1">
                <a:solidFill>
                  <a:srgbClr val="FFFF00"/>
                </a:solidFill>
                <a:latin typeface="Consolas" panose="020B0609020204030204" pitchFamily="49" charset="0"/>
              </a:rPr>
              <a:t>arr</a:t>
            </a:r>
            <a:r>
              <a:rPr lang="en-US" altLang="zh-TW" sz="2400" cap="none" dirty="0">
                <a:solidFill>
                  <a:srgbClr val="FFFF00"/>
                </a:solidFill>
                <a:latin typeface="Consolas" panose="020B0609020204030204" pitchFamily="49" charset="0"/>
              </a:rPr>
              <a:t>[index] </a:t>
            </a:r>
            <a:r>
              <a:rPr lang="zh-TW" altLang="en-US" sz="2400" cap="none" dirty="0">
                <a:solidFill>
                  <a:schemeClr val="tx1"/>
                </a:solidFill>
                <a:latin typeface="STHeiti TC" panose="02000000000000000000" pitchFamily="2" charset="-120"/>
                <a:ea typeface="STHeiti TC" panose="02000000000000000000" pitchFamily="2" charset="-120"/>
              </a:rPr>
              <a:t>和</a:t>
            </a:r>
            <a:r>
              <a:rPr lang="en-US" altLang="zh-TW" sz="2400" cap="none" dirty="0">
                <a:latin typeface="Consolas" panose="020B0609020204030204" pitchFamily="49" charset="0"/>
              </a:rPr>
              <a:t> </a:t>
            </a:r>
            <a:r>
              <a:rPr lang="en-US" altLang="zh-TW" sz="2400" cap="none" dirty="0">
                <a:solidFill>
                  <a:srgbClr val="FFFF00"/>
                </a:solidFill>
                <a:latin typeface="Consolas" panose="020B0609020204030204" pitchFamily="49" charset="0"/>
              </a:rPr>
              <a:t>index[</a:t>
            </a:r>
            <a:r>
              <a:rPr lang="en-US" altLang="zh-TW" sz="2400" cap="none" dirty="0" err="1">
                <a:solidFill>
                  <a:srgbClr val="FFFF00"/>
                </a:solidFill>
                <a:latin typeface="Consolas" panose="020B0609020204030204" pitchFamily="49" charset="0"/>
              </a:rPr>
              <a:t>arr</a:t>
            </a:r>
            <a:r>
              <a:rPr lang="en-US" altLang="zh-TW" sz="2400" cap="none" dirty="0">
                <a:solidFill>
                  <a:srgbClr val="FFFF00"/>
                </a:solidFill>
                <a:latin typeface="Consolas" panose="020B0609020204030204" pitchFamily="49" charset="0"/>
              </a:rPr>
              <a:t>]</a:t>
            </a:r>
            <a:r>
              <a:rPr lang="zh-TW" altLang="en-US" sz="2400" cap="none" dirty="0">
                <a:solidFill>
                  <a:schemeClr val="tx1"/>
                </a:solidFill>
                <a:latin typeface="Consolas" panose="020B0609020204030204" pitchFamily="49" charset="0"/>
              </a:rPr>
              <a:t> </a:t>
            </a:r>
            <a:r>
              <a:rPr lang="zh-TW" altLang="en-US" sz="2400" cap="none" dirty="0">
                <a:solidFill>
                  <a:schemeClr val="tx1"/>
                </a:solidFill>
                <a:latin typeface="STHeiti TC" panose="02000000000000000000" pitchFamily="2" charset="-120"/>
                <a:ea typeface="STHeiti TC" panose="02000000000000000000" pitchFamily="2" charset="-120"/>
              </a:rPr>
              <a:t>是一樣的</a:t>
            </a:r>
            <a:endParaRPr lang="en-US" altLang="zh-TW" sz="2400" cap="none" dirty="0">
              <a:solidFill>
                <a:schemeClr val="tx1"/>
              </a:solidFill>
              <a:latin typeface="STHeiti TC" panose="02000000000000000000" pitchFamily="2" charset="-120"/>
              <a:ea typeface="STHeiti TC" panose="02000000000000000000" pitchFamily="2" charset="-120"/>
            </a:endParaRPr>
          </a:p>
          <a:p>
            <a:pPr marL="0" indent="0">
              <a:buNone/>
            </a:pPr>
            <a:r>
              <a:rPr lang="en-US" altLang="zh-TW" sz="2400" cap="none" dirty="0" err="1">
                <a:latin typeface="Consolas" panose="020B0609020204030204" pitchFamily="49" charset="0"/>
              </a:rPr>
              <a:t>arr</a:t>
            </a:r>
            <a:r>
              <a:rPr lang="en-US" altLang="zh-TW" sz="2400" cap="none" dirty="0">
                <a:latin typeface="Consolas" panose="020B0609020204030204" pitchFamily="49" charset="0"/>
              </a:rPr>
              <a:t>[index] </a:t>
            </a:r>
            <a:r>
              <a:rPr lang="zh-TW" altLang="en-US" sz="2400" cap="none" dirty="0">
                <a:latin typeface="STHeiti TC" panose="02000000000000000000" pitchFamily="2" charset="-120"/>
                <a:ea typeface="STHeiti TC" panose="02000000000000000000" pitchFamily="2" charset="-120"/>
              </a:rPr>
              <a:t>代表</a:t>
            </a:r>
            <a:r>
              <a:rPr lang="en-US" altLang="zh-TW" sz="2400" cap="none" dirty="0">
                <a:latin typeface="Consolas" panose="020B0609020204030204" pitchFamily="49" charset="0"/>
              </a:rPr>
              <a:t> </a:t>
            </a:r>
            <a:r>
              <a:rPr lang="en-US" altLang="zh-TW" sz="2400" cap="none" dirty="0" err="1">
                <a:solidFill>
                  <a:srgbClr val="FFFF00"/>
                </a:solidFill>
                <a:latin typeface="Consolas" panose="020B0609020204030204" pitchFamily="49" charset="0"/>
              </a:rPr>
              <a:t>arr</a:t>
            </a:r>
            <a:r>
              <a:rPr lang="en-US" altLang="zh-TW" sz="2400" cap="none" dirty="0">
                <a:solidFill>
                  <a:srgbClr val="FFFF00"/>
                </a:solidFill>
                <a:latin typeface="Consolas" panose="020B0609020204030204" pitchFamily="49" charset="0"/>
              </a:rPr>
              <a:t> + index (</a:t>
            </a:r>
            <a:r>
              <a:rPr lang="zh-TW" altLang="en-US" sz="2400" cap="none" dirty="0">
                <a:solidFill>
                  <a:srgbClr val="FFFF00"/>
                </a:solidFill>
                <a:latin typeface="STHeiti TC" panose="02000000000000000000" pitchFamily="2" charset="-120"/>
                <a:ea typeface="STHeiti TC" panose="02000000000000000000" pitchFamily="2" charset="-120"/>
              </a:rPr>
              <a:t>位址</a:t>
            </a:r>
            <a:r>
              <a:rPr lang="en-US" altLang="zh-TW" sz="2400" cap="none" dirty="0">
                <a:solidFill>
                  <a:srgbClr val="FFFF00"/>
                </a:solidFill>
                <a:latin typeface="Consolas" panose="020B0609020204030204" pitchFamily="49" charset="0"/>
              </a:rPr>
              <a:t>)</a:t>
            </a:r>
            <a:r>
              <a:rPr lang="zh-TW" altLang="en-US" sz="2400" cap="none" dirty="0">
                <a:solidFill>
                  <a:schemeClr val="tx1"/>
                </a:solidFill>
                <a:latin typeface="STHeiti TC" panose="02000000000000000000" pitchFamily="2" charset="-120"/>
                <a:ea typeface="STHeiti TC" panose="02000000000000000000" pitchFamily="2" charset="-120"/>
              </a:rPr>
              <a:t>，所以等同於</a:t>
            </a:r>
            <a:r>
              <a:rPr lang="zh-TW" altLang="en-US" sz="2400" cap="none" dirty="0">
                <a:solidFill>
                  <a:schemeClr val="tx1"/>
                </a:solidFill>
                <a:latin typeface="Consolas" panose="020B0609020204030204" pitchFamily="49" charset="0"/>
              </a:rPr>
              <a:t> </a:t>
            </a:r>
            <a:r>
              <a:rPr lang="en-US" altLang="zh-TW" sz="2400" cap="none" dirty="0">
                <a:latin typeface="Consolas" panose="020B0609020204030204" pitchFamily="49" charset="0"/>
              </a:rPr>
              <a:t>index[</a:t>
            </a:r>
            <a:r>
              <a:rPr lang="en-US" altLang="zh-TW" sz="2400" cap="none" dirty="0" err="1">
                <a:latin typeface="Consolas" panose="020B0609020204030204" pitchFamily="49" charset="0"/>
              </a:rPr>
              <a:t>arr</a:t>
            </a:r>
            <a:r>
              <a:rPr lang="en-US" altLang="zh-TW" sz="2400" cap="none" dirty="0">
                <a:latin typeface="Consolas" panose="020B0609020204030204" pitchFamily="49" charset="0"/>
              </a:rPr>
              <a:t>].</a:t>
            </a:r>
            <a:endParaRPr lang="zh-TW" altLang="en-US" sz="2400" cap="none" dirty="0">
              <a:latin typeface="Consolas" panose="020B0609020204030204" pitchFamily="49" charset="0"/>
            </a:endParaRPr>
          </a:p>
        </p:txBody>
      </p:sp>
      <p:pic>
        <p:nvPicPr>
          <p:cNvPr id="5" name="圖片 4">
            <a:extLst>
              <a:ext uri="{FF2B5EF4-FFF2-40B4-BE49-F238E27FC236}">
                <a16:creationId xmlns:a16="http://schemas.microsoft.com/office/drawing/2014/main" id="{7F678122-11A5-4A03-AA79-38476905298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8200" y="3951868"/>
            <a:ext cx="5172797" cy="2734057"/>
          </a:xfrm>
          <a:prstGeom prst="rect">
            <a:avLst/>
          </a:prstGeom>
        </p:spPr>
      </p:pic>
      <p:pic>
        <p:nvPicPr>
          <p:cNvPr id="7" name="圖片 6">
            <a:extLst>
              <a:ext uri="{FF2B5EF4-FFF2-40B4-BE49-F238E27FC236}">
                <a16:creationId xmlns:a16="http://schemas.microsoft.com/office/drawing/2014/main" id="{32B08B26-05B7-44B0-A9E8-2439B038F55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90646" y="5017166"/>
            <a:ext cx="4963154" cy="60346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93513117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Char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3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4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2547C986-049C-41FC-A0D1-5E7895C02A18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zh-TW" altLang="en-US" dirty="0">
                <a:latin typeface="STHeiti TC" panose="02000000000000000000" pitchFamily="2" charset="-120"/>
                <a:ea typeface="STHeiti TC" panose="02000000000000000000" pitchFamily="2" charset="-120"/>
              </a:rPr>
              <a:t>函式</a:t>
            </a:r>
          </a:p>
        </p:txBody>
      </p:sp>
      <p:sp>
        <p:nvSpPr>
          <p:cNvPr id="3" name="副標題 2">
            <a:extLst>
              <a:ext uri="{FF2B5EF4-FFF2-40B4-BE49-F238E27FC236}">
                <a16:creationId xmlns:a16="http://schemas.microsoft.com/office/drawing/2014/main" id="{B2631129-228D-401D-83D2-17746602C315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zh-TW" altLang="en-US" cap="none" dirty="0">
                <a:latin typeface="STHeiti TC" panose="02000000000000000000" pitchFamily="2" charset="-120"/>
                <a:ea typeface="STHeiti TC" panose="02000000000000000000" pitchFamily="2" charset="-120"/>
              </a:rPr>
              <a:t>打包一些實用重複的功能</a:t>
            </a:r>
          </a:p>
        </p:txBody>
      </p:sp>
    </p:spTree>
    <p:extLst>
      <p:ext uri="{BB962C8B-B14F-4D97-AF65-F5344CB8AC3E}">
        <p14:creationId xmlns:p14="http://schemas.microsoft.com/office/powerpoint/2010/main" val="3963719163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Char"/>
      </p:transition>
    </mc:Choice>
    <mc:Fallback xmlns="">
      <p:transition spd="slow">
        <p:fade/>
      </p:transition>
    </mc:Fallback>
  </mc:AlternateContent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91541DDF-9217-4176-9BAC-35EE0C8B741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 cap="none" dirty="0">
                <a:latin typeface="STHeiti TC" panose="02000000000000000000" pitchFamily="2" charset="-120"/>
                <a:ea typeface="STHeiti TC" panose="02000000000000000000" pitchFamily="2" charset="-120"/>
              </a:rPr>
              <a:t>函式</a:t>
            </a:r>
            <a:r>
              <a:rPr lang="en-US" altLang="zh-TW" cap="none" dirty="0">
                <a:latin typeface="Consolas" panose="020B0609020204030204" pitchFamily="49" charset="0"/>
              </a:rPr>
              <a:t> – </a:t>
            </a:r>
            <a:r>
              <a:rPr lang="zh-TW" altLang="en-US" cap="none" dirty="0">
                <a:latin typeface="STHeiti TC" panose="02000000000000000000" pitchFamily="2" charset="-120"/>
                <a:ea typeface="STHeiti TC" panose="02000000000000000000" pitchFamily="2" charset="-120"/>
              </a:rPr>
              <a:t>宣告</a:t>
            </a:r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CF5A194C-9C6C-43FC-976B-D1D9D9FE204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41413" y="2185736"/>
            <a:ext cx="9905998" cy="1014664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zh-TW" altLang="en-US" cap="none" dirty="0">
                <a:latin typeface="STHeiti TC" panose="02000000000000000000" pitchFamily="2" charset="-120"/>
                <a:ea typeface="STHeiti TC" panose="02000000000000000000" pitchFamily="2" charset="-120"/>
              </a:rPr>
              <a:t>如果型別是</a:t>
            </a:r>
            <a:r>
              <a:rPr lang="zh-TW" altLang="en-US" cap="none" dirty="0">
                <a:latin typeface="Consolas" panose="020B0609020204030204" pitchFamily="49" charset="0"/>
              </a:rPr>
              <a:t> </a:t>
            </a:r>
            <a:r>
              <a:rPr lang="en-US" altLang="zh-TW" cap="none" dirty="0">
                <a:solidFill>
                  <a:srgbClr val="FFFF00"/>
                </a:solidFill>
                <a:latin typeface="Consolas" panose="020B0609020204030204" pitchFamily="49" charset="0"/>
              </a:rPr>
              <a:t>void</a:t>
            </a:r>
            <a:r>
              <a:rPr lang="zh-TW" altLang="en-US" cap="none" dirty="0">
                <a:latin typeface="STHeiti TC" panose="02000000000000000000" pitchFamily="2" charset="-120"/>
                <a:ea typeface="STHeiti TC" panose="02000000000000000000" pitchFamily="2" charset="-120"/>
              </a:rPr>
              <a:t>，那就不必有回傳值。</a:t>
            </a:r>
            <a:endParaRPr lang="en-US" altLang="zh-TW" cap="none" dirty="0">
              <a:latin typeface="STHeiti TC" panose="02000000000000000000" pitchFamily="2" charset="-120"/>
              <a:ea typeface="STHeiti TC" panose="02000000000000000000" pitchFamily="2" charset="-120"/>
            </a:endParaRPr>
          </a:p>
          <a:p>
            <a:pPr marL="0" indent="0">
              <a:buNone/>
            </a:pPr>
            <a:r>
              <a:rPr lang="zh-TW" altLang="en-US" cap="none" dirty="0">
                <a:latin typeface="STHeiti TC" panose="02000000000000000000" pitchFamily="2" charset="-120"/>
                <a:ea typeface="STHeiti TC" panose="02000000000000000000" pitchFamily="2" charset="-120"/>
              </a:rPr>
              <a:t>其他的</a:t>
            </a:r>
            <a:r>
              <a:rPr lang="zh-TW" altLang="en-US" cap="none" dirty="0">
                <a:solidFill>
                  <a:srgbClr val="FFFF00"/>
                </a:solidFill>
                <a:latin typeface="STHeiti TC" panose="02000000000000000000" pitchFamily="2" charset="-120"/>
                <a:ea typeface="STHeiti TC" panose="02000000000000000000" pitchFamily="2" charset="-120"/>
              </a:rPr>
              <a:t>回傳值型別取決於函式的型別</a:t>
            </a:r>
            <a:r>
              <a:rPr lang="zh-TW" altLang="en-US" cap="none" dirty="0">
                <a:solidFill>
                  <a:schemeClr val="tx1"/>
                </a:solidFill>
                <a:latin typeface="STHeiti TC" panose="02000000000000000000" pitchFamily="2" charset="-120"/>
                <a:ea typeface="STHeiti TC" panose="02000000000000000000" pitchFamily="2" charset="-120"/>
              </a:rPr>
              <a:t>。</a:t>
            </a:r>
          </a:p>
        </p:txBody>
      </p:sp>
      <p:pic>
        <p:nvPicPr>
          <p:cNvPr id="5" name="圖片 4">
            <a:extLst>
              <a:ext uri="{FF2B5EF4-FFF2-40B4-BE49-F238E27FC236}">
                <a16:creationId xmlns:a16="http://schemas.microsoft.com/office/drawing/2014/main" id="{1BA3DB87-637A-41EB-8603-40036CB3874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41413" y="4090736"/>
            <a:ext cx="5235324" cy="1088762"/>
          </a:xfrm>
          <a:prstGeom prst="rect">
            <a:avLst/>
          </a:prstGeom>
        </p:spPr>
      </p:pic>
      <p:pic>
        <p:nvPicPr>
          <p:cNvPr id="7" name="圖片 6">
            <a:extLst>
              <a:ext uri="{FF2B5EF4-FFF2-40B4-BE49-F238E27FC236}">
                <a16:creationId xmlns:a16="http://schemas.microsoft.com/office/drawing/2014/main" id="{FAEC43FF-2CCD-46B0-9D7C-93D1F3D7CD6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93390" y="4090736"/>
            <a:ext cx="4454021" cy="1088761"/>
          </a:xfrm>
          <a:prstGeom prst="rect">
            <a:avLst/>
          </a:prstGeom>
        </p:spPr>
      </p:pic>
      <p:sp>
        <p:nvSpPr>
          <p:cNvPr id="4" name="矩形 3">
            <a:extLst>
              <a:ext uri="{FF2B5EF4-FFF2-40B4-BE49-F238E27FC236}">
                <a16:creationId xmlns:a16="http://schemas.microsoft.com/office/drawing/2014/main" id="{150E2F67-A7C2-407A-8E2B-74EBF171FBC2}"/>
              </a:ext>
            </a:extLst>
          </p:cNvPr>
          <p:cNvSpPr/>
          <p:nvPr/>
        </p:nvSpPr>
        <p:spPr>
          <a:xfrm>
            <a:off x="7339263" y="4082715"/>
            <a:ext cx="585537" cy="368969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7586038E-079C-484F-9B7D-4E20909A60BB}"/>
              </a:ext>
            </a:extLst>
          </p:cNvPr>
          <p:cNvSpPr/>
          <p:nvPr/>
        </p:nvSpPr>
        <p:spPr>
          <a:xfrm>
            <a:off x="9055683" y="4451684"/>
            <a:ext cx="1588254" cy="368969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458657498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Char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16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" presetID="53" presetClass="entr" presetSubtype="16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2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3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4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8" grpId="0" animBg="1"/>
    </p:bld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7D454111-2EE3-46FE-8A8D-8C61CA13A81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 cap="none" dirty="0">
                <a:latin typeface="STHeiti TC" panose="02000000000000000000" pitchFamily="2" charset="-120"/>
                <a:ea typeface="STHeiti TC" panose="02000000000000000000" pitchFamily="2" charset="-120"/>
              </a:rPr>
              <a:t>函式</a:t>
            </a:r>
            <a:r>
              <a:rPr lang="en-US" altLang="zh-TW" cap="none" dirty="0">
                <a:latin typeface="Consolas" panose="020B0609020204030204" pitchFamily="49" charset="0"/>
              </a:rPr>
              <a:t> – </a:t>
            </a:r>
            <a:r>
              <a:rPr lang="zh-TW" altLang="en-US" cap="none" dirty="0">
                <a:latin typeface="STHeiti TC" panose="02000000000000000000" pitchFamily="2" charset="-120"/>
                <a:ea typeface="STHeiti TC" panose="02000000000000000000" pitchFamily="2" charset="-120"/>
              </a:rPr>
              <a:t>呼叫函式</a:t>
            </a:r>
          </a:p>
        </p:txBody>
      </p:sp>
      <p:pic>
        <p:nvPicPr>
          <p:cNvPr id="7" name="圖片 6">
            <a:extLst>
              <a:ext uri="{FF2B5EF4-FFF2-40B4-BE49-F238E27FC236}">
                <a16:creationId xmlns:a16="http://schemas.microsoft.com/office/drawing/2014/main" id="{8A8272D4-BE27-4C78-B821-07899CF32E0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41413" y="2257415"/>
            <a:ext cx="8229912" cy="514369"/>
          </a:xfrm>
          <a:prstGeom prst="rect">
            <a:avLst/>
          </a:prstGeom>
        </p:spPr>
      </p:pic>
      <p:pic>
        <p:nvPicPr>
          <p:cNvPr id="9" name="圖片 8">
            <a:extLst>
              <a:ext uri="{FF2B5EF4-FFF2-40B4-BE49-F238E27FC236}">
                <a16:creationId xmlns:a16="http://schemas.microsoft.com/office/drawing/2014/main" id="{285DB011-496C-4502-BFB1-0B4BFA2BEF1D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t="11795" b="8676"/>
          <a:stretch/>
        </p:blipFill>
        <p:spPr>
          <a:xfrm>
            <a:off x="1141413" y="3127189"/>
            <a:ext cx="6058122" cy="409074"/>
          </a:xfrm>
          <a:prstGeom prst="rect">
            <a:avLst/>
          </a:prstGeom>
        </p:spPr>
      </p:pic>
      <p:grpSp>
        <p:nvGrpSpPr>
          <p:cNvPr id="12" name="群組 11">
            <a:extLst>
              <a:ext uri="{FF2B5EF4-FFF2-40B4-BE49-F238E27FC236}">
                <a16:creationId xmlns:a16="http://schemas.microsoft.com/office/drawing/2014/main" id="{375577A0-F73D-4B76-904C-C3823DF8C34D}"/>
              </a:ext>
            </a:extLst>
          </p:cNvPr>
          <p:cNvGrpSpPr/>
          <p:nvPr/>
        </p:nvGrpSpPr>
        <p:grpSpPr>
          <a:xfrm>
            <a:off x="1141413" y="4021536"/>
            <a:ext cx="9686414" cy="2226864"/>
            <a:chOff x="1141413" y="4021536"/>
            <a:chExt cx="9686414" cy="2226864"/>
          </a:xfrm>
        </p:grpSpPr>
        <p:pic>
          <p:nvPicPr>
            <p:cNvPr id="10" name="圖片 9">
              <a:extLst>
                <a:ext uri="{FF2B5EF4-FFF2-40B4-BE49-F238E27FC236}">
                  <a16:creationId xmlns:a16="http://schemas.microsoft.com/office/drawing/2014/main" id="{173E6D00-CCB5-4C0E-B610-C714B8A5368E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4"/>
            <a:srcRect b="49535"/>
            <a:stretch/>
          </p:blipFill>
          <p:spPr>
            <a:xfrm>
              <a:off x="1141413" y="4021536"/>
              <a:ext cx="4512634" cy="2226864"/>
            </a:xfrm>
            <a:prstGeom prst="rect">
              <a:avLst/>
            </a:prstGeom>
          </p:spPr>
        </p:pic>
        <p:pic>
          <p:nvPicPr>
            <p:cNvPr id="11" name="圖片 10">
              <a:extLst>
                <a:ext uri="{FF2B5EF4-FFF2-40B4-BE49-F238E27FC236}">
                  <a16:creationId xmlns:a16="http://schemas.microsoft.com/office/drawing/2014/main" id="{CF7989FE-8201-42EE-A152-A1DF8F313D68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4"/>
            <a:srcRect t="58829"/>
            <a:stretch/>
          </p:blipFill>
          <p:spPr>
            <a:xfrm>
              <a:off x="6096000" y="4214040"/>
              <a:ext cx="4731827" cy="1905000"/>
            </a:xfrm>
            <a:prstGeom prst="rect">
              <a:avLst/>
            </a:prstGeom>
          </p:spPr>
        </p:pic>
      </p:grpSp>
      <p:sp>
        <p:nvSpPr>
          <p:cNvPr id="13" name="矩形 12">
            <a:extLst>
              <a:ext uri="{FF2B5EF4-FFF2-40B4-BE49-F238E27FC236}">
                <a16:creationId xmlns:a16="http://schemas.microsoft.com/office/drawing/2014/main" id="{DA66DABB-77DC-4C89-AC74-D3E3FC3F710F}"/>
              </a:ext>
            </a:extLst>
          </p:cNvPr>
          <p:cNvSpPr/>
          <p:nvPr/>
        </p:nvSpPr>
        <p:spPr>
          <a:xfrm>
            <a:off x="1917032" y="5165558"/>
            <a:ext cx="537410" cy="344905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14" name="矩形 13">
            <a:extLst>
              <a:ext uri="{FF2B5EF4-FFF2-40B4-BE49-F238E27FC236}">
                <a16:creationId xmlns:a16="http://schemas.microsoft.com/office/drawing/2014/main" id="{A2AFE06B-4661-4CDF-A8B4-0CB5FD94BE1A}"/>
              </a:ext>
            </a:extLst>
          </p:cNvPr>
          <p:cNvSpPr/>
          <p:nvPr/>
        </p:nvSpPr>
        <p:spPr>
          <a:xfrm>
            <a:off x="7579895" y="4589279"/>
            <a:ext cx="537410" cy="344905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15" name="矩形 14">
            <a:extLst>
              <a:ext uri="{FF2B5EF4-FFF2-40B4-BE49-F238E27FC236}">
                <a16:creationId xmlns:a16="http://schemas.microsoft.com/office/drawing/2014/main" id="{8CE8017F-5D0B-4FBB-B332-96669C14D10F}"/>
              </a:ext>
            </a:extLst>
          </p:cNvPr>
          <p:cNvSpPr/>
          <p:nvPr/>
        </p:nvSpPr>
        <p:spPr>
          <a:xfrm>
            <a:off x="7563853" y="4985084"/>
            <a:ext cx="2486525" cy="344905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768461706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Char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22" presetClass="entr" presetSubtype="8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0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3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5" dur="10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6" dur="10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7" dur="10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style.rotation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90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8" dur="10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4" dur="5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5" dur="5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6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9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0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</p:bld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91541DDF-9217-4176-9BAC-35EE0C8B741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 cap="none" dirty="0">
                <a:latin typeface="STHeiti TC" panose="02000000000000000000" pitchFamily="2" charset="-120"/>
                <a:ea typeface="STHeiti TC" panose="02000000000000000000" pitchFamily="2" charset="-120"/>
              </a:rPr>
              <a:t>函式</a:t>
            </a:r>
            <a:r>
              <a:rPr lang="en-US" altLang="zh-TW" cap="none" dirty="0">
                <a:latin typeface="Consolas" panose="020B0609020204030204" pitchFamily="49" charset="0"/>
              </a:rPr>
              <a:t> – </a:t>
            </a:r>
            <a:r>
              <a:rPr lang="zh-TW" altLang="en-US" cap="none" dirty="0">
                <a:latin typeface="STHeiti TC" panose="02000000000000000000" pitchFamily="2" charset="-120"/>
                <a:ea typeface="STHeiti TC" panose="02000000000000000000" pitchFamily="2" charset="-120"/>
              </a:rPr>
              <a:t>範例</a:t>
            </a:r>
          </a:p>
        </p:txBody>
      </p:sp>
      <p:pic>
        <p:nvPicPr>
          <p:cNvPr id="4" name="圖片 3">
            <a:extLst>
              <a:ext uri="{FF2B5EF4-FFF2-40B4-BE49-F238E27FC236}">
                <a16:creationId xmlns:a16="http://schemas.microsoft.com/office/drawing/2014/main" id="{C4A81B43-78E1-46FF-8EF3-72AB2E635B0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41413" y="2526453"/>
            <a:ext cx="3716173" cy="3633896"/>
          </a:xfrm>
          <a:prstGeom prst="rect">
            <a:avLst/>
          </a:prstGeom>
        </p:spPr>
      </p:pic>
      <p:sp>
        <p:nvSpPr>
          <p:cNvPr id="6" name="矩形: 圓角 5">
            <a:extLst>
              <a:ext uri="{FF2B5EF4-FFF2-40B4-BE49-F238E27FC236}">
                <a16:creationId xmlns:a16="http://schemas.microsoft.com/office/drawing/2014/main" id="{AE0F4165-7076-4D15-BC71-A835C84565F5}"/>
              </a:ext>
            </a:extLst>
          </p:cNvPr>
          <p:cNvSpPr/>
          <p:nvPr/>
        </p:nvSpPr>
        <p:spPr>
          <a:xfrm>
            <a:off x="6094412" y="2747210"/>
            <a:ext cx="1997242" cy="974558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TW" dirty="0">
                <a:latin typeface="Consolas" panose="020B0609020204030204" pitchFamily="49" charset="0"/>
              </a:rPr>
              <a:t>main</a:t>
            </a:r>
            <a:endParaRPr lang="zh-TW" altLang="en-US" dirty="0">
              <a:latin typeface="Consolas" panose="020B0609020204030204" pitchFamily="49" charset="0"/>
            </a:endParaRPr>
          </a:p>
        </p:txBody>
      </p:sp>
      <p:sp>
        <p:nvSpPr>
          <p:cNvPr id="9" name="矩形: 圓角 8">
            <a:extLst>
              <a:ext uri="{FF2B5EF4-FFF2-40B4-BE49-F238E27FC236}">
                <a16:creationId xmlns:a16="http://schemas.microsoft.com/office/drawing/2014/main" id="{339536DD-9476-440A-97D1-E2C52214C0A3}"/>
              </a:ext>
            </a:extLst>
          </p:cNvPr>
          <p:cNvSpPr/>
          <p:nvPr/>
        </p:nvSpPr>
        <p:spPr>
          <a:xfrm>
            <a:off x="9050169" y="4343401"/>
            <a:ext cx="1997242" cy="974558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TW" dirty="0">
                <a:latin typeface="Consolas" panose="020B0609020204030204" pitchFamily="49" charset="0"/>
              </a:rPr>
              <a:t>MulBy10</a:t>
            </a:r>
            <a:endParaRPr lang="zh-TW" altLang="en-US" dirty="0">
              <a:latin typeface="Consolas" panose="020B0609020204030204" pitchFamily="49" charset="0"/>
            </a:endParaRPr>
          </a:p>
        </p:txBody>
      </p:sp>
      <p:grpSp>
        <p:nvGrpSpPr>
          <p:cNvPr id="3" name="群組 2">
            <a:extLst>
              <a:ext uri="{FF2B5EF4-FFF2-40B4-BE49-F238E27FC236}">
                <a16:creationId xmlns:a16="http://schemas.microsoft.com/office/drawing/2014/main" id="{06245F77-2DEF-435C-ADB7-917D288DBD36}"/>
              </a:ext>
            </a:extLst>
          </p:cNvPr>
          <p:cNvGrpSpPr/>
          <p:nvPr/>
        </p:nvGrpSpPr>
        <p:grpSpPr>
          <a:xfrm>
            <a:off x="8029225" y="3184235"/>
            <a:ext cx="3433010" cy="716002"/>
            <a:chOff x="8029225" y="3184235"/>
            <a:chExt cx="3433010" cy="716002"/>
          </a:xfrm>
        </p:grpSpPr>
        <p:sp>
          <p:nvSpPr>
            <p:cNvPr id="18" name="箭號: 向右 17">
              <a:extLst>
                <a:ext uri="{FF2B5EF4-FFF2-40B4-BE49-F238E27FC236}">
                  <a16:creationId xmlns:a16="http://schemas.microsoft.com/office/drawing/2014/main" id="{25FE7359-394E-4D28-90AB-1A5B41793D28}"/>
                </a:ext>
              </a:extLst>
            </p:cNvPr>
            <p:cNvSpPr/>
            <p:nvPr/>
          </p:nvSpPr>
          <p:spPr>
            <a:xfrm rot="2121530">
              <a:off x="8029225" y="3543300"/>
              <a:ext cx="1796716" cy="356937"/>
            </a:xfrm>
            <a:prstGeom prst="rightArrow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>
                <a:latin typeface="Consolas" panose="020B0609020204030204" pitchFamily="49" charset="0"/>
              </a:endParaRPr>
            </a:p>
          </p:txBody>
        </p:sp>
        <p:sp>
          <p:nvSpPr>
            <p:cNvPr id="20" name="文字方塊 19">
              <a:extLst>
                <a:ext uri="{FF2B5EF4-FFF2-40B4-BE49-F238E27FC236}">
                  <a16:creationId xmlns:a16="http://schemas.microsoft.com/office/drawing/2014/main" id="{19064D7A-7739-4831-81E2-9ABCD1178DD7}"/>
                </a:ext>
              </a:extLst>
            </p:cNvPr>
            <p:cNvSpPr txBox="1"/>
            <p:nvPr/>
          </p:nvSpPr>
          <p:spPr>
            <a:xfrm>
              <a:off x="8895650" y="3184235"/>
              <a:ext cx="2566585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zh-TW" altLang="en-US" dirty="0">
                  <a:latin typeface="STHeiti TC" panose="02000000000000000000" pitchFamily="2" charset="-120"/>
                  <a:ea typeface="STHeiti TC" panose="02000000000000000000" pitchFamily="2" charset="-120"/>
                </a:rPr>
                <a:t>將</a:t>
              </a:r>
              <a:r>
                <a:rPr lang="zh-TW" altLang="en-US" dirty="0">
                  <a:latin typeface="Consolas" panose="020B0609020204030204" pitchFamily="49" charset="0"/>
                </a:rPr>
                <a:t> </a:t>
              </a:r>
              <a:r>
                <a:rPr lang="en-US" altLang="zh-TW" dirty="0">
                  <a:latin typeface="Consolas" panose="020B0609020204030204" pitchFamily="49" charset="0"/>
                </a:rPr>
                <a:t>2 </a:t>
              </a:r>
              <a:r>
                <a:rPr lang="zh-TW" altLang="en-US" dirty="0">
                  <a:latin typeface="STHeiti TC" panose="02000000000000000000" pitchFamily="2" charset="-120"/>
                  <a:ea typeface="STHeiti TC" panose="02000000000000000000" pitchFamily="2" charset="-120"/>
                </a:rPr>
                <a:t>傳入</a:t>
              </a:r>
              <a:r>
                <a:rPr lang="zh-TW" altLang="en-US" dirty="0">
                  <a:latin typeface="Consolas" panose="020B0609020204030204" pitchFamily="49" charset="0"/>
                </a:rPr>
                <a:t> </a:t>
              </a:r>
              <a:r>
                <a:rPr lang="en-US" altLang="zh-TW" dirty="0">
                  <a:latin typeface="Consolas" panose="020B0609020204030204" pitchFamily="49" charset="0"/>
                </a:rPr>
                <a:t>MulBy10</a:t>
              </a:r>
              <a:endParaRPr lang="zh-TW" altLang="en-US" dirty="0">
                <a:latin typeface="Consolas" panose="020B0609020204030204" pitchFamily="49" charset="0"/>
              </a:endParaRPr>
            </a:p>
          </p:txBody>
        </p:sp>
      </p:grpSp>
      <p:grpSp>
        <p:nvGrpSpPr>
          <p:cNvPr id="8" name="群組 7">
            <a:extLst>
              <a:ext uri="{FF2B5EF4-FFF2-40B4-BE49-F238E27FC236}">
                <a16:creationId xmlns:a16="http://schemas.microsoft.com/office/drawing/2014/main" id="{8B5A19BE-50B9-48D6-9C5B-27361B8DCAD3}"/>
              </a:ext>
            </a:extLst>
          </p:cNvPr>
          <p:cNvGrpSpPr/>
          <p:nvPr/>
        </p:nvGrpSpPr>
        <p:grpSpPr>
          <a:xfrm>
            <a:off x="5377879" y="4185292"/>
            <a:ext cx="3722285" cy="645388"/>
            <a:chOff x="5377879" y="4185292"/>
            <a:chExt cx="3722285" cy="645388"/>
          </a:xfrm>
        </p:grpSpPr>
        <p:sp>
          <p:nvSpPr>
            <p:cNvPr id="19" name="箭號: 向右 18">
              <a:extLst>
                <a:ext uri="{FF2B5EF4-FFF2-40B4-BE49-F238E27FC236}">
                  <a16:creationId xmlns:a16="http://schemas.microsoft.com/office/drawing/2014/main" id="{F06D0BA9-7DEA-44A3-A38C-D3A83975E45B}"/>
                </a:ext>
              </a:extLst>
            </p:cNvPr>
            <p:cNvSpPr/>
            <p:nvPr/>
          </p:nvSpPr>
          <p:spPr>
            <a:xfrm rot="12959478">
              <a:off x="7303448" y="4185292"/>
              <a:ext cx="1796716" cy="356937"/>
            </a:xfrm>
            <a:prstGeom prst="rightArrow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>
                <a:latin typeface="Consolas" panose="020B0609020204030204" pitchFamily="49" charset="0"/>
              </a:endParaRPr>
            </a:p>
          </p:txBody>
        </p:sp>
        <p:sp>
          <p:nvSpPr>
            <p:cNvPr id="21" name="文字方塊 20">
              <a:extLst>
                <a:ext uri="{FF2B5EF4-FFF2-40B4-BE49-F238E27FC236}">
                  <a16:creationId xmlns:a16="http://schemas.microsoft.com/office/drawing/2014/main" id="{F73BE5C1-3B8B-43F3-B653-6AD8D5884538}"/>
                </a:ext>
              </a:extLst>
            </p:cNvPr>
            <p:cNvSpPr txBox="1"/>
            <p:nvPr/>
          </p:nvSpPr>
          <p:spPr>
            <a:xfrm>
              <a:off x="5377879" y="4461348"/>
              <a:ext cx="2605200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zh-TW" altLang="en-US" dirty="0">
                  <a:latin typeface="STHeiti TC" panose="02000000000000000000" pitchFamily="2" charset="-120"/>
                  <a:ea typeface="STHeiti TC" panose="02000000000000000000" pitchFamily="2" charset="-120"/>
                </a:rPr>
                <a:t>回傳</a:t>
              </a:r>
              <a:r>
                <a:rPr lang="en-US" altLang="zh-TW" dirty="0">
                  <a:latin typeface="Consolas" panose="020B0609020204030204" pitchFamily="49" charset="0"/>
                </a:rPr>
                <a:t> 20 </a:t>
              </a:r>
              <a:r>
                <a:rPr lang="zh-TW" altLang="en-US" dirty="0">
                  <a:latin typeface="STHeiti TC" panose="02000000000000000000" pitchFamily="2" charset="-120"/>
                  <a:ea typeface="STHeiti TC" panose="02000000000000000000" pitchFamily="2" charset="-120"/>
                </a:rPr>
                <a:t>回</a:t>
              </a:r>
              <a:r>
                <a:rPr lang="zh-TW" altLang="en-US" dirty="0">
                  <a:latin typeface="Consolas" panose="020B0609020204030204" pitchFamily="49" charset="0"/>
                </a:rPr>
                <a:t> </a:t>
              </a:r>
              <a:r>
                <a:rPr lang="en-US" altLang="zh-TW" dirty="0">
                  <a:latin typeface="Consolas" panose="020B0609020204030204" pitchFamily="49" charset="0"/>
                </a:rPr>
                <a:t>main</a:t>
              </a:r>
              <a:r>
                <a:rPr lang="zh-TW" altLang="en-US" dirty="0">
                  <a:latin typeface="Consolas" panose="020B0609020204030204" pitchFamily="49" charset="0"/>
                </a:rPr>
                <a:t> </a:t>
              </a:r>
              <a:r>
                <a:rPr lang="zh-TW" altLang="en-US" dirty="0">
                  <a:latin typeface="STHeiti TC" panose="02000000000000000000" pitchFamily="2" charset="-120"/>
                  <a:ea typeface="STHeiti TC" panose="02000000000000000000" pitchFamily="2" charset="-120"/>
                </a:rPr>
                <a:t>函式</a:t>
              </a:r>
            </a:p>
          </p:txBody>
        </p:sp>
      </p:grpSp>
      <p:sp>
        <p:nvSpPr>
          <p:cNvPr id="10" name="矩形 9">
            <a:extLst>
              <a:ext uri="{FF2B5EF4-FFF2-40B4-BE49-F238E27FC236}">
                <a16:creationId xmlns:a16="http://schemas.microsoft.com/office/drawing/2014/main" id="{0EEF6B99-4B1F-40FD-B22C-AED162398772}"/>
              </a:ext>
            </a:extLst>
          </p:cNvPr>
          <p:cNvSpPr/>
          <p:nvPr/>
        </p:nvSpPr>
        <p:spPr>
          <a:xfrm>
            <a:off x="2799347" y="5245768"/>
            <a:ext cx="1467853" cy="312821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16" name="矩形 15">
            <a:extLst>
              <a:ext uri="{FF2B5EF4-FFF2-40B4-BE49-F238E27FC236}">
                <a16:creationId xmlns:a16="http://schemas.microsoft.com/office/drawing/2014/main" id="{E63F4181-0B08-4683-A2AA-2303038495F8}"/>
              </a:ext>
            </a:extLst>
          </p:cNvPr>
          <p:cNvSpPr/>
          <p:nvPr/>
        </p:nvSpPr>
        <p:spPr>
          <a:xfrm>
            <a:off x="2305677" y="3769805"/>
            <a:ext cx="2234239" cy="312821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pic>
        <p:nvPicPr>
          <p:cNvPr id="7" name="圖片 6">
            <a:extLst>
              <a:ext uri="{FF2B5EF4-FFF2-40B4-BE49-F238E27FC236}">
                <a16:creationId xmlns:a16="http://schemas.microsoft.com/office/drawing/2014/main" id="{404A38EE-9D19-489C-B289-27CA14E14DE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77879" y="1113335"/>
            <a:ext cx="6392046" cy="75945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053510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Char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6" presetClass="entr" presetSubtype="2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7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22" presetClass="entr" presetSubtype="8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0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5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6" presetClass="entr" presetSubtype="21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18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4" presetClass="entr" presetSubtype="1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randombar(horizontal)">
                                      <p:cBhvr>
                                        <p:cTn id="23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 animBg="1"/>
      <p:bldP spid="16" grpId="0" animBg="1"/>
    </p:bldLst>
  </p:timing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BBAF934C-D35A-4F26-8DFD-D4C7805BD4E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 cap="none" dirty="0">
                <a:latin typeface="STHeiti TC" panose="02000000000000000000" pitchFamily="2" charset="-120"/>
                <a:ea typeface="STHeiti TC" panose="02000000000000000000" pitchFamily="2" charset="-120"/>
              </a:rPr>
              <a:t>函式</a:t>
            </a:r>
            <a:r>
              <a:rPr lang="en-US" altLang="zh-TW" cap="none" dirty="0">
                <a:latin typeface="Consolas" panose="020B0609020204030204" pitchFamily="49" charset="0"/>
              </a:rPr>
              <a:t> – </a:t>
            </a:r>
            <a:r>
              <a:rPr lang="zh-TW" altLang="en-US" cap="none" dirty="0">
                <a:latin typeface="STHeiti TC" panose="02000000000000000000" pitchFamily="2" charset="-120"/>
                <a:ea typeface="STHeiti TC" panose="02000000000000000000" pitchFamily="2" charset="-120"/>
              </a:rPr>
              <a:t>宣告順序問題</a:t>
            </a:r>
          </a:p>
        </p:txBody>
      </p:sp>
      <p:pic>
        <p:nvPicPr>
          <p:cNvPr id="5" name="圖片 4">
            <a:extLst>
              <a:ext uri="{FF2B5EF4-FFF2-40B4-BE49-F238E27FC236}">
                <a16:creationId xmlns:a16="http://schemas.microsoft.com/office/drawing/2014/main" id="{4BEBD9F9-C2D8-408F-956C-909D73910EA7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b="45000"/>
          <a:stretch/>
        </p:blipFill>
        <p:spPr>
          <a:xfrm>
            <a:off x="526215" y="2452438"/>
            <a:ext cx="5008311" cy="3318005"/>
          </a:xfrm>
          <a:prstGeom prst="rect">
            <a:avLst/>
          </a:prstGeom>
        </p:spPr>
      </p:pic>
      <p:pic>
        <p:nvPicPr>
          <p:cNvPr id="6" name="圖片 5">
            <a:extLst>
              <a:ext uri="{FF2B5EF4-FFF2-40B4-BE49-F238E27FC236}">
                <a16:creationId xmlns:a16="http://schemas.microsoft.com/office/drawing/2014/main" id="{CF6CB014-EBA9-487C-92C6-52ABADCBB6A0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t="55182"/>
          <a:stretch/>
        </p:blipFill>
        <p:spPr>
          <a:xfrm>
            <a:off x="5637569" y="2517792"/>
            <a:ext cx="6025040" cy="3252651"/>
          </a:xfrm>
          <a:prstGeom prst="rect">
            <a:avLst/>
          </a:prstGeom>
        </p:spPr>
      </p:pic>
      <p:pic>
        <p:nvPicPr>
          <p:cNvPr id="7" name="圖片 6">
            <a:extLst>
              <a:ext uri="{FF2B5EF4-FFF2-40B4-BE49-F238E27FC236}">
                <a16:creationId xmlns:a16="http://schemas.microsoft.com/office/drawing/2014/main" id="{5969664E-2D07-4A14-9954-A489D301E58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5473" y="3089348"/>
            <a:ext cx="10957877" cy="21095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11433078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Char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" presetID="10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1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0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4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" name="圖片 11">
            <a:extLst>
              <a:ext uri="{FF2B5EF4-FFF2-40B4-BE49-F238E27FC236}">
                <a16:creationId xmlns:a16="http://schemas.microsoft.com/office/drawing/2014/main" id="{362E2640-873C-4770-8F6D-B7358ED8CA1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42844" y="3419445"/>
            <a:ext cx="6359345" cy="1432739"/>
          </a:xfrm>
          <a:prstGeom prst="rect">
            <a:avLst/>
          </a:prstGeom>
        </p:spPr>
      </p:pic>
      <p:sp>
        <p:nvSpPr>
          <p:cNvPr id="2" name="標題 1">
            <a:extLst>
              <a:ext uri="{FF2B5EF4-FFF2-40B4-BE49-F238E27FC236}">
                <a16:creationId xmlns:a16="http://schemas.microsoft.com/office/drawing/2014/main" id="{BBAF934C-D35A-4F26-8DFD-D4C7805BD4E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41413" y="609600"/>
            <a:ext cx="10360776" cy="1905000"/>
          </a:xfrm>
        </p:spPr>
        <p:txBody>
          <a:bodyPr/>
          <a:lstStyle/>
          <a:p>
            <a:r>
              <a:rPr lang="zh-TW" altLang="en-US" cap="none" dirty="0">
                <a:latin typeface="STHeiti TC" panose="02000000000000000000" pitchFamily="2" charset="-120"/>
                <a:ea typeface="STHeiti TC" panose="02000000000000000000" pitchFamily="2" charset="-120"/>
              </a:rPr>
              <a:t>函式</a:t>
            </a:r>
            <a:r>
              <a:rPr lang="en-US" altLang="zh-TW" cap="none" dirty="0">
                <a:latin typeface="Consolas" panose="020B0609020204030204" pitchFamily="49" charset="0"/>
              </a:rPr>
              <a:t> – </a:t>
            </a:r>
            <a:r>
              <a:rPr lang="zh-TW" altLang="en-US" cap="none" dirty="0">
                <a:latin typeface="STHeiti TC" panose="02000000000000000000" pitchFamily="2" charset="-120"/>
                <a:ea typeface="STHeiti TC" panose="02000000000000000000" pitchFamily="2" charset="-120"/>
              </a:rPr>
              <a:t>宣告順序問題的解法</a:t>
            </a:r>
          </a:p>
        </p:txBody>
      </p:sp>
      <p:pic>
        <p:nvPicPr>
          <p:cNvPr id="8" name="圖片 7">
            <a:extLst>
              <a:ext uri="{FF2B5EF4-FFF2-40B4-BE49-F238E27FC236}">
                <a16:creationId xmlns:a16="http://schemas.microsoft.com/office/drawing/2014/main" id="{85A0E612-F1CD-4B2D-AED1-6B61CC959FD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41413" y="2102643"/>
            <a:ext cx="3039811" cy="4343400"/>
          </a:xfrm>
          <a:prstGeom prst="rect">
            <a:avLst/>
          </a:prstGeom>
        </p:spPr>
      </p:pic>
      <p:pic>
        <p:nvPicPr>
          <p:cNvPr id="10" name="圖片 9">
            <a:extLst>
              <a:ext uri="{FF2B5EF4-FFF2-40B4-BE49-F238E27FC236}">
                <a16:creationId xmlns:a16="http://schemas.microsoft.com/office/drawing/2014/main" id="{57BB33D1-AD1A-4B16-9385-9265A44292D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374673" y="3627081"/>
            <a:ext cx="5672738" cy="1017469"/>
          </a:xfrm>
          <a:prstGeom prst="rect">
            <a:avLst/>
          </a:prstGeom>
        </p:spPr>
      </p:pic>
      <p:sp>
        <p:nvSpPr>
          <p:cNvPr id="3" name="矩形 2">
            <a:extLst>
              <a:ext uri="{FF2B5EF4-FFF2-40B4-BE49-F238E27FC236}">
                <a16:creationId xmlns:a16="http://schemas.microsoft.com/office/drawing/2014/main" id="{E506CA9E-57A3-43BF-B903-B7FE42AC8760}"/>
              </a:ext>
            </a:extLst>
          </p:cNvPr>
          <p:cNvSpPr/>
          <p:nvPr/>
        </p:nvSpPr>
        <p:spPr>
          <a:xfrm>
            <a:off x="1491916" y="2454442"/>
            <a:ext cx="2366210" cy="585537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4" name="箭號: 向右 3">
            <a:extLst>
              <a:ext uri="{FF2B5EF4-FFF2-40B4-BE49-F238E27FC236}">
                <a16:creationId xmlns:a16="http://schemas.microsoft.com/office/drawing/2014/main" id="{441B879C-1820-492B-8388-D57907EFF3AA}"/>
              </a:ext>
            </a:extLst>
          </p:cNvPr>
          <p:cNvSpPr/>
          <p:nvPr/>
        </p:nvSpPr>
        <p:spPr>
          <a:xfrm>
            <a:off x="4074694" y="2705100"/>
            <a:ext cx="1652337" cy="144379"/>
          </a:xfrm>
          <a:prstGeom prst="rightArrow">
            <a:avLst/>
          </a:prstGeom>
          <a:solidFill>
            <a:srgbClr val="FF0000"/>
          </a:solidFill>
          <a:ln>
            <a:solidFill>
              <a:srgbClr val="C0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5" name="文字方塊 4">
            <a:extLst>
              <a:ext uri="{FF2B5EF4-FFF2-40B4-BE49-F238E27FC236}">
                <a16:creationId xmlns:a16="http://schemas.microsoft.com/office/drawing/2014/main" id="{F069CFF5-26E1-4339-9A12-1AF150D42789}"/>
              </a:ext>
            </a:extLst>
          </p:cNvPr>
          <p:cNvSpPr txBox="1"/>
          <p:nvPr/>
        </p:nvSpPr>
        <p:spPr>
          <a:xfrm>
            <a:off x="5916577" y="2592623"/>
            <a:ext cx="341471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TW" altLang="en-US" sz="2800" dirty="0">
                <a:latin typeface="STHeiti TC" panose="02000000000000000000" pitchFamily="2" charset="-120"/>
                <a:ea typeface="STHeiti TC" panose="02000000000000000000" pitchFamily="2" charset="-120"/>
              </a:rPr>
              <a:t>先在 </a:t>
            </a:r>
            <a:r>
              <a:rPr lang="en-US" altLang="zh-TW" sz="2800" dirty="0">
                <a:latin typeface="Consolas" panose="020B0609020204030204" pitchFamily="49" charset="0"/>
              </a:rPr>
              <a:t>main</a:t>
            </a:r>
            <a:r>
              <a:rPr lang="zh-TW" altLang="en-US" sz="2800" dirty="0">
                <a:latin typeface="Consolas" panose="020B0609020204030204" pitchFamily="49" charset="0"/>
              </a:rPr>
              <a:t> </a:t>
            </a:r>
            <a:r>
              <a:rPr lang="zh-TW" altLang="en-US" sz="2800" dirty="0">
                <a:latin typeface="STHeiti TC" panose="02000000000000000000" pitchFamily="2" charset="-120"/>
                <a:ea typeface="STHeiti TC" panose="02000000000000000000" pitchFamily="2" charset="-120"/>
              </a:rPr>
              <a:t>上面宣告</a:t>
            </a:r>
          </a:p>
        </p:txBody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5D39FE66-D76B-47C1-8DC3-E204D86D2D54}"/>
              </a:ext>
            </a:extLst>
          </p:cNvPr>
          <p:cNvSpPr/>
          <p:nvPr/>
        </p:nvSpPr>
        <p:spPr>
          <a:xfrm>
            <a:off x="1491916" y="4251502"/>
            <a:ext cx="2518610" cy="2194541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9" name="箭號: 向右 8">
            <a:extLst>
              <a:ext uri="{FF2B5EF4-FFF2-40B4-BE49-F238E27FC236}">
                <a16:creationId xmlns:a16="http://schemas.microsoft.com/office/drawing/2014/main" id="{D46FB1C3-180A-4537-BF4F-63B1AD71B5B9}"/>
              </a:ext>
            </a:extLst>
          </p:cNvPr>
          <p:cNvSpPr/>
          <p:nvPr/>
        </p:nvSpPr>
        <p:spPr>
          <a:xfrm>
            <a:off x="4074694" y="5422153"/>
            <a:ext cx="1652337" cy="144379"/>
          </a:xfrm>
          <a:prstGeom prst="rightArrow">
            <a:avLst/>
          </a:prstGeom>
          <a:solidFill>
            <a:srgbClr val="FF0000"/>
          </a:solidFill>
          <a:ln>
            <a:solidFill>
              <a:srgbClr val="C0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11" name="文字方塊 10">
            <a:extLst>
              <a:ext uri="{FF2B5EF4-FFF2-40B4-BE49-F238E27FC236}">
                <a16:creationId xmlns:a16="http://schemas.microsoft.com/office/drawing/2014/main" id="{6346C7ED-651E-44C8-9862-58FA8340B97A}"/>
              </a:ext>
            </a:extLst>
          </p:cNvPr>
          <p:cNvSpPr txBox="1"/>
          <p:nvPr/>
        </p:nvSpPr>
        <p:spPr>
          <a:xfrm>
            <a:off x="5916577" y="5309676"/>
            <a:ext cx="3775393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TW" altLang="en-US" sz="2800" dirty="0">
                <a:latin typeface="STHeiti TC" panose="02000000000000000000" pitchFamily="2" charset="-120"/>
                <a:ea typeface="STHeiti TC" panose="02000000000000000000" pitchFamily="2" charset="-120"/>
              </a:rPr>
              <a:t>在下面實作函式的功能</a:t>
            </a:r>
          </a:p>
        </p:txBody>
      </p:sp>
    </p:spTree>
    <p:extLst>
      <p:ext uri="{BB962C8B-B14F-4D97-AF65-F5344CB8AC3E}">
        <p14:creationId xmlns:p14="http://schemas.microsoft.com/office/powerpoint/2010/main" val="2751198659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Char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6" presetClass="entr" presetSubtype="2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7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1000"/>
                            </p:stCondLst>
                            <p:childTnLst>
                              <p:par>
                                <p:cTn id="1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5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6" presetClass="entr" presetSubtype="2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23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5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500"/>
                            </p:stCondLst>
                            <p:childTnLst>
                              <p:par>
                                <p:cTn id="2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0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1" fill="hold">
                            <p:stCondLst>
                              <p:cond delay="1000"/>
                            </p:stCondLst>
                            <p:childTnLst>
                              <p:par>
                                <p:cTn id="32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4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39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0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41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  <p:bldP spid="4" grpId="0" animBg="1"/>
      <p:bldP spid="5" grpId="0"/>
      <p:bldP spid="6" grpId="0" animBg="1"/>
      <p:bldP spid="9" grpId="0" animBg="1"/>
      <p:bldP spid="11" grpId="0"/>
    </p:bldLst>
  </p:timing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2547C986-049C-41FC-A0D1-5E7895C02A18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zh-TW" altLang="en-US" dirty="0">
                <a:latin typeface="STHeiti TC" panose="02000000000000000000" pitchFamily="2" charset="-120"/>
                <a:ea typeface="STHeiti TC" panose="02000000000000000000" pitchFamily="2" charset="-120"/>
              </a:rPr>
              <a:t>遞迴</a:t>
            </a:r>
          </a:p>
        </p:txBody>
      </p:sp>
      <p:sp>
        <p:nvSpPr>
          <p:cNvPr id="3" name="副標題 2">
            <a:extLst>
              <a:ext uri="{FF2B5EF4-FFF2-40B4-BE49-F238E27FC236}">
                <a16:creationId xmlns:a16="http://schemas.microsoft.com/office/drawing/2014/main" id="{B2631129-228D-401D-83D2-17746602C315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zh-TW" altLang="en-US" cap="none" dirty="0">
                <a:latin typeface="STHeiti TC" panose="02000000000000000000" pitchFamily="2" charset="-120"/>
                <a:ea typeface="STHeiti TC" panose="02000000000000000000" pitchFamily="2" charset="-120"/>
              </a:rPr>
              <a:t>函式自己呼叫自己</a:t>
            </a:r>
          </a:p>
        </p:txBody>
      </p:sp>
    </p:spTree>
    <p:extLst>
      <p:ext uri="{BB962C8B-B14F-4D97-AF65-F5344CB8AC3E}">
        <p14:creationId xmlns:p14="http://schemas.microsoft.com/office/powerpoint/2010/main" val="3255012270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Char"/>
      </p:transition>
    </mc:Choice>
    <mc:Fallback xmlns="">
      <p:transition spd="slow">
        <p:fade/>
      </p:transition>
    </mc:Fallback>
  </mc:AlternateContent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A2F40727-A2E0-4DFE-BAAE-1DB58A85599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 cap="none" dirty="0">
                <a:latin typeface="STHeiti TC" panose="02000000000000000000" pitchFamily="2" charset="-120"/>
                <a:ea typeface="STHeiti TC" panose="02000000000000000000" pitchFamily="2" charset="-120"/>
              </a:rPr>
              <a:t>遞迴</a:t>
            </a:r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1A6E9D2E-8F06-488F-A6E5-FB21C03C7AC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41413" y="2491215"/>
            <a:ext cx="9905998" cy="762000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zh-TW" altLang="en-US" sz="2800" cap="none" dirty="0">
                <a:latin typeface="STHeiti TC" panose="02000000000000000000" pitchFamily="2" charset="-120"/>
                <a:ea typeface="STHeiti TC" panose="02000000000000000000" pitchFamily="2" charset="-120"/>
              </a:rPr>
              <a:t>函式一直重複呼叫自己</a:t>
            </a:r>
          </a:p>
        </p:txBody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75E1A584-AD4E-4217-96B1-46B976CE84A4}"/>
              </a:ext>
            </a:extLst>
          </p:cNvPr>
          <p:cNvSpPr/>
          <p:nvPr/>
        </p:nvSpPr>
        <p:spPr>
          <a:xfrm>
            <a:off x="2369210" y="3583239"/>
            <a:ext cx="1580147" cy="842210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TW" dirty="0" err="1">
                <a:latin typeface="Consolas" panose="020B0609020204030204" pitchFamily="49" charset="0"/>
                <a:ea typeface="NSimSun" panose="02010609030101010101" pitchFamily="49" charset="-122"/>
              </a:rPr>
              <a:t>func_f</a:t>
            </a:r>
            <a:endParaRPr lang="zh-TW" altLang="en-US" dirty="0">
              <a:latin typeface="Consolas" panose="020B0609020204030204" pitchFamily="49" charset="0"/>
              <a:ea typeface="NSimSun" panose="02010609030101010101" pitchFamily="49" charset="-122"/>
            </a:endParaRPr>
          </a:p>
        </p:txBody>
      </p:sp>
      <p:grpSp>
        <p:nvGrpSpPr>
          <p:cNvPr id="18" name="群組 17">
            <a:extLst>
              <a:ext uri="{FF2B5EF4-FFF2-40B4-BE49-F238E27FC236}">
                <a16:creationId xmlns:a16="http://schemas.microsoft.com/office/drawing/2014/main" id="{45A6D485-CD50-4A9C-A47E-BA670376CD0C}"/>
              </a:ext>
            </a:extLst>
          </p:cNvPr>
          <p:cNvGrpSpPr/>
          <p:nvPr/>
        </p:nvGrpSpPr>
        <p:grpSpPr>
          <a:xfrm>
            <a:off x="3949357" y="3416774"/>
            <a:ext cx="1836821" cy="1757432"/>
            <a:chOff x="3949357" y="3416774"/>
            <a:chExt cx="1836821" cy="1757432"/>
          </a:xfrm>
        </p:grpSpPr>
        <p:sp>
          <p:nvSpPr>
            <p:cNvPr id="5" name="矩形 4">
              <a:extLst>
                <a:ext uri="{FF2B5EF4-FFF2-40B4-BE49-F238E27FC236}">
                  <a16:creationId xmlns:a16="http://schemas.microsoft.com/office/drawing/2014/main" id="{848FE28D-8B9C-473F-810C-2C9E48A70F68}"/>
                </a:ext>
              </a:extLst>
            </p:cNvPr>
            <p:cNvSpPr/>
            <p:nvPr/>
          </p:nvSpPr>
          <p:spPr>
            <a:xfrm>
              <a:off x="4206031" y="4331996"/>
              <a:ext cx="1580147" cy="84221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TW" dirty="0" err="1">
                  <a:latin typeface="Consolas" panose="020B0609020204030204" pitchFamily="49" charset="0"/>
                </a:rPr>
                <a:t>func_f</a:t>
              </a:r>
              <a:endParaRPr lang="zh-TW" altLang="en-US" dirty="0">
                <a:latin typeface="Consolas" panose="020B0609020204030204" pitchFamily="49" charset="0"/>
              </a:endParaRPr>
            </a:p>
          </p:txBody>
        </p:sp>
        <p:sp>
          <p:nvSpPr>
            <p:cNvPr id="7" name="箭號: 向右 6">
              <a:extLst>
                <a:ext uri="{FF2B5EF4-FFF2-40B4-BE49-F238E27FC236}">
                  <a16:creationId xmlns:a16="http://schemas.microsoft.com/office/drawing/2014/main" id="{A7150539-314E-4D80-A3CB-B9D9D4E6114A}"/>
                </a:ext>
              </a:extLst>
            </p:cNvPr>
            <p:cNvSpPr/>
            <p:nvPr/>
          </p:nvSpPr>
          <p:spPr>
            <a:xfrm rot="2563376">
              <a:off x="3949357" y="3807828"/>
              <a:ext cx="778042" cy="372979"/>
            </a:xfrm>
            <a:prstGeom prst="rightArrow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12" name="文字方塊 11">
              <a:extLst>
                <a:ext uri="{FF2B5EF4-FFF2-40B4-BE49-F238E27FC236}">
                  <a16:creationId xmlns:a16="http://schemas.microsoft.com/office/drawing/2014/main" id="{05A72444-7CF2-4523-9A69-38DA227511D8}"/>
                </a:ext>
              </a:extLst>
            </p:cNvPr>
            <p:cNvSpPr txBox="1"/>
            <p:nvPr/>
          </p:nvSpPr>
          <p:spPr>
            <a:xfrm>
              <a:off x="4461467" y="3416774"/>
              <a:ext cx="902811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zh-TW" altLang="en-US" sz="2800" dirty="0">
                  <a:latin typeface="STHeiti TC" panose="02000000000000000000" pitchFamily="2" charset="-120"/>
                  <a:ea typeface="STHeiti TC" panose="02000000000000000000" pitchFamily="2" charset="-120"/>
                </a:rPr>
                <a:t>呼叫</a:t>
              </a:r>
            </a:p>
          </p:txBody>
        </p:sp>
      </p:grpSp>
      <p:grpSp>
        <p:nvGrpSpPr>
          <p:cNvPr id="22" name="群組 21">
            <a:extLst>
              <a:ext uri="{FF2B5EF4-FFF2-40B4-BE49-F238E27FC236}">
                <a16:creationId xmlns:a16="http://schemas.microsoft.com/office/drawing/2014/main" id="{FC8C7657-4A91-49BD-B657-861578675080}"/>
              </a:ext>
            </a:extLst>
          </p:cNvPr>
          <p:cNvGrpSpPr/>
          <p:nvPr/>
        </p:nvGrpSpPr>
        <p:grpSpPr>
          <a:xfrm>
            <a:off x="5776919" y="4133644"/>
            <a:ext cx="1846080" cy="1759657"/>
            <a:chOff x="5776919" y="4133644"/>
            <a:chExt cx="1846080" cy="1759657"/>
          </a:xfrm>
        </p:grpSpPr>
        <p:sp>
          <p:nvSpPr>
            <p:cNvPr id="6" name="矩形 5">
              <a:extLst>
                <a:ext uri="{FF2B5EF4-FFF2-40B4-BE49-F238E27FC236}">
                  <a16:creationId xmlns:a16="http://schemas.microsoft.com/office/drawing/2014/main" id="{9BCD5172-DCF5-4505-9E3E-144EEC192B28}"/>
                </a:ext>
              </a:extLst>
            </p:cNvPr>
            <p:cNvSpPr/>
            <p:nvPr/>
          </p:nvSpPr>
          <p:spPr>
            <a:xfrm>
              <a:off x="6042852" y="5051091"/>
              <a:ext cx="1580147" cy="84221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TW" dirty="0" err="1">
                  <a:latin typeface="Consolas" panose="020B0609020204030204" pitchFamily="49" charset="0"/>
                </a:rPr>
                <a:t>func_f</a:t>
              </a:r>
              <a:endParaRPr lang="zh-TW" altLang="en-US" dirty="0">
                <a:latin typeface="Consolas" panose="020B0609020204030204" pitchFamily="49" charset="0"/>
              </a:endParaRPr>
            </a:p>
          </p:txBody>
        </p:sp>
        <p:sp>
          <p:nvSpPr>
            <p:cNvPr id="8" name="箭號: 向右 7">
              <a:extLst>
                <a:ext uri="{FF2B5EF4-FFF2-40B4-BE49-F238E27FC236}">
                  <a16:creationId xmlns:a16="http://schemas.microsoft.com/office/drawing/2014/main" id="{069AB269-5848-47C1-9733-FFFA8BAC5AAE}"/>
                </a:ext>
              </a:extLst>
            </p:cNvPr>
            <p:cNvSpPr/>
            <p:nvPr/>
          </p:nvSpPr>
          <p:spPr>
            <a:xfrm rot="2563376">
              <a:off x="5776919" y="4534619"/>
              <a:ext cx="778042" cy="372979"/>
            </a:xfrm>
            <a:prstGeom prst="rightArrow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13" name="文字方塊 12">
              <a:extLst>
                <a:ext uri="{FF2B5EF4-FFF2-40B4-BE49-F238E27FC236}">
                  <a16:creationId xmlns:a16="http://schemas.microsoft.com/office/drawing/2014/main" id="{4C736AAA-7CF8-4713-9137-98A7CC1F157F}"/>
                </a:ext>
              </a:extLst>
            </p:cNvPr>
            <p:cNvSpPr txBox="1"/>
            <p:nvPr/>
          </p:nvSpPr>
          <p:spPr>
            <a:xfrm>
              <a:off x="6307546" y="4133644"/>
              <a:ext cx="902811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zh-TW" altLang="en-US" sz="2800" dirty="0">
                  <a:latin typeface="STHeiti TC" panose="02000000000000000000" pitchFamily="2" charset="-120"/>
                  <a:ea typeface="STHeiti TC" panose="02000000000000000000" pitchFamily="2" charset="-120"/>
                </a:rPr>
                <a:t>呼叫</a:t>
              </a:r>
            </a:p>
          </p:txBody>
        </p:sp>
      </p:grpSp>
      <p:grpSp>
        <p:nvGrpSpPr>
          <p:cNvPr id="25" name="群組 24">
            <a:extLst>
              <a:ext uri="{FF2B5EF4-FFF2-40B4-BE49-F238E27FC236}">
                <a16:creationId xmlns:a16="http://schemas.microsoft.com/office/drawing/2014/main" id="{86D6B6FB-314C-4AD7-A01E-3BD091191BF0}"/>
              </a:ext>
            </a:extLst>
          </p:cNvPr>
          <p:cNvGrpSpPr/>
          <p:nvPr/>
        </p:nvGrpSpPr>
        <p:grpSpPr>
          <a:xfrm>
            <a:off x="2813370" y="4587242"/>
            <a:ext cx="1402283" cy="688691"/>
            <a:chOff x="2813370" y="4587242"/>
            <a:chExt cx="1402283" cy="688691"/>
          </a:xfrm>
        </p:grpSpPr>
        <p:sp>
          <p:nvSpPr>
            <p:cNvPr id="11" name="箭號: 向右 10">
              <a:extLst>
                <a:ext uri="{FF2B5EF4-FFF2-40B4-BE49-F238E27FC236}">
                  <a16:creationId xmlns:a16="http://schemas.microsoft.com/office/drawing/2014/main" id="{953A6FCA-6030-4D2A-A774-B28BE1F544B8}"/>
                </a:ext>
              </a:extLst>
            </p:cNvPr>
            <p:cNvSpPr/>
            <p:nvPr/>
          </p:nvSpPr>
          <p:spPr>
            <a:xfrm rot="13353447">
              <a:off x="3437611" y="4587242"/>
              <a:ext cx="778042" cy="372979"/>
            </a:xfrm>
            <a:prstGeom prst="rightArrow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14" name="文字方塊 13">
              <a:extLst>
                <a:ext uri="{FF2B5EF4-FFF2-40B4-BE49-F238E27FC236}">
                  <a16:creationId xmlns:a16="http://schemas.microsoft.com/office/drawing/2014/main" id="{B4B64A92-2B2C-4F2F-92DA-9D3759462535}"/>
                </a:ext>
              </a:extLst>
            </p:cNvPr>
            <p:cNvSpPr txBox="1"/>
            <p:nvPr/>
          </p:nvSpPr>
          <p:spPr>
            <a:xfrm>
              <a:off x="2813370" y="4752713"/>
              <a:ext cx="902811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zh-TW" altLang="en-US" sz="2800" dirty="0">
                  <a:latin typeface="STHeiti TC" panose="02000000000000000000" pitchFamily="2" charset="-120"/>
                  <a:ea typeface="STHeiti TC" panose="02000000000000000000" pitchFamily="2" charset="-120"/>
                </a:rPr>
                <a:t>回傳</a:t>
              </a:r>
            </a:p>
          </p:txBody>
        </p:sp>
      </p:grpSp>
      <p:grpSp>
        <p:nvGrpSpPr>
          <p:cNvPr id="24" name="群組 23">
            <a:extLst>
              <a:ext uri="{FF2B5EF4-FFF2-40B4-BE49-F238E27FC236}">
                <a16:creationId xmlns:a16="http://schemas.microsoft.com/office/drawing/2014/main" id="{31C9A967-3E37-4885-81C6-7833D550D5C1}"/>
              </a:ext>
            </a:extLst>
          </p:cNvPr>
          <p:cNvGrpSpPr/>
          <p:nvPr/>
        </p:nvGrpSpPr>
        <p:grpSpPr>
          <a:xfrm>
            <a:off x="4734114" y="5318161"/>
            <a:ext cx="1285078" cy="684438"/>
            <a:chOff x="4734114" y="5318161"/>
            <a:chExt cx="1285078" cy="684438"/>
          </a:xfrm>
        </p:grpSpPr>
        <p:sp>
          <p:nvSpPr>
            <p:cNvPr id="9" name="箭號: 向右 8">
              <a:extLst>
                <a:ext uri="{FF2B5EF4-FFF2-40B4-BE49-F238E27FC236}">
                  <a16:creationId xmlns:a16="http://schemas.microsoft.com/office/drawing/2014/main" id="{8EF4FF62-FC10-43CD-9FF3-C4C796F2BD84}"/>
                </a:ext>
              </a:extLst>
            </p:cNvPr>
            <p:cNvSpPr/>
            <p:nvPr/>
          </p:nvSpPr>
          <p:spPr>
            <a:xfrm rot="13353447">
              <a:off x="5241150" y="5318161"/>
              <a:ext cx="778042" cy="372979"/>
            </a:xfrm>
            <a:prstGeom prst="rightArrow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15" name="文字方塊 14">
              <a:extLst>
                <a:ext uri="{FF2B5EF4-FFF2-40B4-BE49-F238E27FC236}">
                  <a16:creationId xmlns:a16="http://schemas.microsoft.com/office/drawing/2014/main" id="{D562A568-2A06-4D3D-B404-1F818C65E59B}"/>
                </a:ext>
              </a:extLst>
            </p:cNvPr>
            <p:cNvSpPr txBox="1"/>
            <p:nvPr/>
          </p:nvSpPr>
          <p:spPr>
            <a:xfrm>
              <a:off x="4734114" y="5479379"/>
              <a:ext cx="902811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zh-TW" altLang="en-US" sz="2800" dirty="0">
                  <a:latin typeface="STHeiti TC" panose="02000000000000000000" pitchFamily="2" charset="-120"/>
                  <a:ea typeface="STHeiti TC" panose="02000000000000000000" pitchFamily="2" charset="-120"/>
                </a:rPr>
                <a:t>回傳</a:t>
              </a:r>
            </a:p>
          </p:txBody>
        </p:sp>
      </p:grpSp>
      <p:grpSp>
        <p:nvGrpSpPr>
          <p:cNvPr id="23" name="群組 22">
            <a:extLst>
              <a:ext uri="{FF2B5EF4-FFF2-40B4-BE49-F238E27FC236}">
                <a16:creationId xmlns:a16="http://schemas.microsoft.com/office/drawing/2014/main" id="{81B9765D-4D99-45FC-A2F6-01CA616517CB}"/>
              </a:ext>
            </a:extLst>
          </p:cNvPr>
          <p:cNvGrpSpPr/>
          <p:nvPr/>
        </p:nvGrpSpPr>
        <p:grpSpPr>
          <a:xfrm>
            <a:off x="7668558" y="5479616"/>
            <a:ext cx="2309209" cy="768784"/>
            <a:chOff x="7668558" y="5479616"/>
            <a:chExt cx="2309209" cy="768784"/>
          </a:xfrm>
        </p:grpSpPr>
        <p:sp>
          <p:nvSpPr>
            <p:cNvPr id="16" name="箭號: 向右 15">
              <a:extLst>
                <a:ext uri="{FF2B5EF4-FFF2-40B4-BE49-F238E27FC236}">
                  <a16:creationId xmlns:a16="http://schemas.microsoft.com/office/drawing/2014/main" id="{93F0582A-72C3-43E5-9BB8-A53AAE355755}"/>
                </a:ext>
              </a:extLst>
            </p:cNvPr>
            <p:cNvSpPr/>
            <p:nvPr/>
          </p:nvSpPr>
          <p:spPr>
            <a:xfrm rot="2563376">
              <a:off x="7668558" y="5684204"/>
              <a:ext cx="778042" cy="372979"/>
            </a:xfrm>
            <a:prstGeom prst="rightArrow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17" name="文字方塊 16">
              <a:extLst>
                <a:ext uri="{FF2B5EF4-FFF2-40B4-BE49-F238E27FC236}">
                  <a16:creationId xmlns:a16="http://schemas.microsoft.com/office/drawing/2014/main" id="{7A77FBA3-15CD-4469-A389-92D7BEF66CB1}"/>
                </a:ext>
              </a:extLst>
            </p:cNvPr>
            <p:cNvSpPr txBox="1"/>
            <p:nvPr/>
          </p:nvSpPr>
          <p:spPr>
            <a:xfrm>
              <a:off x="8356810" y="5479616"/>
              <a:ext cx="1620957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zh-TW" altLang="en-US" sz="2800" dirty="0">
                  <a:latin typeface="STHeiti TC" panose="02000000000000000000" pitchFamily="2" charset="-120"/>
                  <a:ea typeface="STHeiti TC" panose="02000000000000000000" pitchFamily="2" charset="-120"/>
                </a:rPr>
                <a:t>停止條件</a:t>
              </a:r>
            </a:p>
          </p:txBody>
        </p:sp>
        <p:grpSp>
          <p:nvGrpSpPr>
            <p:cNvPr id="21" name="群組 20">
              <a:extLst>
                <a:ext uri="{FF2B5EF4-FFF2-40B4-BE49-F238E27FC236}">
                  <a16:creationId xmlns:a16="http://schemas.microsoft.com/office/drawing/2014/main" id="{385602CB-4A95-46D8-AEE4-E0F60069BF63}"/>
                </a:ext>
              </a:extLst>
            </p:cNvPr>
            <p:cNvGrpSpPr>
              <a:grpSpLocks noChangeAspect="1"/>
            </p:cNvGrpSpPr>
            <p:nvPr/>
          </p:nvGrpSpPr>
          <p:grpSpPr>
            <a:xfrm rot="396823">
              <a:off x="7746093" y="5561849"/>
              <a:ext cx="686551" cy="686551"/>
              <a:chOff x="8071632" y="3785937"/>
              <a:chExt cx="963618" cy="963618"/>
            </a:xfrm>
          </p:grpSpPr>
          <p:sp>
            <p:nvSpPr>
              <p:cNvPr id="19" name="矩形 18">
                <a:extLst>
                  <a:ext uri="{FF2B5EF4-FFF2-40B4-BE49-F238E27FC236}">
                    <a16:creationId xmlns:a16="http://schemas.microsoft.com/office/drawing/2014/main" id="{7E7495BB-40BA-4AD3-88A1-4FC50BA48135}"/>
                  </a:ext>
                </a:extLst>
              </p:cNvPr>
              <p:cNvSpPr/>
              <p:nvPr/>
            </p:nvSpPr>
            <p:spPr>
              <a:xfrm rot="2235485">
                <a:off x="8490489" y="3785937"/>
                <a:ext cx="108079" cy="963618"/>
              </a:xfrm>
              <a:prstGeom prst="rect">
                <a:avLst/>
              </a:prstGeom>
              <a:solidFill>
                <a:srgbClr val="FF0000"/>
              </a:solidFill>
              <a:ln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/>
              </a:p>
            </p:txBody>
          </p:sp>
          <p:sp>
            <p:nvSpPr>
              <p:cNvPr id="20" name="矩形 19">
                <a:extLst>
                  <a:ext uri="{FF2B5EF4-FFF2-40B4-BE49-F238E27FC236}">
                    <a16:creationId xmlns:a16="http://schemas.microsoft.com/office/drawing/2014/main" id="{BAAA8F5F-78A1-4341-839F-D74119B9A5AD}"/>
                  </a:ext>
                </a:extLst>
              </p:cNvPr>
              <p:cNvSpPr/>
              <p:nvPr/>
            </p:nvSpPr>
            <p:spPr>
              <a:xfrm rot="18587010">
                <a:off x="8499401" y="3776927"/>
                <a:ext cx="108079" cy="963618"/>
              </a:xfrm>
              <a:prstGeom prst="rect">
                <a:avLst/>
              </a:prstGeom>
              <a:solidFill>
                <a:srgbClr val="FF0000"/>
              </a:solidFill>
              <a:ln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/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1316587971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Char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22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27" dur="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6FAD0BC9-4F9F-4E50-9D96-1477E2CD01B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 cap="none" dirty="0">
                <a:latin typeface="STHeiti TC" panose="02000000000000000000" pitchFamily="2" charset="-120"/>
                <a:ea typeface="STHeiti TC" panose="02000000000000000000" pitchFamily="2" charset="-120"/>
              </a:rPr>
              <a:t>遞迴</a:t>
            </a:r>
            <a:r>
              <a:rPr lang="en-US" altLang="zh-TW" cap="none" dirty="0">
                <a:latin typeface="Consolas" panose="020B0609020204030204" pitchFamily="49" charset="0"/>
              </a:rPr>
              <a:t> – </a:t>
            </a:r>
            <a:r>
              <a:rPr lang="zh-TW" altLang="en-US" cap="none" dirty="0">
                <a:latin typeface="STHeiti TC" panose="02000000000000000000" pitchFamily="2" charset="-120"/>
                <a:ea typeface="STHeiti TC" panose="02000000000000000000" pitchFamily="2" charset="-120"/>
              </a:rPr>
              <a:t>範例：階乘</a:t>
            </a:r>
            <a:endParaRPr lang="zh-TW" altLang="en-US" dirty="0">
              <a:latin typeface="STHeiti TC" panose="02000000000000000000" pitchFamily="2" charset="-120"/>
              <a:ea typeface="STHeiti TC" panose="02000000000000000000" pitchFamily="2" charset="-120"/>
            </a:endParaRPr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D45443B8-DF88-4C4F-B7F4-888A9E0775C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69223" y="2133599"/>
            <a:ext cx="9905998" cy="1295401"/>
          </a:xfrm>
        </p:spPr>
        <p:txBody>
          <a:bodyPr/>
          <a:lstStyle/>
          <a:p>
            <a:pPr marL="0" indent="0">
              <a:buNone/>
            </a:pPr>
            <a:r>
              <a:rPr lang="zh-TW" altLang="en-US" cap="none" dirty="0">
                <a:latin typeface="STHeiti TC" panose="02000000000000000000" pitchFamily="2" charset="-120"/>
                <a:ea typeface="STHeiti TC" panose="02000000000000000000" pitchFamily="2" charset="-120"/>
              </a:rPr>
              <a:t>已知</a:t>
            </a:r>
            <a:r>
              <a:rPr lang="zh-TW" altLang="en-US" cap="none" dirty="0">
                <a:latin typeface="Consolas" panose="020B0609020204030204" pitchFamily="49" charset="0"/>
              </a:rPr>
              <a:t> </a:t>
            </a:r>
            <a:r>
              <a:rPr lang="en-US" altLang="zh-TW" cap="none" dirty="0">
                <a:solidFill>
                  <a:srgbClr val="FFFF00"/>
                </a:solidFill>
                <a:latin typeface="Consolas" panose="020B0609020204030204" pitchFamily="49" charset="0"/>
              </a:rPr>
              <a:t>n! = n(n – 1)(n – 2) *... * 2 * 1</a:t>
            </a:r>
            <a:r>
              <a:rPr lang="en-US" altLang="zh-TW" cap="none" dirty="0">
                <a:latin typeface="Consolas" panose="020B0609020204030204" pitchFamily="49" charset="0"/>
              </a:rPr>
              <a:t>.</a:t>
            </a:r>
          </a:p>
          <a:p>
            <a:pPr marL="0" indent="0">
              <a:buNone/>
            </a:pPr>
            <a:r>
              <a:rPr lang="zh-TW" altLang="en-US" cap="none" dirty="0">
                <a:latin typeface="STHeiti TC" panose="02000000000000000000" pitchFamily="2" charset="-120"/>
                <a:ea typeface="STHeiti TC" panose="02000000000000000000" pitchFamily="2" charset="-120"/>
              </a:rPr>
              <a:t>用遞迴的方式算出</a:t>
            </a:r>
            <a:r>
              <a:rPr lang="zh-TW" altLang="en-US" cap="none" dirty="0">
                <a:latin typeface="Consolas" panose="020B0609020204030204" pitchFamily="49" charset="0"/>
                <a:ea typeface="STHeiti TC" panose="02000000000000000000" pitchFamily="2" charset="-120"/>
              </a:rPr>
              <a:t> </a:t>
            </a:r>
            <a:r>
              <a:rPr lang="en-US" altLang="zh-TW" cap="none" dirty="0">
                <a:latin typeface="Consolas" panose="020B0609020204030204" pitchFamily="49" charset="0"/>
              </a:rPr>
              <a:t>n! </a:t>
            </a:r>
            <a:r>
              <a:rPr lang="zh-TW" altLang="en-US" cap="none" dirty="0">
                <a:latin typeface="STHeiti TC" panose="02000000000000000000" pitchFamily="2" charset="-120"/>
                <a:ea typeface="STHeiti TC" panose="02000000000000000000" pitchFamily="2" charset="-120"/>
              </a:rPr>
              <a:t>是多少</a:t>
            </a:r>
          </a:p>
        </p:txBody>
      </p:sp>
      <p:pic>
        <p:nvPicPr>
          <p:cNvPr id="5" name="圖片 4">
            <a:extLst>
              <a:ext uri="{FF2B5EF4-FFF2-40B4-BE49-F238E27FC236}">
                <a16:creationId xmlns:a16="http://schemas.microsoft.com/office/drawing/2014/main" id="{1A4137B8-10FE-4DBE-8FA8-EFA4CDEFB6B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9223" y="3735583"/>
            <a:ext cx="7401089" cy="2538812"/>
          </a:xfrm>
          <a:prstGeom prst="rect">
            <a:avLst/>
          </a:prstGeom>
        </p:spPr>
      </p:pic>
      <p:sp>
        <p:nvSpPr>
          <p:cNvPr id="6" name="矩形 5">
            <a:extLst>
              <a:ext uri="{FF2B5EF4-FFF2-40B4-BE49-F238E27FC236}">
                <a16:creationId xmlns:a16="http://schemas.microsoft.com/office/drawing/2014/main" id="{BF138E36-8C37-43D9-80ED-3F549501CC93}"/>
              </a:ext>
            </a:extLst>
          </p:cNvPr>
          <p:cNvSpPr/>
          <p:nvPr/>
        </p:nvSpPr>
        <p:spPr>
          <a:xfrm>
            <a:off x="3529263" y="4251158"/>
            <a:ext cx="762000" cy="288758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5056F24F-8B70-4272-B626-DB2D944151DD}"/>
              </a:ext>
            </a:extLst>
          </p:cNvPr>
          <p:cNvSpPr/>
          <p:nvPr/>
        </p:nvSpPr>
        <p:spPr>
          <a:xfrm>
            <a:off x="2021305" y="4539916"/>
            <a:ext cx="2269958" cy="224589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9F25DA11-F70D-44F7-9DF0-82A45B89479D}"/>
              </a:ext>
            </a:extLst>
          </p:cNvPr>
          <p:cNvSpPr/>
          <p:nvPr/>
        </p:nvSpPr>
        <p:spPr>
          <a:xfrm>
            <a:off x="2021305" y="4764505"/>
            <a:ext cx="3561348" cy="288758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grpSp>
        <p:nvGrpSpPr>
          <p:cNvPr id="39" name="群組 38">
            <a:extLst>
              <a:ext uri="{FF2B5EF4-FFF2-40B4-BE49-F238E27FC236}">
                <a16:creationId xmlns:a16="http://schemas.microsoft.com/office/drawing/2014/main" id="{DA6EAEA0-8601-4C0F-9570-A4D81F62660D}"/>
              </a:ext>
            </a:extLst>
          </p:cNvPr>
          <p:cNvGrpSpPr/>
          <p:nvPr/>
        </p:nvGrpSpPr>
        <p:grpSpPr>
          <a:xfrm>
            <a:off x="9683833" y="1199148"/>
            <a:ext cx="2277586" cy="1315452"/>
            <a:chOff x="9683833" y="1199148"/>
            <a:chExt cx="2277586" cy="1315452"/>
          </a:xfrm>
        </p:grpSpPr>
        <p:grpSp>
          <p:nvGrpSpPr>
            <p:cNvPr id="22" name="群組 21">
              <a:extLst>
                <a:ext uri="{FF2B5EF4-FFF2-40B4-BE49-F238E27FC236}">
                  <a16:creationId xmlns:a16="http://schemas.microsoft.com/office/drawing/2014/main" id="{98376BB3-3A5F-4252-87A2-B3B79B63A15E}"/>
                </a:ext>
              </a:extLst>
            </p:cNvPr>
            <p:cNvGrpSpPr/>
            <p:nvPr/>
          </p:nvGrpSpPr>
          <p:grpSpPr>
            <a:xfrm>
              <a:off x="9683833" y="1199148"/>
              <a:ext cx="1435768" cy="1315452"/>
              <a:chOff x="9683833" y="1199148"/>
              <a:chExt cx="1435768" cy="1315452"/>
            </a:xfrm>
          </p:grpSpPr>
          <p:sp>
            <p:nvSpPr>
              <p:cNvPr id="10" name="矩形: 圓角 9">
                <a:extLst>
                  <a:ext uri="{FF2B5EF4-FFF2-40B4-BE49-F238E27FC236}">
                    <a16:creationId xmlns:a16="http://schemas.microsoft.com/office/drawing/2014/main" id="{C1D77F33-5F7E-4D53-968A-632F130A53E7}"/>
                  </a:ext>
                </a:extLst>
              </p:cNvPr>
              <p:cNvSpPr/>
              <p:nvPr/>
            </p:nvSpPr>
            <p:spPr>
              <a:xfrm>
                <a:off x="9683833" y="1712495"/>
                <a:ext cx="1435768" cy="802105"/>
              </a:xfrm>
              <a:prstGeom prst="roundRect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zh-TW" dirty="0">
                    <a:latin typeface="Consolas" panose="020B0609020204030204" pitchFamily="49" charset="0"/>
                  </a:rPr>
                  <a:t>a = 4</a:t>
                </a:r>
                <a:endParaRPr lang="zh-TW" altLang="en-US" dirty="0">
                  <a:latin typeface="Consolas" panose="020B0609020204030204" pitchFamily="49" charset="0"/>
                </a:endParaRPr>
              </a:p>
            </p:txBody>
          </p:sp>
          <p:sp>
            <p:nvSpPr>
              <p:cNvPr id="14" name="箭號: 向下 13">
                <a:extLst>
                  <a:ext uri="{FF2B5EF4-FFF2-40B4-BE49-F238E27FC236}">
                    <a16:creationId xmlns:a16="http://schemas.microsoft.com/office/drawing/2014/main" id="{D614B855-72D5-4FF2-B578-4B12DD91B037}"/>
                  </a:ext>
                </a:extLst>
              </p:cNvPr>
              <p:cNvSpPr/>
              <p:nvPr/>
            </p:nvSpPr>
            <p:spPr>
              <a:xfrm>
                <a:off x="10643937" y="1199148"/>
                <a:ext cx="184484" cy="513346"/>
              </a:xfrm>
              <a:prstGeom prst="downArrow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/>
              </a:p>
            </p:txBody>
          </p:sp>
        </p:grpSp>
        <p:sp>
          <p:nvSpPr>
            <p:cNvPr id="26" name="文字方塊 25">
              <a:extLst>
                <a:ext uri="{FF2B5EF4-FFF2-40B4-BE49-F238E27FC236}">
                  <a16:creationId xmlns:a16="http://schemas.microsoft.com/office/drawing/2014/main" id="{D798E979-7841-4E27-BF40-77395C5098CB}"/>
                </a:ext>
              </a:extLst>
            </p:cNvPr>
            <p:cNvSpPr txBox="1"/>
            <p:nvPr/>
          </p:nvSpPr>
          <p:spPr>
            <a:xfrm>
              <a:off x="10763655" y="1274980"/>
              <a:ext cx="1197764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zh-TW" altLang="en-US" dirty="0">
                  <a:latin typeface="STHeiti TC" panose="02000000000000000000" pitchFamily="2" charset="-120"/>
                  <a:ea typeface="STHeiti TC" panose="02000000000000000000" pitchFamily="2" charset="-120"/>
                </a:rPr>
                <a:t>傳入</a:t>
              </a:r>
              <a:r>
                <a:rPr lang="en-US" altLang="zh-TW" dirty="0">
                  <a:latin typeface="Consolas" panose="020B0609020204030204" pitchFamily="49" charset="0"/>
                </a:rPr>
                <a:t> 5-1</a:t>
              </a:r>
              <a:endParaRPr lang="zh-TW" altLang="en-US" dirty="0">
                <a:latin typeface="Consolas" panose="020B0609020204030204" pitchFamily="49" charset="0"/>
              </a:endParaRPr>
            </a:p>
          </p:txBody>
        </p:sp>
      </p:grpSp>
      <p:grpSp>
        <p:nvGrpSpPr>
          <p:cNvPr id="40" name="群組 39">
            <a:extLst>
              <a:ext uri="{FF2B5EF4-FFF2-40B4-BE49-F238E27FC236}">
                <a16:creationId xmlns:a16="http://schemas.microsoft.com/office/drawing/2014/main" id="{20DC47F1-2351-4023-8690-E3D74705DAD8}"/>
              </a:ext>
            </a:extLst>
          </p:cNvPr>
          <p:cNvGrpSpPr/>
          <p:nvPr/>
        </p:nvGrpSpPr>
        <p:grpSpPr>
          <a:xfrm>
            <a:off x="9683833" y="2514601"/>
            <a:ext cx="2277586" cy="1315451"/>
            <a:chOff x="9683833" y="2514601"/>
            <a:chExt cx="2277586" cy="1315451"/>
          </a:xfrm>
        </p:grpSpPr>
        <p:grpSp>
          <p:nvGrpSpPr>
            <p:cNvPr id="23" name="群組 22">
              <a:extLst>
                <a:ext uri="{FF2B5EF4-FFF2-40B4-BE49-F238E27FC236}">
                  <a16:creationId xmlns:a16="http://schemas.microsoft.com/office/drawing/2014/main" id="{C15F4074-0794-49EC-B695-D2CDFD606E9A}"/>
                </a:ext>
              </a:extLst>
            </p:cNvPr>
            <p:cNvGrpSpPr/>
            <p:nvPr/>
          </p:nvGrpSpPr>
          <p:grpSpPr>
            <a:xfrm>
              <a:off x="9683833" y="2514601"/>
              <a:ext cx="1435768" cy="1315451"/>
              <a:chOff x="9683833" y="2514601"/>
              <a:chExt cx="1435768" cy="1315451"/>
            </a:xfrm>
          </p:grpSpPr>
          <p:sp>
            <p:nvSpPr>
              <p:cNvPr id="11" name="矩形: 圓角 10">
                <a:extLst>
                  <a:ext uri="{FF2B5EF4-FFF2-40B4-BE49-F238E27FC236}">
                    <a16:creationId xmlns:a16="http://schemas.microsoft.com/office/drawing/2014/main" id="{4915F13C-55D1-4CF1-89B9-819E5320782E}"/>
                  </a:ext>
                </a:extLst>
              </p:cNvPr>
              <p:cNvSpPr/>
              <p:nvPr/>
            </p:nvSpPr>
            <p:spPr>
              <a:xfrm>
                <a:off x="9683833" y="3027947"/>
                <a:ext cx="1435768" cy="802105"/>
              </a:xfrm>
              <a:prstGeom prst="roundRect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zh-TW" dirty="0">
                    <a:latin typeface="Consolas" panose="020B0609020204030204" pitchFamily="49" charset="0"/>
                  </a:rPr>
                  <a:t>a = 3</a:t>
                </a:r>
                <a:endParaRPr lang="zh-TW" altLang="en-US" dirty="0">
                  <a:latin typeface="Consolas" panose="020B0609020204030204" pitchFamily="49" charset="0"/>
                </a:endParaRPr>
              </a:p>
            </p:txBody>
          </p:sp>
          <p:sp>
            <p:nvSpPr>
              <p:cNvPr id="15" name="箭號: 向下 14">
                <a:extLst>
                  <a:ext uri="{FF2B5EF4-FFF2-40B4-BE49-F238E27FC236}">
                    <a16:creationId xmlns:a16="http://schemas.microsoft.com/office/drawing/2014/main" id="{D94DCB7A-3B49-4892-BA39-311937DAEAA4}"/>
                  </a:ext>
                </a:extLst>
              </p:cNvPr>
              <p:cNvSpPr/>
              <p:nvPr/>
            </p:nvSpPr>
            <p:spPr>
              <a:xfrm>
                <a:off x="10643937" y="2514601"/>
                <a:ext cx="184484" cy="513346"/>
              </a:xfrm>
              <a:prstGeom prst="downArrow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/>
              </a:p>
            </p:txBody>
          </p:sp>
        </p:grpSp>
        <p:sp>
          <p:nvSpPr>
            <p:cNvPr id="27" name="文字方塊 26">
              <a:extLst>
                <a:ext uri="{FF2B5EF4-FFF2-40B4-BE49-F238E27FC236}">
                  <a16:creationId xmlns:a16="http://schemas.microsoft.com/office/drawing/2014/main" id="{C36B98C1-EAD6-42DE-B3EC-2636ADC94DD3}"/>
                </a:ext>
              </a:extLst>
            </p:cNvPr>
            <p:cNvSpPr txBox="1"/>
            <p:nvPr/>
          </p:nvSpPr>
          <p:spPr>
            <a:xfrm>
              <a:off x="10763655" y="2586604"/>
              <a:ext cx="1197764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zh-TW" altLang="en-US" dirty="0">
                  <a:latin typeface="STHeiti TC" panose="02000000000000000000" pitchFamily="2" charset="-120"/>
                  <a:ea typeface="STHeiti TC" panose="02000000000000000000" pitchFamily="2" charset="-120"/>
                </a:rPr>
                <a:t>傳入</a:t>
              </a:r>
              <a:r>
                <a:rPr lang="en-US" altLang="zh-TW" dirty="0">
                  <a:latin typeface="Consolas" panose="020B0609020204030204" pitchFamily="49" charset="0"/>
                </a:rPr>
                <a:t> 4-1</a:t>
              </a:r>
              <a:endParaRPr lang="zh-TW" altLang="en-US" dirty="0">
                <a:latin typeface="Consolas" panose="020B0609020204030204" pitchFamily="49" charset="0"/>
              </a:endParaRPr>
            </a:p>
          </p:txBody>
        </p:sp>
      </p:grpSp>
      <p:grpSp>
        <p:nvGrpSpPr>
          <p:cNvPr id="41" name="群組 40">
            <a:extLst>
              <a:ext uri="{FF2B5EF4-FFF2-40B4-BE49-F238E27FC236}">
                <a16:creationId xmlns:a16="http://schemas.microsoft.com/office/drawing/2014/main" id="{1F9D4C46-6E72-4DEC-8D5E-3093194D53B0}"/>
              </a:ext>
            </a:extLst>
          </p:cNvPr>
          <p:cNvGrpSpPr/>
          <p:nvPr/>
        </p:nvGrpSpPr>
        <p:grpSpPr>
          <a:xfrm>
            <a:off x="9683833" y="3830052"/>
            <a:ext cx="2342352" cy="1315454"/>
            <a:chOff x="9683833" y="3830052"/>
            <a:chExt cx="2342352" cy="1315454"/>
          </a:xfrm>
        </p:grpSpPr>
        <p:grpSp>
          <p:nvGrpSpPr>
            <p:cNvPr id="24" name="群組 23">
              <a:extLst>
                <a:ext uri="{FF2B5EF4-FFF2-40B4-BE49-F238E27FC236}">
                  <a16:creationId xmlns:a16="http://schemas.microsoft.com/office/drawing/2014/main" id="{B6AF9A2D-1CD3-478D-8E92-8CC1182532F6}"/>
                </a:ext>
              </a:extLst>
            </p:cNvPr>
            <p:cNvGrpSpPr/>
            <p:nvPr/>
          </p:nvGrpSpPr>
          <p:grpSpPr>
            <a:xfrm>
              <a:off x="9683833" y="3830052"/>
              <a:ext cx="1435768" cy="1315454"/>
              <a:chOff x="9683833" y="3830052"/>
              <a:chExt cx="1435768" cy="1315454"/>
            </a:xfrm>
          </p:grpSpPr>
          <p:sp>
            <p:nvSpPr>
              <p:cNvPr id="12" name="矩形: 圓角 11">
                <a:extLst>
                  <a:ext uri="{FF2B5EF4-FFF2-40B4-BE49-F238E27FC236}">
                    <a16:creationId xmlns:a16="http://schemas.microsoft.com/office/drawing/2014/main" id="{40797788-52C9-4D4E-8640-54A159B2EC4C}"/>
                  </a:ext>
                </a:extLst>
              </p:cNvPr>
              <p:cNvSpPr/>
              <p:nvPr/>
            </p:nvSpPr>
            <p:spPr>
              <a:xfrm>
                <a:off x="9683833" y="4343401"/>
                <a:ext cx="1435768" cy="802105"/>
              </a:xfrm>
              <a:prstGeom prst="roundRect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zh-TW" dirty="0">
                    <a:latin typeface="Consolas" panose="020B0609020204030204" pitchFamily="49" charset="0"/>
                  </a:rPr>
                  <a:t>a = 2</a:t>
                </a:r>
                <a:endParaRPr lang="zh-TW" altLang="en-US" dirty="0">
                  <a:latin typeface="Consolas" panose="020B0609020204030204" pitchFamily="49" charset="0"/>
                </a:endParaRPr>
              </a:p>
            </p:txBody>
          </p:sp>
          <p:sp>
            <p:nvSpPr>
              <p:cNvPr id="16" name="箭號: 向下 15">
                <a:extLst>
                  <a:ext uri="{FF2B5EF4-FFF2-40B4-BE49-F238E27FC236}">
                    <a16:creationId xmlns:a16="http://schemas.microsoft.com/office/drawing/2014/main" id="{2C046E2F-B752-4CCB-9634-E37793F3EA57}"/>
                  </a:ext>
                </a:extLst>
              </p:cNvPr>
              <p:cNvSpPr/>
              <p:nvPr/>
            </p:nvSpPr>
            <p:spPr>
              <a:xfrm>
                <a:off x="10643937" y="3830052"/>
                <a:ext cx="184484" cy="513346"/>
              </a:xfrm>
              <a:prstGeom prst="downArrow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/>
              </a:p>
            </p:txBody>
          </p:sp>
        </p:grpSp>
        <p:sp>
          <p:nvSpPr>
            <p:cNvPr id="28" name="文字方塊 27">
              <a:extLst>
                <a:ext uri="{FF2B5EF4-FFF2-40B4-BE49-F238E27FC236}">
                  <a16:creationId xmlns:a16="http://schemas.microsoft.com/office/drawing/2014/main" id="{39665D42-B9E4-4642-968F-A819DFE8FAD1}"/>
                </a:ext>
              </a:extLst>
            </p:cNvPr>
            <p:cNvSpPr txBox="1"/>
            <p:nvPr/>
          </p:nvSpPr>
          <p:spPr>
            <a:xfrm>
              <a:off x="10828421" y="3902058"/>
              <a:ext cx="1197764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zh-TW" altLang="en-US" dirty="0">
                  <a:latin typeface="STHeiti TC" panose="02000000000000000000" pitchFamily="2" charset="-120"/>
                  <a:ea typeface="STHeiti TC" panose="02000000000000000000" pitchFamily="2" charset="-120"/>
                </a:rPr>
                <a:t>傳入</a:t>
              </a:r>
              <a:r>
                <a:rPr lang="en-US" altLang="zh-TW" dirty="0">
                  <a:latin typeface="Consolas" panose="020B0609020204030204" pitchFamily="49" charset="0"/>
                </a:rPr>
                <a:t> 3-1</a:t>
              </a:r>
              <a:endParaRPr lang="zh-TW" altLang="en-US" dirty="0">
                <a:latin typeface="Consolas" panose="020B0609020204030204" pitchFamily="49" charset="0"/>
              </a:endParaRPr>
            </a:p>
          </p:txBody>
        </p:sp>
      </p:grpSp>
      <p:grpSp>
        <p:nvGrpSpPr>
          <p:cNvPr id="42" name="群組 41">
            <a:extLst>
              <a:ext uri="{FF2B5EF4-FFF2-40B4-BE49-F238E27FC236}">
                <a16:creationId xmlns:a16="http://schemas.microsoft.com/office/drawing/2014/main" id="{0ADC8765-7B91-4C7A-A99A-94658E7B9D0A}"/>
              </a:ext>
            </a:extLst>
          </p:cNvPr>
          <p:cNvGrpSpPr/>
          <p:nvPr/>
        </p:nvGrpSpPr>
        <p:grpSpPr>
          <a:xfrm>
            <a:off x="9683833" y="5145506"/>
            <a:ext cx="2254893" cy="1315454"/>
            <a:chOff x="9683833" y="5145506"/>
            <a:chExt cx="2254893" cy="1315454"/>
          </a:xfrm>
        </p:grpSpPr>
        <p:grpSp>
          <p:nvGrpSpPr>
            <p:cNvPr id="25" name="群組 24">
              <a:extLst>
                <a:ext uri="{FF2B5EF4-FFF2-40B4-BE49-F238E27FC236}">
                  <a16:creationId xmlns:a16="http://schemas.microsoft.com/office/drawing/2014/main" id="{7F11FA9D-FDB4-4748-A0D4-1618DC8EDF14}"/>
                </a:ext>
              </a:extLst>
            </p:cNvPr>
            <p:cNvGrpSpPr/>
            <p:nvPr/>
          </p:nvGrpSpPr>
          <p:grpSpPr>
            <a:xfrm>
              <a:off x="9683833" y="5145506"/>
              <a:ext cx="1435768" cy="1315454"/>
              <a:chOff x="9683833" y="5145506"/>
              <a:chExt cx="1435768" cy="1315454"/>
            </a:xfrm>
          </p:grpSpPr>
          <p:sp>
            <p:nvSpPr>
              <p:cNvPr id="13" name="矩形: 圓角 12">
                <a:extLst>
                  <a:ext uri="{FF2B5EF4-FFF2-40B4-BE49-F238E27FC236}">
                    <a16:creationId xmlns:a16="http://schemas.microsoft.com/office/drawing/2014/main" id="{D4E58816-F61E-4999-9934-F769D60D3907}"/>
                  </a:ext>
                </a:extLst>
              </p:cNvPr>
              <p:cNvSpPr/>
              <p:nvPr/>
            </p:nvSpPr>
            <p:spPr>
              <a:xfrm>
                <a:off x="9683833" y="5658855"/>
                <a:ext cx="1435768" cy="802105"/>
              </a:xfrm>
              <a:prstGeom prst="roundRect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zh-TW" dirty="0">
                    <a:latin typeface="Consolas" panose="020B0609020204030204" pitchFamily="49" charset="0"/>
                  </a:rPr>
                  <a:t>a = 1</a:t>
                </a:r>
                <a:endParaRPr lang="zh-TW" altLang="en-US" dirty="0">
                  <a:latin typeface="Consolas" panose="020B0609020204030204" pitchFamily="49" charset="0"/>
                </a:endParaRPr>
              </a:p>
            </p:txBody>
          </p:sp>
          <p:sp>
            <p:nvSpPr>
              <p:cNvPr id="17" name="箭號: 向下 16">
                <a:extLst>
                  <a:ext uri="{FF2B5EF4-FFF2-40B4-BE49-F238E27FC236}">
                    <a16:creationId xmlns:a16="http://schemas.microsoft.com/office/drawing/2014/main" id="{07FFD288-3104-4A7A-87A8-7AB01E1E5537}"/>
                  </a:ext>
                </a:extLst>
              </p:cNvPr>
              <p:cNvSpPr/>
              <p:nvPr/>
            </p:nvSpPr>
            <p:spPr>
              <a:xfrm>
                <a:off x="10643937" y="5145506"/>
                <a:ext cx="184484" cy="513346"/>
              </a:xfrm>
              <a:prstGeom prst="downArrow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/>
              </a:p>
            </p:txBody>
          </p:sp>
        </p:grpSp>
        <p:sp>
          <p:nvSpPr>
            <p:cNvPr id="29" name="文字方塊 28">
              <a:extLst>
                <a:ext uri="{FF2B5EF4-FFF2-40B4-BE49-F238E27FC236}">
                  <a16:creationId xmlns:a16="http://schemas.microsoft.com/office/drawing/2014/main" id="{8C71A2B5-0B5A-4741-9253-7BF58A6045BD}"/>
                </a:ext>
              </a:extLst>
            </p:cNvPr>
            <p:cNvSpPr txBox="1"/>
            <p:nvPr/>
          </p:nvSpPr>
          <p:spPr>
            <a:xfrm>
              <a:off x="10740962" y="5217875"/>
              <a:ext cx="1197764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zh-TW" altLang="en-US" dirty="0">
                  <a:latin typeface="STHeiti TC" panose="02000000000000000000" pitchFamily="2" charset="-120"/>
                  <a:ea typeface="STHeiti TC" panose="02000000000000000000" pitchFamily="2" charset="-120"/>
                </a:rPr>
                <a:t>傳入</a:t>
              </a:r>
              <a:r>
                <a:rPr lang="en-US" altLang="zh-TW" dirty="0">
                  <a:latin typeface="Consolas" panose="020B0609020204030204" pitchFamily="49" charset="0"/>
                </a:rPr>
                <a:t> 2-1</a:t>
              </a:r>
              <a:endParaRPr lang="zh-TW" altLang="en-US" dirty="0">
                <a:latin typeface="Consolas" panose="020B0609020204030204" pitchFamily="49" charset="0"/>
              </a:endParaRPr>
            </a:p>
          </p:txBody>
        </p:sp>
      </p:grpSp>
      <p:grpSp>
        <p:nvGrpSpPr>
          <p:cNvPr id="43" name="群組 42">
            <a:extLst>
              <a:ext uri="{FF2B5EF4-FFF2-40B4-BE49-F238E27FC236}">
                <a16:creationId xmlns:a16="http://schemas.microsoft.com/office/drawing/2014/main" id="{EFC01EE1-2C96-4610-91C4-250CCC26E409}"/>
              </a:ext>
            </a:extLst>
          </p:cNvPr>
          <p:cNvGrpSpPr/>
          <p:nvPr/>
        </p:nvGrpSpPr>
        <p:grpSpPr>
          <a:xfrm>
            <a:off x="8781637" y="5145505"/>
            <a:ext cx="1382248" cy="513346"/>
            <a:chOff x="8781637" y="5145505"/>
            <a:chExt cx="1382248" cy="513346"/>
          </a:xfrm>
        </p:grpSpPr>
        <p:sp>
          <p:nvSpPr>
            <p:cNvPr id="18" name="箭號: 向下 17">
              <a:extLst>
                <a:ext uri="{FF2B5EF4-FFF2-40B4-BE49-F238E27FC236}">
                  <a16:creationId xmlns:a16="http://schemas.microsoft.com/office/drawing/2014/main" id="{A7AE6846-8464-45CC-BF69-99B207968474}"/>
                </a:ext>
              </a:extLst>
            </p:cNvPr>
            <p:cNvSpPr/>
            <p:nvPr/>
          </p:nvSpPr>
          <p:spPr>
            <a:xfrm flipV="1">
              <a:off x="9979401" y="5145505"/>
              <a:ext cx="184484" cy="513346"/>
            </a:xfrm>
            <a:prstGeom prst="downArrow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30" name="文字方塊 29">
              <a:extLst>
                <a:ext uri="{FF2B5EF4-FFF2-40B4-BE49-F238E27FC236}">
                  <a16:creationId xmlns:a16="http://schemas.microsoft.com/office/drawing/2014/main" id="{CE56E485-3384-4B17-8D87-6572EBBF74B0}"/>
                </a:ext>
              </a:extLst>
            </p:cNvPr>
            <p:cNvSpPr txBox="1"/>
            <p:nvPr/>
          </p:nvSpPr>
          <p:spPr>
            <a:xfrm>
              <a:off x="8781637" y="5217875"/>
              <a:ext cx="899605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zh-TW" altLang="en-US" dirty="0">
                  <a:latin typeface="STHeiti TC" panose="02000000000000000000" pitchFamily="2" charset="-120"/>
                  <a:ea typeface="STHeiti TC" panose="02000000000000000000" pitchFamily="2" charset="-120"/>
                </a:rPr>
                <a:t>回傳</a:t>
              </a:r>
              <a:r>
                <a:rPr lang="en-US" altLang="zh-TW" dirty="0">
                  <a:latin typeface="Consolas" panose="020B0609020204030204" pitchFamily="49" charset="0"/>
                </a:rPr>
                <a:t> 1</a:t>
              </a:r>
              <a:endParaRPr lang="zh-TW" altLang="en-US" dirty="0">
                <a:latin typeface="Consolas" panose="020B0609020204030204" pitchFamily="49" charset="0"/>
              </a:endParaRPr>
            </a:p>
          </p:txBody>
        </p:sp>
      </p:grpSp>
      <p:grpSp>
        <p:nvGrpSpPr>
          <p:cNvPr id="44" name="群組 43">
            <a:extLst>
              <a:ext uri="{FF2B5EF4-FFF2-40B4-BE49-F238E27FC236}">
                <a16:creationId xmlns:a16="http://schemas.microsoft.com/office/drawing/2014/main" id="{D5196BFA-F530-4DAD-852A-69418AA61A46}"/>
              </a:ext>
            </a:extLst>
          </p:cNvPr>
          <p:cNvGrpSpPr/>
          <p:nvPr/>
        </p:nvGrpSpPr>
        <p:grpSpPr>
          <a:xfrm>
            <a:off x="8567418" y="3830052"/>
            <a:ext cx="1596467" cy="513346"/>
            <a:chOff x="8567418" y="3830052"/>
            <a:chExt cx="1596467" cy="513346"/>
          </a:xfrm>
        </p:grpSpPr>
        <p:sp>
          <p:nvSpPr>
            <p:cNvPr id="19" name="箭號: 向下 18">
              <a:extLst>
                <a:ext uri="{FF2B5EF4-FFF2-40B4-BE49-F238E27FC236}">
                  <a16:creationId xmlns:a16="http://schemas.microsoft.com/office/drawing/2014/main" id="{66A1E690-3CB4-408E-92DA-ABE1D5E29BBD}"/>
                </a:ext>
              </a:extLst>
            </p:cNvPr>
            <p:cNvSpPr/>
            <p:nvPr/>
          </p:nvSpPr>
          <p:spPr>
            <a:xfrm flipV="1">
              <a:off x="9979401" y="3830052"/>
              <a:ext cx="184484" cy="513346"/>
            </a:xfrm>
            <a:prstGeom prst="downArrow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31" name="文字方塊 30">
              <a:extLst>
                <a:ext uri="{FF2B5EF4-FFF2-40B4-BE49-F238E27FC236}">
                  <a16:creationId xmlns:a16="http://schemas.microsoft.com/office/drawing/2014/main" id="{EDC2CD12-F812-4BA4-838D-97DF1FA6E605}"/>
                </a:ext>
              </a:extLst>
            </p:cNvPr>
            <p:cNvSpPr txBox="1"/>
            <p:nvPr/>
          </p:nvSpPr>
          <p:spPr>
            <a:xfrm>
              <a:off x="8567418" y="3902058"/>
              <a:ext cx="1152880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zh-TW" altLang="en-US" dirty="0">
                  <a:latin typeface="STHeiti TC" panose="02000000000000000000" pitchFamily="2" charset="-120"/>
                  <a:ea typeface="STHeiti TC" panose="02000000000000000000" pitchFamily="2" charset="-120"/>
                </a:rPr>
                <a:t>回傳</a:t>
              </a:r>
              <a:r>
                <a:rPr lang="en-US" altLang="zh-TW" dirty="0">
                  <a:latin typeface="Consolas" panose="020B0609020204030204" pitchFamily="49" charset="0"/>
                </a:rPr>
                <a:t> 2*1</a:t>
              </a:r>
              <a:endParaRPr lang="zh-TW" altLang="en-US" dirty="0">
                <a:latin typeface="Consolas" panose="020B0609020204030204" pitchFamily="49" charset="0"/>
              </a:endParaRPr>
            </a:p>
          </p:txBody>
        </p:sp>
      </p:grpSp>
      <p:grpSp>
        <p:nvGrpSpPr>
          <p:cNvPr id="45" name="群組 44">
            <a:extLst>
              <a:ext uri="{FF2B5EF4-FFF2-40B4-BE49-F238E27FC236}">
                <a16:creationId xmlns:a16="http://schemas.microsoft.com/office/drawing/2014/main" id="{CBCB9DE2-671F-42D7-8D40-125E476714EF}"/>
              </a:ext>
            </a:extLst>
          </p:cNvPr>
          <p:cNvGrpSpPr/>
          <p:nvPr/>
        </p:nvGrpSpPr>
        <p:grpSpPr>
          <a:xfrm>
            <a:off x="8567418" y="2514597"/>
            <a:ext cx="1596467" cy="513346"/>
            <a:chOff x="8567418" y="2514597"/>
            <a:chExt cx="1596467" cy="513346"/>
          </a:xfrm>
        </p:grpSpPr>
        <p:sp>
          <p:nvSpPr>
            <p:cNvPr id="20" name="箭號: 向下 19">
              <a:extLst>
                <a:ext uri="{FF2B5EF4-FFF2-40B4-BE49-F238E27FC236}">
                  <a16:creationId xmlns:a16="http://schemas.microsoft.com/office/drawing/2014/main" id="{4737B460-A800-4CE3-9DF4-FFDE2BD71FEE}"/>
                </a:ext>
              </a:extLst>
            </p:cNvPr>
            <p:cNvSpPr/>
            <p:nvPr/>
          </p:nvSpPr>
          <p:spPr>
            <a:xfrm flipV="1">
              <a:off x="9979401" y="2514597"/>
              <a:ext cx="184484" cy="513346"/>
            </a:xfrm>
            <a:prstGeom prst="downArrow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32" name="文字方塊 31">
              <a:extLst>
                <a:ext uri="{FF2B5EF4-FFF2-40B4-BE49-F238E27FC236}">
                  <a16:creationId xmlns:a16="http://schemas.microsoft.com/office/drawing/2014/main" id="{F53E5F62-686D-4F3D-A67E-F552F936218F}"/>
                </a:ext>
              </a:extLst>
            </p:cNvPr>
            <p:cNvSpPr txBox="1"/>
            <p:nvPr/>
          </p:nvSpPr>
          <p:spPr>
            <a:xfrm>
              <a:off x="8567418" y="2586604"/>
              <a:ext cx="1152880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zh-TW" altLang="en-US" dirty="0">
                  <a:latin typeface="STHeiti TC" panose="02000000000000000000" pitchFamily="2" charset="-120"/>
                  <a:ea typeface="STHeiti TC" panose="02000000000000000000" pitchFamily="2" charset="-120"/>
                </a:rPr>
                <a:t>回傳</a:t>
              </a:r>
              <a:r>
                <a:rPr lang="en-US" altLang="zh-TW" dirty="0">
                  <a:latin typeface="Consolas" panose="020B0609020204030204" pitchFamily="49" charset="0"/>
                </a:rPr>
                <a:t> 3*2</a:t>
              </a:r>
              <a:endParaRPr lang="zh-TW" altLang="en-US" dirty="0">
                <a:latin typeface="Consolas" panose="020B0609020204030204" pitchFamily="49" charset="0"/>
              </a:endParaRPr>
            </a:p>
          </p:txBody>
        </p:sp>
      </p:grpSp>
      <p:grpSp>
        <p:nvGrpSpPr>
          <p:cNvPr id="46" name="群組 45">
            <a:extLst>
              <a:ext uri="{FF2B5EF4-FFF2-40B4-BE49-F238E27FC236}">
                <a16:creationId xmlns:a16="http://schemas.microsoft.com/office/drawing/2014/main" id="{BF1BA868-1D89-436A-AE85-6FE6BB90AD9C}"/>
              </a:ext>
            </a:extLst>
          </p:cNvPr>
          <p:cNvGrpSpPr/>
          <p:nvPr/>
        </p:nvGrpSpPr>
        <p:grpSpPr>
          <a:xfrm>
            <a:off x="8569279" y="1199145"/>
            <a:ext cx="1594606" cy="513346"/>
            <a:chOff x="8569279" y="1199145"/>
            <a:chExt cx="1594606" cy="513346"/>
          </a:xfrm>
        </p:grpSpPr>
        <p:sp>
          <p:nvSpPr>
            <p:cNvPr id="21" name="箭號: 向下 20">
              <a:extLst>
                <a:ext uri="{FF2B5EF4-FFF2-40B4-BE49-F238E27FC236}">
                  <a16:creationId xmlns:a16="http://schemas.microsoft.com/office/drawing/2014/main" id="{8E6EB603-A727-4DEA-AE56-59DF615A91CE}"/>
                </a:ext>
              </a:extLst>
            </p:cNvPr>
            <p:cNvSpPr/>
            <p:nvPr/>
          </p:nvSpPr>
          <p:spPr>
            <a:xfrm flipV="1">
              <a:off x="9979401" y="1199145"/>
              <a:ext cx="184484" cy="513346"/>
            </a:xfrm>
            <a:prstGeom prst="downArrow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33" name="文字方塊 32">
              <a:extLst>
                <a:ext uri="{FF2B5EF4-FFF2-40B4-BE49-F238E27FC236}">
                  <a16:creationId xmlns:a16="http://schemas.microsoft.com/office/drawing/2014/main" id="{2416310F-1C12-42B4-9668-349F296BF0E1}"/>
                </a:ext>
              </a:extLst>
            </p:cNvPr>
            <p:cNvSpPr txBox="1"/>
            <p:nvPr/>
          </p:nvSpPr>
          <p:spPr>
            <a:xfrm>
              <a:off x="8569279" y="1274980"/>
              <a:ext cx="1152880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zh-TW" altLang="en-US" dirty="0">
                  <a:latin typeface="STHeiti TC" panose="02000000000000000000" pitchFamily="2" charset="-120"/>
                  <a:ea typeface="STHeiti TC" panose="02000000000000000000" pitchFamily="2" charset="-120"/>
                </a:rPr>
                <a:t>回傳</a:t>
              </a:r>
              <a:r>
                <a:rPr lang="en-US" altLang="zh-TW" dirty="0">
                  <a:latin typeface="Consolas" panose="020B0609020204030204" pitchFamily="49" charset="0"/>
                </a:rPr>
                <a:t> 4*6</a:t>
              </a:r>
              <a:endParaRPr lang="zh-TW" altLang="en-US" dirty="0">
                <a:latin typeface="Consolas" panose="020B0609020204030204" pitchFamily="49" charset="0"/>
              </a:endParaRPr>
            </a:p>
          </p:txBody>
        </p:sp>
      </p:grpSp>
      <p:grpSp>
        <p:nvGrpSpPr>
          <p:cNvPr id="38" name="群組 37">
            <a:extLst>
              <a:ext uri="{FF2B5EF4-FFF2-40B4-BE49-F238E27FC236}">
                <a16:creationId xmlns:a16="http://schemas.microsoft.com/office/drawing/2014/main" id="{28C00A5E-9AC5-4555-AB30-AF36D8B71869}"/>
              </a:ext>
            </a:extLst>
          </p:cNvPr>
          <p:cNvGrpSpPr/>
          <p:nvPr/>
        </p:nvGrpSpPr>
        <p:grpSpPr>
          <a:xfrm>
            <a:off x="9683833" y="133990"/>
            <a:ext cx="2449068" cy="1065158"/>
            <a:chOff x="9683833" y="133990"/>
            <a:chExt cx="2449068" cy="1065158"/>
          </a:xfrm>
        </p:grpSpPr>
        <p:sp>
          <p:nvSpPr>
            <p:cNvPr id="9" name="矩形: 圓角 8">
              <a:extLst>
                <a:ext uri="{FF2B5EF4-FFF2-40B4-BE49-F238E27FC236}">
                  <a16:creationId xmlns:a16="http://schemas.microsoft.com/office/drawing/2014/main" id="{BA81E998-7032-4A76-A075-C3F16491A630}"/>
                </a:ext>
              </a:extLst>
            </p:cNvPr>
            <p:cNvSpPr/>
            <p:nvPr/>
          </p:nvSpPr>
          <p:spPr>
            <a:xfrm>
              <a:off x="9683833" y="397043"/>
              <a:ext cx="1435768" cy="802105"/>
            </a:xfrm>
            <a:prstGeom prst="round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TW" dirty="0">
                  <a:latin typeface="Consolas" panose="020B0609020204030204" pitchFamily="49" charset="0"/>
                </a:rPr>
                <a:t>a = 5</a:t>
              </a:r>
              <a:endParaRPr lang="zh-TW" altLang="en-US" dirty="0">
                <a:latin typeface="Consolas" panose="020B0609020204030204" pitchFamily="49" charset="0"/>
              </a:endParaRPr>
            </a:p>
          </p:txBody>
        </p:sp>
        <p:sp>
          <p:nvSpPr>
            <p:cNvPr id="34" name="箭號: 向下 33">
              <a:extLst>
                <a:ext uri="{FF2B5EF4-FFF2-40B4-BE49-F238E27FC236}">
                  <a16:creationId xmlns:a16="http://schemas.microsoft.com/office/drawing/2014/main" id="{5F00E7BD-7A64-4260-9997-3259D1E30629}"/>
                </a:ext>
              </a:extLst>
            </p:cNvPr>
            <p:cNvSpPr/>
            <p:nvPr/>
          </p:nvSpPr>
          <p:spPr>
            <a:xfrm rot="2700000">
              <a:off x="11270295" y="486951"/>
              <a:ext cx="184484" cy="513346"/>
            </a:xfrm>
            <a:prstGeom prst="downArrow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36" name="文字方塊 35">
              <a:extLst>
                <a:ext uri="{FF2B5EF4-FFF2-40B4-BE49-F238E27FC236}">
                  <a16:creationId xmlns:a16="http://schemas.microsoft.com/office/drawing/2014/main" id="{60CA3E60-43B5-478C-81EB-7916369CEF23}"/>
                </a:ext>
              </a:extLst>
            </p:cNvPr>
            <p:cNvSpPr txBox="1"/>
            <p:nvPr/>
          </p:nvSpPr>
          <p:spPr>
            <a:xfrm>
              <a:off x="10975221" y="133990"/>
              <a:ext cx="1157680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zh-TW" altLang="en-US" dirty="0">
                  <a:latin typeface="STHeiti TC" panose="02000000000000000000" pitchFamily="2" charset="-120"/>
                  <a:ea typeface="STHeiti TC" panose="02000000000000000000" pitchFamily="2" charset="-120"/>
                </a:rPr>
                <a:t>傳入</a:t>
              </a:r>
              <a:r>
                <a:rPr lang="en-US" altLang="zh-TW" dirty="0">
                  <a:latin typeface="Consolas" panose="020B0609020204030204" pitchFamily="49" charset="0"/>
                </a:rPr>
                <a:t> 5</a:t>
              </a:r>
              <a:endParaRPr lang="zh-TW" altLang="en-US" dirty="0">
                <a:latin typeface="Consolas" panose="020B0609020204030204" pitchFamily="49" charset="0"/>
              </a:endParaRPr>
            </a:p>
          </p:txBody>
        </p:sp>
      </p:grpSp>
      <p:grpSp>
        <p:nvGrpSpPr>
          <p:cNvPr id="47" name="群組 46">
            <a:extLst>
              <a:ext uri="{FF2B5EF4-FFF2-40B4-BE49-F238E27FC236}">
                <a16:creationId xmlns:a16="http://schemas.microsoft.com/office/drawing/2014/main" id="{68ABE531-FADA-4454-8756-038EB11B3CF8}"/>
              </a:ext>
            </a:extLst>
          </p:cNvPr>
          <p:cNvGrpSpPr/>
          <p:nvPr/>
        </p:nvGrpSpPr>
        <p:grpSpPr>
          <a:xfrm>
            <a:off x="7791413" y="86977"/>
            <a:ext cx="1980448" cy="865266"/>
            <a:chOff x="7791413" y="86977"/>
            <a:chExt cx="1980448" cy="865266"/>
          </a:xfrm>
        </p:grpSpPr>
        <p:sp>
          <p:nvSpPr>
            <p:cNvPr id="35" name="箭號: 向下 34">
              <a:extLst>
                <a:ext uri="{FF2B5EF4-FFF2-40B4-BE49-F238E27FC236}">
                  <a16:creationId xmlns:a16="http://schemas.microsoft.com/office/drawing/2014/main" id="{2C3D3892-DB9C-4287-8971-16D63279F1A5}"/>
                </a:ext>
              </a:extLst>
            </p:cNvPr>
            <p:cNvSpPr/>
            <p:nvPr/>
          </p:nvSpPr>
          <p:spPr>
            <a:xfrm rot="8100000">
              <a:off x="9376539" y="438897"/>
              <a:ext cx="184484" cy="513346"/>
            </a:xfrm>
            <a:prstGeom prst="downArrow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37" name="文字方塊 36">
              <a:extLst>
                <a:ext uri="{FF2B5EF4-FFF2-40B4-BE49-F238E27FC236}">
                  <a16:creationId xmlns:a16="http://schemas.microsoft.com/office/drawing/2014/main" id="{8B804950-0EEE-401C-BE96-3434F18DC653}"/>
                </a:ext>
              </a:extLst>
            </p:cNvPr>
            <p:cNvSpPr txBox="1"/>
            <p:nvPr/>
          </p:nvSpPr>
          <p:spPr>
            <a:xfrm>
              <a:off x="7791413" y="86977"/>
              <a:ext cx="198044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zh-TW" altLang="en-US" dirty="0">
                  <a:latin typeface="STHeiti TC" panose="02000000000000000000" pitchFamily="2" charset="-120"/>
                  <a:ea typeface="STHeiti TC" panose="02000000000000000000" pitchFamily="2" charset="-120"/>
                </a:rPr>
                <a:t>回傳</a:t>
              </a:r>
              <a:r>
                <a:rPr lang="en-US" altLang="zh-TW" dirty="0">
                  <a:latin typeface="Consolas" panose="020B0609020204030204" pitchFamily="49" charset="0"/>
                </a:rPr>
                <a:t> 5*24</a:t>
              </a:r>
              <a:endParaRPr lang="zh-TW" altLang="en-US" dirty="0">
                <a:latin typeface="Consolas" panose="020B0609020204030204" pitchFamily="49" charset="0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419369078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Char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7" dur="5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2" dur="5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7" dur="5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22" dur="5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27" dur="5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32" dur="500"/>
                                        <p:tgtEl>
                                          <p:spTgt spid="4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37" dur="500"/>
                                        <p:tgtEl>
                                          <p:spTgt spid="4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42" dur="500"/>
                                        <p:tgtEl>
                                          <p:spTgt spid="4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47" dur="500"/>
                                        <p:tgtEl>
                                          <p:spTgt spid="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52" dur="500"/>
                                        <p:tgtEl>
                                          <p:spTgt spid="4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3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57" dur="1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8" dur="1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9" dur="1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style.rotation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90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60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1" fill="hold">
                            <p:stCondLst>
                              <p:cond delay="1000"/>
                            </p:stCondLst>
                            <p:childTnLst>
                              <p:par>
                                <p:cTn id="6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4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5" fill="hold">
                      <p:stCondLst>
                        <p:cond delay="indefinite"/>
                      </p:stCondLst>
                      <p:childTnLst>
                        <p:par>
                          <p:cTn id="66" fill="hold">
                            <p:stCondLst>
                              <p:cond delay="0"/>
                            </p:stCondLst>
                            <p:childTnLst>
                              <p:par>
                                <p:cTn id="67" presetID="10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68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3" fill="hold">
                      <p:stCondLst>
                        <p:cond delay="indefinite"/>
                      </p:stCondLst>
                      <p:childTnLst>
                        <p:par>
                          <p:cTn id="74" fill="hold">
                            <p:stCondLst>
                              <p:cond delay="0"/>
                            </p:stCondLst>
                            <p:childTnLst>
                              <p:par>
                                <p:cTn id="75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9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P spid="6" grpId="1" animBg="1"/>
      <p:bldP spid="7" grpId="0" animBg="1"/>
      <p:bldP spid="7" grpId="1" animBg="1"/>
      <p:bldP spid="8" grpId="0" animBg="1"/>
    </p:bldLst>
  </p:timing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0118A5F7-8843-4A50-8A67-A6FA73CFEC9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 cap="none" dirty="0">
                <a:latin typeface="STHeiti TC" panose="02000000000000000000" pitchFamily="2" charset="-120"/>
                <a:ea typeface="STHeiti TC" panose="02000000000000000000" pitchFamily="2" charset="-120"/>
              </a:rPr>
              <a:t>遞迴</a:t>
            </a:r>
            <a:r>
              <a:rPr lang="en-US" altLang="zh-TW" cap="none" dirty="0">
                <a:latin typeface="Consolas" panose="020B0609020204030204" pitchFamily="49" charset="0"/>
              </a:rPr>
              <a:t> – </a:t>
            </a:r>
            <a:r>
              <a:rPr lang="zh-TW" altLang="en-US" cap="none" dirty="0">
                <a:latin typeface="STHeiti TC" panose="02000000000000000000" pitchFamily="2" charset="-120"/>
                <a:ea typeface="STHeiti TC" panose="02000000000000000000" pitchFamily="2" charset="-120"/>
              </a:rPr>
              <a:t>範例：迷宮 </a:t>
            </a:r>
            <a:r>
              <a:rPr lang="en-US" altLang="zh-TW" cap="none" dirty="0">
                <a:latin typeface="STHeiti TC" panose="02000000000000000000" pitchFamily="2" charset="-120"/>
                <a:ea typeface="STHeiti TC" panose="02000000000000000000" pitchFamily="2" charset="-120"/>
              </a:rPr>
              <a:t>(</a:t>
            </a:r>
            <a:r>
              <a:rPr lang="zh-TW" altLang="en-US" cap="none" dirty="0">
                <a:latin typeface="STHeiti TC" panose="02000000000000000000" pitchFamily="2" charset="-120"/>
                <a:ea typeface="STHeiti TC" panose="02000000000000000000" pitchFamily="2" charset="-120"/>
              </a:rPr>
              <a:t>深度優先搜尋</a:t>
            </a:r>
            <a:r>
              <a:rPr lang="en-US" altLang="zh-TW" cap="none" dirty="0">
                <a:latin typeface="STHeiti TC" panose="02000000000000000000" pitchFamily="2" charset="-120"/>
                <a:ea typeface="STHeiti TC" panose="02000000000000000000" pitchFamily="2" charset="-120"/>
              </a:rPr>
              <a:t>)</a:t>
            </a:r>
            <a:endParaRPr lang="zh-TW" altLang="en-US" cap="none" dirty="0">
              <a:latin typeface="STHeiti TC" panose="02000000000000000000" pitchFamily="2" charset="-120"/>
              <a:ea typeface="STHeiti TC" panose="02000000000000000000" pitchFamily="2" charset="-120"/>
            </a:endParaRPr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15FC1553-9B37-4DBA-8925-FB8E6031FBA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41413" y="2570748"/>
            <a:ext cx="9905998" cy="958516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zh-TW" altLang="en-US" sz="2400" cap="none" dirty="0">
                <a:latin typeface="STHeiti TC" panose="02000000000000000000" pitchFamily="2" charset="-120"/>
                <a:ea typeface="STHeiti TC" panose="02000000000000000000" pitchFamily="2" charset="-120"/>
              </a:rPr>
              <a:t>給定一個含有起點與終點的迷宮，請找出起點到終點的最小步數。</a:t>
            </a:r>
            <a:endParaRPr lang="zh-TW" altLang="en-US" sz="2400" cap="none" dirty="0">
              <a:latin typeface="Consolas" panose="020B0609020204030204" pitchFamily="49" charset="0"/>
            </a:endParaRPr>
          </a:p>
        </p:txBody>
      </p:sp>
      <p:sp>
        <p:nvSpPr>
          <p:cNvPr id="4" name="文字方塊 3">
            <a:extLst>
              <a:ext uri="{FF2B5EF4-FFF2-40B4-BE49-F238E27FC236}">
                <a16:creationId xmlns:a16="http://schemas.microsoft.com/office/drawing/2014/main" id="{B1114CC6-A37D-420B-8599-23574E496F33}"/>
              </a:ext>
            </a:extLst>
          </p:cNvPr>
          <p:cNvSpPr txBox="1"/>
          <p:nvPr/>
        </p:nvSpPr>
        <p:spPr>
          <a:xfrm>
            <a:off x="1141413" y="4170946"/>
            <a:ext cx="2959769" cy="1569660"/>
          </a:xfrm>
          <a:prstGeom prst="rect">
            <a:avLst/>
          </a:prstGeom>
          <a:solidFill>
            <a:schemeClr val="accent6">
              <a:lumMod val="5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altLang="zh-TW" sz="2400" dirty="0">
                <a:latin typeface="Consolas" panose="020B0609020204030204" pitchFamily="49" charset="0"/>
              </a:rPr>
              <a:t>‘S’: </a:t>
            </a:r>
            <a:r>
              <a:rPr lang="zh-TW" altLang="en-US" sz="2400" dirty="0">
                <a:latin typeface="STHeiti TC" panose="02000000000000000000" pitchFamily="2" charset="-120"/>
                <a:ea typeface="STHeiti TC" panose="02000000000000000000" pitchFamily="2" charset="-120"/>
              </a:rPr>
              <a:t>起點</a:t>
            </a:r>
            <a:endParaRPr lang="en-US" altLang="zh-TW" sz="2400" dirty="0">
              <a:latin typeface="STHeiti TC" panose="02000000000000000000" pitchFamily="2" charset="-120"/>
              <a:ea typeface="STHeiti TC" panose="02000000000000000000" pitchFamily="2" charset="-120"/>
            </a:endParaRPr>
          </a:p>
          <a:p>
            <a:r>
              <a:rPr lang="en-US" altLang="zh-TW" sz="2400" dirty="0">
                <a:latin typeface="Consolas" panose="020B0609020204030204" pitchFamily="49" charset="0"/>
              </a:rPr>
              <a:t>‘E’: </a:t>
            </a:r>
            <a:r>
              <a:rPr lang="zh-TW" altLang="en-US" sz="2400" dirty="0">
                <a:latin typeface="STHeiti TC" panose="02000000000000000000" pitchFamily="2" charset="-120"/>
                <a:ea typeface="STHeiti TC" panose="02000000000000000000" pitchFamily="2" charset="-120"/>
              </a:rPr>
              <a:t>終點</a:t>
            </a:r>
            <a:endParaRPr lang="en-US" altLang="zh-TW" sz="2400" dirty="0">
              <a:latin typeface="STHeiti TC" panose="02000000000000000000" pitchFamily="2" charset="-120"/>
              <a:ea typeface="STHeiti TC" panose="02000000000000000000" pitchFamily="2" charset="-120"/>
            </a:endParaRPr>
          </a:p>
          <a:p>
            <a:r>
              <a:rPr lang="en-US" altLang="zh-TW" sz="2400" dirty="0">
                <a:latin typeface="Consolas" panose="020B0609020204030204" pitchFamily="49" charset="0"/>
              </a:rPr>
              <a:t>‘.’: </a:t>
            </a:r>
            <a:r>
              <a:rPr lang="zh-TW" altLang="en-US" sz="2400" dirty="0">
                <a:latin typeface="STHeiti TC" panose="02000000000000000000" pitchFamily="2" charset="-120"/>
                <a:ea typeface="STHeiti TC" panose="02000000000000000000" pitchFamily="2" charset="-120"/>
              </a:rPr>
              <a:t>道路</a:t>
            </a:r>
            <a:endParaRPr lang="en-US" altLang="zh-TW" sz="2400" dirty="0">
              <a:latin typeface="STHeiti TC" panose="02000000000000000000" pitchFamily="2" charset="-120"/>
              <a:ea typeface="STHeiti TC" panose="02000000000000000000" pitchFamily="2" charset="-120"/>
            </a:endParaRPr>
          </a:p>
          <a:p>
            <a:r>
              <a:rPr lang="en-US" altLang="zh-TW" sz="2400" dirty="0">
                <a:latin typeface="Consolas" panose="020B0609020204030204" pitchFamily="49" charset="0"/>
              </a:rPr>
              <a:t>‘#’: </a:t>
            </a:r>
            <a:r>
              <a:rPr lang="zh-TW" altLang="en-US" sz="2400" dirty="0">
                <a:latin typeface="STHeiti TC" panose="02000000000000000000" pitchFamily="2" charset="-120"/>
                <a:ea typeface="STHeiti TC" panose="02000000000000000000" pitchFamily="2" charset="-120"/>
              </a:rPr>
              <a:t>牆</a:t>
            </a:r>
          </a:p>
        </p:txBody>
      </p:sp>
      <p:sp>
        <p:nvSpPr>
          <p:cNvPr id="5" name="文字方塊 4">
            <a:extLst>
              <a:ext uri="{FF2B5EF4-FFF2-40B4-BE49-F238E27FC236}">
                <a16:creationId xmlns:a16="http://schemas.microsoft.com/office/drawing/2014/main" id="{61F6D5FB-48B2-4C88-8AFE-46951C2E2065}"/>
              </a:ext>
            </a:extLst>
          </p:cNvPr>
          <p:cNvSpPr txBox="1"/>
          <p:nvPr/>
        </p:nvSpPr>
        <p:spPr>
          <a:xfrm>
            <a:off x="4916396" y="3616946"/>
            <a:ext cx="1395663" cy="2677656"/>
          </a:xfrm>
          <a:prstGeom prst="rect">
            <a:avLst/>
          </a:prstGeom>
          <a:solidFill>
            <a:schemeClr val="accent6">
              <a:lumMod val="5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altLang="zh-TW" sz="2400" dirty="0">
                <a:latin typeface="Consolas" panose="020B0609020204030204" pitchFamily="49" charset="0"/>
              </a:rPr>
              <a:t>6 7</a:t>
            </a:r>
          </a:p>
          <a:p>
            <a:r>
              <a:rPr lang="en-US" altLang="zh-TW" sz="2400" dirty="0">
                <a:latin typeface="Consolas" panose="020B0609020204030204" pitchFamily="49" charset="0"/>
              </a:rPr>
              <a:t>#######</a:t>
            </a:r>
          </a:p>
          <a:p>
            <a:r>
              <a:rPr lang="en-US" altLang="zh-TW" sz="2400" dirty="0">
                <a:latin typeface="Consolas" panose="020B0609020204030204" pitchFamily="49" charset="0"/>
              </a:rPr>
              <a:t>##</a:t>
            </a:r>
            <a:r>
              <a:rPr lang="en-US" altLang="zh-TW" sz="2400" dirty="0">
                <a:solidFill>
                  <a:srgbClr val="FFFF00"/>
                </a:solidFill>
                <a:latin typeface="Consolas" panose="020B0609020204030204" pitchFamily="49" charset="0"/>
              </a:rPr>
              <a:t>S...</a:t>
            </a:r>
            <a:r>
              <a:rPr lang="en-US" altLang="zh-TW" sz="2400" dirty="0">
                <a:latin typeface="Consolas" panose="020B0609020204030204" pitchFamily="49" charset="0"/>
              </a:rPr>
              <a:t>#</a:t>
            </a:r>
          </a:p>
          <a:p>
            <a:r>
              <a:rPr lang="en-US" altLang="zh-TW" sz="2400" dirty="0">
                <a:latin typeface="Consolas" panose="020B0609020204030204" pitchFamily="49" charset="0"/>
              </a:rPr>
              <a:t>#...#</a:t>
            </a:r>
            <a:r>
              <a:rPr lang="en-US" altLang="zh-TW" sz="2400" dirty="0">
                <a:solidFill>
                  <a:srgbClr val="FFFF00"/>
                </a:solidFill>
                <a:latin typeface="Consolas" panose="020B0609020204030204" pitchFamily="49" charset="0"/>
              </a:rPr>
              <a:t>.</a:t>
            </a:r>
            <a:r>
              <a:rPr lang="en-US" altLang="zh-TW" sz="2400" dirty="0">
                <a:latin typeface="Consolas" panose="020B0609020204030204" pitchFamily="49" charset="0"/>
              </a:rPr>
              <a:t>#</a:t>
            </a:r>
          </a:p>
          <a:p>
            <a:r>
              <a:rPr lang="en-US" altLang="zh-TW" sz="2400" dirty="0">
                <a:latin typeface="Consolas" panose="020B0609020204030204" pitchFamily="49" charset="0"/>
              </a:rPr>
              <a:t>#.##</a:t>
            </a:r>
            <a:r>
              <a:rPr lang="en-US" altLang="zh-TW" sz="2400" dirty="0">
                <a:solidFill>
                  <a:srgbClr val="FFFF00"/>
                </a:solidFill>
                <a:latin typeface="Consolas" panose="020B0609020204030204" pitchFamily="49" charset="0"/>
              </a:rPr>
              <a:t>E.</a:t>
            </a:r>
            <a:r>
              <a:rPr lang="en-US" altLang="zh-TW" sz="2400" dirty="0">
                <a:latin typeface="Consolas" panose="020B0609020204030204" pitchFamily="49" charset="0"/>
              </a:rPr>
              <a:t>#</a:t>
            </a:r>
          </a:p>
          <a:p>
            <a:r>
              <a:rPr lang="en-US" altLang="zh-TW" sz="2400" dirty="0">
                <a:latin typeface="Consolas" panose="020B0609020204030204" pitchFamily="49" charset="0"/>
              </a:rPr>
              <a:t>#.....#</a:t>
            </a:r>
          </a:p>
          <a:p>
            <a:r>
              <a:rPr lang="en-US" altLang="zh-TW" sz="2400" dirty="0">
                <a:latin typeface="Consolas" panose="020B0609020204030204" pitchFamily="49" charset="0"/>
              </a:rPr>
              <a:t>#######</a:t>
            </a:r>
            <a:endParaRPr lang="zh-TW" altLang="en-US" sz="2400" dirty="0">
              <a:latin typeface="Consolas" panose="020B0609020204030204" pitchFamily="49" charset="0"/>
            </a:endParaRPr>
          </a:p>
        </p:txBody>
      </p:sp>
      <p:grpSp>
        <p:nvGrpSpPr>
          <p:cNvPr id="11" name="群組 10">
            <a:extLst>
              <a:ext uri="{FF2B5EF4-FFF2-40B4-BE49-F238E27FC236}">
                <a16:creationId xmlns:a16="http://schemas.microsoft.com/office/drawing/2014/main" id="{ACE60251-68FF-4BF2-B79A-8D187E374012}"/>
              </a:ext>
            </a:extLst>
          </p:cNvPr>
          <p:cNvGrpSpPr>
            <a:grpSpLocks noChangeAspect="1"/>
          </p:cNvGrpSpPr>
          <p:nvPr/>
        </p:nvGrpSpPr>
        <p:grpSpPr>
          <a:xfrm>
            <a:off x="8181474" y="3616947"/>
            <a:ext cx="2654968" cy="2701915"/>
            <a:chOff x="7213350" y="3429001"/>
            <a:chExt cx="3214018" cy="3270851"/>
          </a:xfrm>
        </p:grpSpPr>
        <p:sp>
          <p:nvSpPr>
            <p:cNvPr id="6" name="箭號: 向右 5">
              <a:extLst>
                <a:ext uri="{FF2B5EF4-FFF2-40B4-BE49-F238E27FC236}">
                  <a16:creationId xmlns:a16="http://schemas.microsoft.com/office/drawing/2014/main" id="{247DE26F-D6F9-4995-9B11-E558A354D834}"/>
                </a:ext>
              </a:extLst>
            </p:cNvPr>
            <p:cNvSpPr/>
            <p:nvPr/>
          </p:nvSpPr>
          <p:spPr>
            <a:xfrm>
              <a:off x="9248274" y="4891973"/>
              <a:ext cx="1179094" cy="344905"/>
            </a:xfrm>
            <a:prstGeom prst="rightArrow">
              <a:avLst/>
            </a:prstGeom>
            <a:solidFill>
              <a:srgbClr val="FF0000"/>
            </a:solidFill>
            <a:ln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7" name="箭號: 向右 6">
              <a:extLst>
                <a:ext uri="{FF2B5EF4-FFF2-40B4-BE49-F238E27FC236}">
                  <a16:creationId xmlns:a16="http://schemas.microsoft.com/office/drawing/2014/main" id="{D7B97C79-E32D-4E3B-8A58-D7BE82F8618A}"/>
                </a:ext>
              </a:extLst>
            </p:cNvPr>
            <p:cNvSpPr/>
            <p:nvPr/>
          </p:nvSpPr>
          <p:spPr>
            <a:xfrm rot="5400000">
              <a:off x="8238832" y="5937852"/>
              <a:ext cx="1179094" cy="344905"/>
            </a:xfrm>
            <a:prstGeom prst="rightArrow">
              <a:avLst/>
            </a:prstGeom>
            <a:solidFill>
              <a:srgbClr val="FF0000"/>
            </a:solidFill>
            <a:ln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 dirty="0"/>
            </a:p>
          </p:txBody>
        </p:sp>
        <p:sp>
          <p:nvSpPr>
            <p:cNvPr id="8" name="箭號: 向右 7">
              <a:extLst>
                <a:ext uri="{FF2B5EF4-FFF2-40B4-BE49-F238E27FC236}">
                  <a16:creationId xmlns:a16="http://schemas.microsoft.com/office/drawing/2014/main" id="{A32E4B56-8B90-47C2-92C4-5E9848C56BAB}"/>
                </a:ext>
              </a:extLst>
            </p:cNvPr>
            <p:cNvSpPr/>
            <p:nvPr/>
          </p:nvSpPr>
          <p:spPr>
            <a:xfrm rot="16200000">
              <a:off x="8238832" y="3846095"/>
              <a:ext cx="1179094" cy="344905"/>
            </a:xfrm>
            <a:prstGeom prst="rightArrow">
              <a:avLst/>
            </a:prstGeom>
            <a:solidFill>
              <a:srgbClr val="FF0000"/>
            </a:solidFill>
            <a:ln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9" name="箭號: 向右 8">
              <a:extLst>
                <a:ext uri="{FF2B5EF4-FFF2-40B4-BE49-F238E27FC236}">
                  <a16:creationId xmlns:a16="http://schemas.microsoft.com/office/drawing/2014/main" id="{CC69319F-38AB-4D0B-958A-B999FAB8D880}"/>
                </a:ext>
              </a:extLst>
            </p:cNvPr>
            <p:cNvSpPr/>
            <p:nvPr/>
          </p:nvSpPr>
          <p:spPr>
            <a:xfrm flipH="1">
              <a:off x="7213350" y="4891973"/>
              <a:ext cx="1179094" cy="344905"/>
            </a:xfrm>
            <a:prstGeom prst="rightArrow">
              <a:avLst/>
            </a:prstGeom>
            <a:solidFill>
              <a:srgbClr val="FF0000"/>
            </a:solidFill>
            <a:ln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10" name="橢圓 9">
              <a:extLst>
                <a:ext uri="{FF2B5EF4-FFF2-40B4-BE49-F238E27FC236}">
                  <a16:creationId xmlns:a16="http://schemas.microsoft.com/office/drawing/2014/main" id="{F92B5B3B-1364-48A5-86D5-D88003A249E5}"/>
                </a:ext>
              </a:extLst>
            </p:cNvPr>
            <p:cNvSpPr/>
            <p:nvPr/>
          </p:nvSpPr>
          <p:spPr>
            <a:xfrm>
              <a:off x="8392444" y="4608095"/>
              <a:ext cx="855830" cy="912662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</p:grpSp>
      <p:sp>
        <p:nvSpPr>
          <p:cNvPr id="12" name="文字方塊 11">
            <a:extLst>
              <a:ext uri="{FF2B5EF4-FFF2-40B4-BE49-F238E27FC236}">
                <a16:creationId xmlns:a16="http://schemas.microsoft.com/office/drawing/2014/main" id="{1EB0CEB8-8206-47CE-9F83-BAF882EF2174}"/>
              </a:ext>
            </a:extLst>
          </p:cNvPr>
          <p:cNvSpPr txBox="1"/>
          <p:nvPr/>
        </p:nvSpPr>
        <p:spPr>
          <a:xfrm>
            <a:off x="5291061" y="6382284"/>
            <a:ext cx="6463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TW" altLang="en-US" dirty="0">
                <a:latin typeface="STHeiti TC" panose="02000000000000000000" pitchFamily="2" charset="-120"/>
                <a:ea typeface="STHeiti TC" panose="02000000000000000000" pitchFamily="2" charset="-120"/>
              </a:rPr>
              <a:t>輸入</a:t>
            </a:r>
          </a:p>
        </p:txBody>
      </p:sp>
      <p:sp>
        <p:nvSpPr>
          <p:cNvPr id="13" name="文字方塊 12">
            <a:extLst>
              <a:ext uri="{FF2B5EF4-FFF2-40B4-BE49-F238E27FC236}">
                <a16:creationId xmlns:a16="http://schemas.microsoft.com/office/drawing/2014/main" id="{3FD34A35-42FD-47BD-BCA5-B2E1259703C8}"/>
              </a:ext>
            </a:extLst>
          </p:cNvPr>
          <p:cNvSpPr txBox="1"/>
          <p:nvPr/>
        </p:nvSpPr>
        <p:spPr>
          <a:xfrm>
            <a:off x="6356824" y="4771108"/>
            <a:ext cx="100380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TW" altLang="en-US" dirty="0">
                <a:latin typeface="STHeiti TC" panose="02000000000000000000" pitchFamily="2" charset="-120"/>
                <a:ea typeface="STHeiti TC" panose="02000000000000000000" pitchFamily="2" charset="-120"/>
              </a:rPr>
              <a:t>輸出：</a:t>
            </a:r>
            <a:r>
              <a:rPr lang="en-US" altLang="zh-TW" dirty="0">
                <a:latin typeface="Consolas" panose="020B0609020204030204" pitchFamily="49" charset="0"/>
              </a:rPr>
              <a:t>6</a:t>
            </a:r>
            <a:endParaRPr lang="zh-TW" altLang="en-US" dirty="0"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361062127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Char"/>
      </p:transition>
    </mc:Choice>
    <mc:Fallback xmlns="">
      <p:transition spd="slow">
        <p:fade/>
      </p:transition>
    </mc:Fallback>
  </mc:AlternateContent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732C8D34-F284-44D2-A973-17221D1582E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 cap="none" dirty="0">
                <a:latin typeface="STHeiti TC" panose="02000000000000000000" pitchFamily="2" charset="-120"/>
                <a:ea typeface="STHeiti TC" panose="02000000000000000000" pitchFamily="2" charset="-120"/>
              </a:rPr>
              <a:t>遞迴</a:t>
            </a:r>
            <a:r>
              <a:rPr lang="en-US" altLang="zh-TW" cap="none" dirty="0">
                <a:latin typeface="Consolas" panose="020B0609020204030204" pitchFamily="49" charset="0"/>
              </a:rPr>
              <a:t> – </a:t>
            </a:r>
            <a:r>
              <a:rPr lang="zh-TW" altLang="en-US" cap="none" dirty="0">
                <a:latin typeface="STHeiti TC" panose="02000000000000000000" pitchFamily="2" charset="-120"/>
                <a:ea typeface="STHeiti TC" panose="02000000000000000000" pitchFamily="2" charset="-120"/>
              </a:rPr>
              <a:t>範例：迷宮</a:t>
            </a:r>
            <a:r>
              <a:rPr lang="en-US" altLang="zh-TW" cap="none" dirty="0">
                <a:latin typeface="Consolas" panose="020B0609020204030204" pitchFamily="49" charset="0"/>
              </a:rPr>
              <a:t> </a:t>
            </a:r>
            <a:r>
              <a:rPr lang="en-US" altLang="zh-TW" cap="none" dirty="0">
                <a:solidFill>
                  <a:srgbClr val="FFFF00"/>
                </a:solidFill>
                <a:latin typeface="Consolas" panose="020B0609020204030204" pitchFamily="49" charset="0"/>
              </a:rPr>
              <a:t>| </a:t>
            </a:r>
            <a:r>
              <a:rPr lang="zh-TW" altLang="en-US" cap="none" dirty="0">
                <a:solidFill>
                  <a:srgbClr val="FFFF00"/>
                </a:solidFill>
                <a:latin typeface="STHeiti TC" panose="02000000000000000000" pitchFamily="2" charset="-120"/>
                <a:ea typeface="STHeiti TC" panose="02000000000000000000" pitchFamily="2" charset="-120"/>
              </a:rPr>
              <a:t>變數</a:t>
            </a:r>
          </a:p>
        </p:txBody>
      </p:sp>
      <p:pic>
        <p:nvPicPr>
          <p:cNvPr id="5" name="圖片 4">
            <a:extLst>
              <a:ext uri="{FF2B5EF4-FFF2-40B4-BE49-F238E27FC236}">
                <a16:creationId xmlns:a16="http://schemas.microsoft.com/office/drawing/2014/main" id="{21FF5D9B-7F6D-4903-8146-96A92B474A0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41413" y="2910393"/>
            <a:ext cx="9298522" cy="1003222"/>
          </a:xfrm>
          <a:prstGeom prst="rect">
            <a:avLst/>
          </a:prstGeom>
        </p:spPr>
      </p:pic>
      <p:sp>
        <p:nvSpPr>
          <p:cNvPr id="6" name="文字方塊 5">
            <a:extLst>
              <a:ext uri="{FF2B5EF4-FFF2-40B4-BE49-F238E27FC236}">
                <a16:creationId xmlns:a16="http://schemas.microsoft.com/office/drawing/2014/main" id="{9F8BE6BA-ECE1-486E-A59A-F3B6AF4EFDEB}"/>
              </a:ext>
            </a:extLst>
          </p:cNvPr>
          <p:cNvSpPr txBox="1"/>
          <p:nvPr/>
        </p:nvSpPr>
        <p:spPr>
          <a:xfrm>
            <a:off x="1141413" y="4309408"/>
            <a:ext cx="10780294" cy="19389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TW" sz="2400" dirty="0">
                <a:latin typeface="Consolas" panose="020B0609020204030204" pitchFamily="49" charset="0"/>
              </a:rPr>
              <a:t>R: </a:t>
            </a:r>
            <a:r>
              <a:rPr lang="zh-TW" altLang="en-US" sz="2400" dirty="0">
                <a:latin typeface="STHeiti TC" panose="02000000000000000000" pitchFamily="2" charset="-120"/>
                <a:ea typeface="STHeiti TC" panose="02000000000000000000" pitchFamily="2" charset="-120"/>
              </a:rPr>
              <a:t>迷宮高度</a:t>
            </a:r>
            <a:endParaRPr lang="en-US" altLang="zh-TW" sz="2400" dirty="0">
              <a:latin typeface="STHeiti TC" panose="02000000000000000000" pitchFamily="2" charset="-120"/>
              <a:ea typeface="STHeiti TC" panose="02000000000000000000" pitchFamily="2" charset="-120"/>
            </a:endParaRPr>
          </a:p>
          <a:p>
            <a:r>
              <a:rPr lang="en-US" altLang="zh-TW" sz="2400" dirty="0">
                <a:latin typeface="Consolas" panose="020B0609020204030204" pitchFamily="49" charset="0"/>
              </a:rPr>
              <a:t>C: </a:t>
            </a:r>
            <a:r>
              <a:rPr lang="zh-TW" altLang="en-US" sz="2400" dirty="0">
                <a:latin typeface="STHeiti TC" panose="02000000000000000000" pitchFamily="2" charset="-120"/>
                <a:ea typeface="STHeiti TC" panose="02000000000000000000" pitchFamily="2" charset="-120"/>
              </a:rPr>
              <a:t>迷宮寬度</a:t>
            </a:r>
            <a:endParaRPr lang="en-US" altLang="zh-TW" sz="2400" dirty="0">
              <a:latin typeface="STHeiti TC" panose="02000000000000000000" pitchFamily="2" charset="-120"/>
              <a:ea typeface="STHeiti TC" panose="02000000000000000000" pitchFamily="2" charset="-120"/>
            </a:endParaRPr>
          </a:p>
          <a:p>
            <a:r>
              <a:rPr lang="en-US" altLang="zh-TW" sz="2400" dirty="0">
                <a:latin typeface="Consolas" panose="020B0609020204030204" pitchFamily="49" charset="0"/>
              </a:rPr>
              <a:t>Start[2]: </a:t>
            </a:r>
            <a:r>
              <a:rPr lang="zh-TW" altLang="en-US" sz="2400" dirty="0">
                <a:latin typeface="STHeiti TC" panose="02000000000000000000" pitchFamily="2" charset="-120"/>
                <a:ea typeface="STHeiti TC" panose="02000000000000000000" pitchFamily="2" charset="-120"/>
              </a:rPr>
              <a:t>起點座標</a:t>
            </a:r>
            <a:endParaRPr lang="en-US" altLang="zh-TW" sz="2400" dirty="0">
              <a:latin typeface="STHeiti TC" panose="02000000000000000000" pitchFamily="2" charset="-120"/>
              <a:ea typeface="STHeiti TC" panose="02000000000000000000" pitchFamily="2" charset="-120"/>
            </a:endParaRPr>
          </a:p>
          <a:p>
            <a:r>
              <a:rPr lang="en-US" altLang="zh-TW" sz="2400" dirty="0" err="1">
                <a:latin typeface="Consolas" panose="020B0609020204030204" pitchFamily="49" charset="0"/>
              </a:rPr>
              <a:t>min_distance</a:t>
            </a:r>
            <a:r>
              <a:rPr lang="en-US" altLang="zh-TW" sz="2400" dirty="0">
                <a:latin typeface="Consolas" panose="020B0609020204030204" pitchFamily="49" charset="0"/>
              </a:rPr>
              <a:t>: </a:t>
            </a:r>
            <a:r>
              <a:rPr lang="zh-TW" altLang="en-US" sz="2400" dirty="0">
                <a:latin typeface="STHeiti TC" panose="02000000000000000000" pitchFamily="2" charset="-120"/>
                <a:ea typeface="STHeiti TC" panose="02000000000000000000" pitchFamily="2" charset="-120"/>
              </a:rPr>
              <a:t>已知最小步數</a:t>
            </a:r>
            <a:endParaRPr lang="en-US" altLang="zh-TW" sz="2400" dirty="0">
              <a:latin typeface="STHeiti TC" panose="02000000000000000000" pitchFamily="2" charset="-120"/>
              <a:ea typeface="STHeiti TC" panose="02000000000000000000" pitchFamily="2" charset="-120"/>
            </a:endParaRPr>
          </a:p>
          <a:p>
            <a:r>
              <a:rPr lang="en-US" altLang="zh-TW" sz="2400" dirty="0">
                <a:latin typeface="Consolas" panose="020B0609020204030204" pitchFamily="49" charset="0"/>
              </a:rPr>
              <a:t>map: </a:t>
            </a:r>
            <a:r>
              <a:rPr lang="zh-TW" altLang="en-US" sz="2400" dirty="0">
                <a:latin typeface="STHeiti TC" panose="02000000000000000000" pitchFamily="2" charset="-120"/>
                <a:ea typeface="STHeiti TC" panose="02000000000000000000" pitchFamily="2" charset="-120"/>
              </a:rPr>
              <a:t>存放地圖資訊</a:t>
            </a:r>
          </a:p>
        </p:txBody>
      </p:sp>
    </p:spTree>
    <p:extLst>
      <p:ext uri="{BB962C8B-B14F-4D97-AF65-F5344CB8AC3E}">
        <p14:creationId xmlns:p14="http://schemas.microsoft.com/office/powerpoint/2010/main" val="1756356236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Char"/>
      </p:transition>
    </mc:Choice>
    <mc:Fallback xmlns="">
      <p:transition spd="slow">
        <p:fade/>
      </p:transition>
    </mc:Fallback>
  </mc:AlternateContent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8CD6E9AF-8035-4342-AC6E-A7EBE27A5BA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 cap="none" dirty="0">
                <a:latin typeface="STHeiti TC" panose="02000000000000000000" pitchFamily="2" charset="-120"/>
                <a:ea typeface="STHeiti TC" panose="02000000000000000000" pitchFamily="2" charset="-120"/>
              </a:rPr>
              <a:t>遞迴</a:t>
            </a:r>
            <a:r>
              <a:rPr lang="en-US" altLang="zh-TW" cap="none" dirty="0">
                <a:latin typeface="Consolas" panose="020B0609020204030204" pitchFamily="49" charset="0"/>
              </a:rPr>
              <a:t> – </a:t>
            </a:r>
            <a:r>
              <a:rPr lang="zh-TW" altLang="en-US" cap="none" dirty="0">
                <a:latin typeface="STHeiti TC" panose="02000000000000000000" pitchFamily="2" charset="-120"/>
                <a:ea typeface="STHeiti TC" panose="02000000000000000000" pitchFamily="2" charset="-120"/>
              </a:rPr>
              <a:t>範例：迷宮</a:t>
            </a:r>
            <a:r>
              <a:rPr lang="en-US" altLang="zh-TW" cap="none" dirty="0">
                <a:latin typeface="Consolas" panose="020B0609020204030204" pitchFamily="49" charset="0"/>
              </a:rPr>
              <a:t> </a:t>
            </a:r>
            <a:r>
              <a:rPr lang="en-US" altLang="zh-TW" cap="none" dirty="0">
                <a:solidFill>
                  <a:srgbClr val="FFFF00"/>
                </a:solidFill>
                <a:latin typeface="Consolas" panose="020B0609020204030204" pitchFamily="49" charset="0"/>
              </a:rPr>
              <a:t>| Main </a:t>
            </a:r>
            <a:r>
              <a:rPr lang="zh-TW" altLang="en-US" cap="none" dirty="0">
                <a:solidFill>
                  <a:srgbClr val="FFFF00"/>
                </a:solidFill>
                <a:latin typeface="STHeiti TC" panose="02000000000000000000" pitchFamily="2" charset="-120"/>
                <a:ea typeface="STHeiti TC" panose="02000000000000000000" pitchFamily="2" charset="-120"/>
              </a:rPr>
              <a:t>函式</a:t>
            </a:r>
            <a:endParaRPr lang="zh-TW" altLang="en-US" dirty="0">
              <a:solidFill>
                <a:srgbClr val="FFFF00"/>
              </a:solidFill>
              <a:latin typeface="STHeiti TC" panose="02000000000000000000" pitchFamily="2" charset="-120"/>
              <a:ea typeface="STHeiti TC" panose="02000000000000000000" pitchFamily="2" charset="-120"/>
            </a:endParaRPr>
          </a:p>
        </p:txBody>
      </p:sp>
      <p:pic>
        <p:nvPicPr>
          <p:cNvPr id="4" name="圖片 3">
            <a:extLst>
              <a:ext uri="{FF2B5EF4-FFF2-40B4-BE49-F238E27FC236}">
                <a16:creationId xmlns:a16="http://schemas.microsoft.com/office/drawing/2014/main" id="{F071DCB7-7D84-422E-827E-9DAB7A40D4E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41413" y="2514600"/>
            <a:ext cx="4591691" cy="3991532"/>
          </a:xfrm>
          <a:prstGeom prst="rect">
            <a:avLst/>
          </a:prstGeom>
        </p:spPr>
      </p:pic>
      <p:sp>
        <p:nvSpPr>
          <p:cNvPr id="5" name="文字方塊 4">
            <a:extLst>
              <a:ext uri="{FF2B5EF4-FFF2-40B4-BE49-F238E27FC236}">
                <a16:creationId xmlns:a16="http://schemas.microsoft.com/office/drawing/2014/main" id="{22E44283-471B-4785-95AC-C77C4E86C63A}"/>
              </a:ext>
            </a:extLst>
          </p:cNvPr>
          <p:cNvSpPr txBox="1"/>
          <p:nvPr/>
        </p:nvSpPr>
        <p:spPr>
          <a:xfrm>
            <a:off x="8124818" y="3004573"/>
            <a:ext cx="1395663" cy="2677656"/>
          </a:xfrm>
          <a:prstGeom prst="rect">
            <a:avLst/>
          </a:prstGeom>
          <a:solidFill>
            <a:schemeClr val="accent6">
              <a:lumMod val="5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altLang="zh-TW" sz="2400" dirty="0">
                <a:latin typeface="Consolas" panose="020B0609020204030204" pitchFamily="49" charset="0"/>
              </a:rPr>
              <a:t>6 7</a:t>
            </a:r>
          </a:p>
          <a:p>
            <a:r>
              <a:rPr lang="en-US" altLang="zh-TW" sz="2400" dirty="0">
                <a:latin typeface="Consolas" panose="020B0609020204030204" pitchFamily="49" charset="0"/>
              </a:rPr>
              <a:t>#######</a:t>
            </a:r>
          </a:p>
          <a:p>
            <a:r>
              <a:rPr lang="en-US" altLang="zh-TW" sz="2400" dirty="0">
                <a:latin typeface="Consolas" panose="020B0609020204030204" pitchFamily="49" charset="0"/>
              </a:rPr>
              <a:t>##</a:t>
            </a:r>
            <a:r>
              <a:rPr lang="en-US" altLang="zh-TW" sz="2400" dirty="0">
                <a:solidFill>
                  <a:srgbClr val="FFFF00"/>
                </a:solidFill>
                <a:latin typeface="Consolas" panose="020B0609020204030204" pitchFamily="49" charset="0"/>
              </a:rPr>
              <a:t>S...</a:t>
            </a:r>
            <a:r>
              <a:rPr lang="en-US" altLang="zh-TW" sz="2400" dirty="0">
                <a:latin typeface="Consolas" panose="020B0609020204030204" pitchFamily="49" charset="0"/>
              </a:rPr>
              <a:t>#</a:t>
            </a:r>
          </a:p>
          <a:p>
            <a:r>
              <a:rPr lang="en-US" altLang="zh-TW" sz="2400" dirty="0">
                <a:latin typeface="Consolas" panose="020B0609020204030204" pitchFamily="49" charset="0"/>
              </a:rPr>
              <a:t>#...#</a:t>
            </a:r>
            <a:r>
              <a:rPr lang="en-US" altLang="zh-TW" sz="2400" dirty="0">
                <a:solidFill>
                  <a:srgbClr val="FFFF00"/>
                </a:solidFill>
                <a:latin typeface="Consolas" panose="020B0609020204030204" pitchFamily="49" charset="0"/>
              </a:rPr>
              <a:t>.</a:t>
            </a:r>
            <a:r>
              <a:rPr lang="en-US" altLang="zh-TW" sz="2400" dirty="0">
                <a:latin typeface="Consolas" panose="020B0609020204030204" pitchFamily="49" charset="0"/>
              </a:rPr>
              <a:t>#</a:t>
            </a:r>
          </a:p>
          <a:p>
            <a:r>
              <a:rPr lang="en-US" altLang="zh-TW" sz="2400" dirty="0">
                <a:latin typeface="Consolas" panose="020B0609020204030204" pitchFamily="49" charset="0"/>
              </a:rPr>
              <a:t>#.##</a:t>
            </a:r>
            <a:r>
              <a:rPr lang="en-US" altLang="zh-TW" sz="2400" dirty="0">
                <a:solidFill>
                  <a:srgbClr val="FFFF00"/>
                </a:solidFill>
                <a:latin typeface="Consolas" panose="020B0609020204030204" pitchFamily="49" charset="0"/>
              </a:rPr>
              <a:t>E.</a:t>
            </a:r>
            <a:r>
              <a:rPr lang="en-US" altLang="zh-TW" sz="2400" dirty="0">
                <a:latin typeface="Consolas" panose="020B0609020204030204" pitchFamily="49" charset="0"/>
              </a:rPr>
              <a:t>#</a:t>
            </a:r>
          </a:p>
          <a:p>
            <a:r>
              <a:rPr lang="en-US" altLang="zh-TW" sz="2400" dirty="0">
                <a:latin typeface="Consolas" panose="020B0609020204030204" pitchFamily="49" charset="0"/>
              </a:rPr>
              <a:t>#.....#</a:t>
            </a:r>
          </a:p>
          <a:p>
            <a:r>
              <a:rPr lang="en-US" altLang="zh-TW" sz="2400" dirty="0">
                <a:latin typeface="Consolas" panose="020B0609020204030204" pitchFamily="49" charset="0"/>
              </a:rPr>
              <a:t>#######</a:t>
            </a:r>
            <a:endParaRPr lang="zh-TW" altLang="en-US" sz="2400" dirty="0">
              <a:latin typeface="Consolas" panose="020B0609020204030204" pitchFamily="49" charset="0"/>
            </a:endParaRPr>
          </a:p>
        </p:txBody>
      </p:sp>
      <p:sp>
        <p:nvSpPr>
          <p:cNvPr id="6" name="文字方塊 5">
            <a:extLst>
              <a:ext uri="{FF2B5EF4-FFF2-40B4-BE49-F238E27FC236}">
                <a16:creationId xmlns:a16="http://schemas.microsoft.com/office/drawing/2014/main" id="{CBADFFBA-FC02-483D-BC75-FC90183D9504}"/>
              </a:ext>
            </a:extLst>
          </p:cNvPr>
          <p:cNvSpPr txBox="1"/>
          <p:nvPr/>
        </p:nvSpPr>
        <p:spPr>
          <a:xfrm>
            <a:off x="8499483" y="5737324"/>
            <a:ext cx="6463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TW" altLang="en-US" dirty="0">
                <a:latin typeface="STHeiti TC" panose="02000000000000000000" pitchFamily="2" charset="-120"/>
                <a:ea typeface="STHeiti TC" panose="02000000000000000000" pitchFamily="2" charset="-120"/>
              </a:rPr>
              <a:t>輸入</a:t>
            </a:r>
          </a:p>
        </p:txBody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738D1CD1-9484-491B-99C4-0BBCAD03F910}"/>
              </a:ext>
            </a:extLst>
          </p:cNvPr>
          <p:cNvSpPr/>
          <p:nvPr/>
        </p:nvSpPr>
        <p:spPr>
          <a:xfrm>
            <a:off x="1141413" y="2514600"/>
            <a:ext cx="2893176" cy="621632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A7EC1362-AECC-4810-9D94-3978531329DE}"/>
              </a:ext>
            </a:extLst>
          </p:cNvPr>
          <p:cNvSpPr/>
          <p:nvPr/>
        </p:nvSpPr>
        <p:spPr>
          <a:xfrm>
            <a:off x="8124818" y="3004573"/>
            <a:ext cx="682298" cy="424428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587D3BD3-571C-4C21-90BE-B928ADCABA73}"/>
              </a:ext>
            </a:extLst>
          </p:cNvPr>
          <p:cNvSpPr/>
          <p:nvPr/>
        </p:nvSpPr>
        <p:spPr>
          <a:xfrm>
            <a:off x="1141413" y="3429000"/>
            <a:ext cx="4591691" cy="3077132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197398BE-C693-4FF9-A907-15385BE299CF}"/>
              </a:ext>
            </a:extLst>
          </p:cNvPr>
          <p:cNvSpPr/>
          <p:nvPr/>
        </p:nvSpPr>
        <p:spPr>
          <a:xfrm>
            <a:off x="8124818" y="3429000"/>
            <a:ext cx="1395663" cy="2253229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772986048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Char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10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5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0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8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  <p:bldP spid="7" grpId="1" animBg="1"/>
      <p:bldP spid="8" grpId="0" animBg="1"/>
      <p:bldP spid="8" grpId="1" animBg="1"/>
      <p:bldP spid="9" grpId="0" animBg="1"/>
      <p:bldP spid="10" grpId="0" animBg="1"/>
    </p:bldLst>
  </p:timing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8CD6E9AF-8035-4342-AC6E-A7EBE27A5BA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 cap="none" dirty="0">
                <a:latin typeface="STHeiti TC" panose="02000000000000000000" pitchFamily="2" charset="-120"/>
                <a:ea typeface="STHeiti TC" panose="02000000000000000000" pitchFamily="2" charset="-120"/>
              </a:rPr>
              <a:t>遞迴</a:t>
            </a:r>
            <a:r>
              <a:rPr lang="en-US" altLang="zh-TW" cap="none" dirty="0">
                <a:latin typeface="Consolas" panose="020B0609020204030204" pitchFamily="49" charset="0"/>
              </a:rPr>
              <a:t> – </a:t>
            </a:r>
            <a:r>
              <a:rPr lang="zh-TW" altLang="en-US" cap="none" dirty="0">
                <a:latin typeface="STHeiti TC" panose="02000000000000000000" pitchFamily="2" charset="-120"/>
                <a:ea typeface="STHeiti TC" panose="02000000000000000000" pitchFamily="2" charset="-120"/>
              </a:rPr>
              <a:t>範例：迷宮</a:t>
            </a:r>
            <a:r>
              <a:rPr lang="en-US" altLang="zh-TW" cap="none" dirty="0">
                <a:latin typeface="Consolas" panose="020B0609020204030204" pitchFamily="49" charset="0"/>
              </a:rPr>
              <a:t> </a:t>
            </a:r>
            <a:r>
              <a:rPr lang="en-US" altLang="zh-TW" cap="none" dirty="0">
                <a:solidFill>
                  <a:srgbClr val="FFFF00"/>
                </a:solidFill>
                <a:latin typeface="Consolas" panose="020B0609020204030204" pitchFamily="49" charset="0"/>
              </a:rPr>
              <a:t>| Main </a:t>
            </a:r>
            <a:r>
              <a:rPr lang="zh-TW" altLang="en-US" cap="none" dirty="0">
                <a:solidFill>
                  <a:srgbClr val="FFFF00"/>
                </a:solidFill>
                <a:latin typeface="STHeiti TC" panose="02000000000000000000" pitchFamily="2" charset="-120"/>
                <a:ea typeface="STHeiti TC" panose="02000000000000000000" pitchFamily="2" charset="-120"/>
              </a:rPr>
              <a:t>函式</a:t>
            </a:r>
            <a:endParaRPr lang="zh-TW" altLang="en-US" dirty="0">
              <a:solidFill>
                <a:srgbClr val="FFFF00"/>
              </a:solidFill>
              <a:latin typeface="STHeiti TC" panose="02000000000000000000" pitchFamily="2" charset="-120"/>
              <a:ea typeface="STHeiti TC" panose="02000000000000000000" pitchFamily="2" charset="-120"/>
            </a:endParaRPr>
          </a:p>
        </p:txBody>
      </p:sp>
      <p:pic>
        <p:nvPicPr>
          <p:cNvPr id="5" name="圖片 4">
            <a:extLst>
              <a:ext uri="{FF2B5EF4-FFF2-40B4-BE49-F238E27FC236}">
                <a16:creationId xmlns:a16="http://schemas.microsoft.com/office/drawing/2014/main" id="{09947E7D-92AB-4D2F-BA77-F49C3FC83E3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45558" y="3493493"/>
            <a:ext cx="9300883" cy="169981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89503515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Char"/>
      </p:transition>
    </mc:Choice>
    <mc:Fallback xmlns="">
      <p:transition spd="slow">
        <p:fade/>
      </p:transition>
    </mc:Fallback>
  </mc:AlternateContent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7D77C5FB-2098-4AE7-BE8E-49605106F9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41412" y="609600"/>
            <a:ext cx="10593387" cy="1905000"/>
          </a:xfrm>
        </p:spPr>
        <p:txBody>
          <a:bodyPr/>
          <a:lstStyle/>
          <a:p>
            <a:r>
              <a:rPr lang="zh-TW" altLang="en-US" cap="none" dirty="0">
                <a:latin typeface="STHeiti TC" panose="02000000000000000000" pitchFamily="2" charset="-120"/>
                <a:ea typeface="STHeiti TC" panose="02000000000000000000" pitchFamily="2" charset="-120"/>
              </a:rPr>
              <a:t>遞迴</a:t>
            </a:r>
            <a:r>
              <a:rPr lang="en-US" altLang="zh-TW" cap="none" dirty="0">
                <a:latin typeface="Consolas" panose="020B0609020204030204" pitchFamily="49" charset="0"/>
              </a:rPr>
              <a:t> – </a:t>
            </a:r>
            <a:r>
              <a:rPr lang="zh-TW" altLang="en-US" cap="none" dirty="0">
                <a:latin typeface="STHeiti TC" panose="02000000000000000000" pitchFamily="2" charset="-120"/>
                <a:ea typeface="STHeiti TC" panose="02000000000000000000" pitchFamily="2" charset="-120"/>
              </a:rPr>
              <a:t>範例：迷宮</a:t>
            </a:r>
            <a:r>
              <a:rPr lang="en-US" altLang="zh-TW" cap="none" dirty="0">
                <a:latin typeface="Consolas" panose="020B0609020204030204" pitchFamily="49" charset="0"/>
              </a:rPr>
              <a:t> </a:t>
            </a:r>
            <a:r>
              <a:rPr lang="en-US" altLang="zh-TW" cap="none" dirty="0">
                <a:solidFill>
                  <a:srgbClr val="FFFF00"/>
                </a:solidFill>
                <a:latin typeface="Consolas" panose="020B0609020204030204" pitchFamily="49" charset="0"/>
              </a:rPr>
              <a:t>| </a:t>
            </a:r>
            <a:r>
              <a:rPr lang="zh-TW" altLang="en-US" cap="none" dirty="0">
                <a:solidFill>
                  <a:srgbClr val="FFFF00"/>
                </a:solidFill>
                <a:latin typeface="STHeiti TC" panose="02000000000000000000" pitchFamily="2" charset="-120"/>
                <a:ea typeface="STHeiti TC" panose="02000000000000000000" pitchFamily="2" charset="-120"/>
              </a:rPr>
              <a:t>遞迴函式</a:t>
            </a:r>
            <a:endParaRPr lang="zh-TW" altLang="en-US" dirty="0">
              <a:latin typeface="STHeiti TC" panose="02000000000000000000" pitchFamily="2" charset="-120"/>
              <a:ea typeface="STHeiti TC" panose="02000000000000000000" pitchFamily="2" charset="-120"/>
            </a:endParaRPr>
          </a:p>
        </p:txBody>
      </p:sp>
      <p:pic>
        <p:nvPicPr>
          <p:cNvPr id="5" name="圖片 4">
            <a:extLst>
              <a:ext uri="{FF2B5EF4-FFF2-40B4-BE49-F238E27FC236}">
                <a16:creationId xmlns:a16="http://schemas.microsoft.com/office/drawing/2014/main" id="{768C9875-B4EF-4F45-A2E8-C9D4C934627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41412" y="2940178"/>
            <a:ext cx="9944983" cy="488822"/>
          </a:xfrm>
          <a:prstGeom prst="rect">
            <a:avLst/>
          </a:prstGeom>
        </p:spPr>
      </p:pic>
      <p:sp>
        <p:nvSpPr>
          <p:cNvPr id="6" name="文字方塊 5">
            <a:extLst>
              <a:ext uri="{FF2B5EF4-FFF2-40B4-BE49-F238E27FC236}">
                <a16:creationId xmlns:a16="http://schemas.microsoft.com/office/drawing/2014/main" id="{A113718C-347D-4CCB-8ADD-7D460EC8D383}"/>
              </a:ext>
            </a:extLst>
          </p:cNvPr>
          <p:cNvSpPr txBox="1"/>
          <p:nvPr/>
        </p:nvSpPr>
        <p:spPr>
          <a:xfrm>
            <a:off x="5329987" y="5053262"/>
            <a:ext cx="4203032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zh-TW" altLang="en-US" sz="2400" dirty="0">
                <a:solidFill>
                  <a:srgbClr val="FF0000"/>
                </a:solidFill>
                <a:latin typeface="STHeiti TC" panose="02000000000000000000" pitchFamily="2" charset="-120"/>
                <a:ea typeface="STHeiti TC" panose="02000000000000000000" pitchFamily="2" charset="-120"/>
              </a:rPr>
              <a:t>決定參數</a:t>
            </a:r>
          </a:p>
        </p:txBody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35BA3DDF-A83C-48ED-B6A6-E14925934EFC}"/>
              </a:ext>
            </a:extLst>
          </p:cNvPr>
          <p:cNvSpPr/>
          <p:nvPr/>
        </p:nvSpPr>
        <p:spPr>
          <a:xfrm>
            <a:off x="4026568" y="2940178"/>
            <a:ext cx="6809874" cy="488822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8" name="箭號: 向下 7">
            <a:extLst>
              <a:ext uri="{FF2B5EF4-FFF2-40B4-BE49-F238E27FC236}">
                <a16:creationId xmlns:a16="http://schemas.microsoft.com/office/drawing/2014/main" id="{D270305A-230D-42FC-9E99-51D6931A6FCE}"/>
              </a:ext>
            </a:extLst>
          </p:cNvPr>
          <p:cNvSpPr/>
          <p:nvPr/>
        </p:nvSpPr>
        <p:spPr>
          <a:xfrm>
            <a:off x="7291135" y="3493167"/>
            <a:ext cx="280737" cy="1560095"/>
          </a:xfrm>
          <a:prstGeom prst="downArrow">
            <a:avLst/>
          </a:prstGeom>
          <a:solidFill>
            <a:srgbClr val="FF0000"/>
          </a:solidFill>
          <a:ln>
            <a:solidFill>
              <a:srgbClr val="C0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4087681602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Char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7" dur="2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250"/>
                            </p:stCondLst>
                            <p:childTnLst>
                              <p:par>
                                <p:cTn id="9" presetID="22" presetClass="entr" presetSubtype="1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1" dur="2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500"/>
                            </p:stCondLst>
                            <p:childTnLst>
                              <p:par>
                                <p:cTn id="13" presetID="22" presetClass="entr" presetSubtype="1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5" dur="25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/>
      <p:bldP spid="7" grpId="0" animBg="1"/>
      <p:bldP spid="8" grpId="0" animBg="1"/>
    </p:bldLst>
  </p:timing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7D77C5FB-2098-4AE7-BE8E-49605106F9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41412" y="609600"/>
            <a:ext cx="10593387" cy="1905000"/>
          </a:xfrm>
        </p:spPr>
        <p:txBody>
          <a:bodyPr/>
          <a:lstStyle/>
          <a:p>
            <a:r>
              <a:rPr lang="zh-TW" altLang="en-US" cap="none" dirty="0">
                <a:latin typeface="STHeiti TC" panose="02000000000000000000" pitchFamily="2" charset="-120"/>
                <a:ea typeface="STHeiti TC" panose="02000000000000000000" pitchFamily="2" charset="-120"/>
              </a:rPr>
              <a:t>遞迴</a:t>
            </a:r>
            <a:r>
              <a:rPr lang="en-US" altLang="zh-TW" cap="none" dirty="0">
                <a:latin typeface="Consolas" panose="020B0609020204030204" pitchFamily="49" charset="0"/>
              </a:rPr>
              <a:t> – </a:t>
            </a:r>
            <a:r>
              <a:rPr lang="zh-TW" altLang="en-US" cap="none" dirty="0">
                <a:latin typeface="STHeiti TC" panose="02000000000000000000" pitchFamily="2" charset="-120"/>
                <a:ea typeface="STHeiti TC" panose="02000000000000000000" pitchFamily="2" charset="-120"/>
              </a:rPr>
              <a:t>範例：迷宮</a:t>
            </a:r>
            <a:r>
              <a:rPr lang="en-US" altLang="zh-TW" cap="none" dirty="0">
                <a:latin typeface="Consolas" panose="020B0609020204030204" pitchFamily="49" charset="0"/>
              </a:rPr>
              <a:t> </a:t>
            </a:r>
            <a:r>
              <a:rPr lang="en-US" altLang="zh-TW" cap="none" dirty="0">
                <a:solidFill>
                  <a:srgbClr val="FFFF00"/>
                </a:solidFill>
                <a:latin typeface="Consolas" panose="020B0609020204030204" pitchFamily="49" charset="0"/>
              </a:rPr>
              <a:t>| </a:t>
            </a:r>
            <a:r>
              <a:rPr lang="zh-TW" altLang="en-US" cap="none" dirty="0">
                <a:solidFill>
                  <a:srgbClr val="FFFF00"/>
                </a:solidFill>
                <a:latin typeface="STHeiti TC" panose="02000000000000000000" pitchFamily="2" charset="-120"/>
                <a:ea typeface="STHeiti TC" panose="02000000000000000000" pitchFamily="2" charset="-120"/>
              </a:rPr>
              <a:t>遞迴函式</a:t>
            </a:r>
            <a:endParaRPr lang="zh-TW" altLang="en-US" dirty="0"/>
          </a:p>
        </p:txBody>
      </p:sp>
      <p:pic>
        <p:nvPicPr>
          <p:cNvPr id="4" name="圖片 3">
            <a:extLst>
              <a:ext uri="{FF2B5EF4-FFF2-40B4-BE49-F238E27FC236}">
                <a16:creationId xmlns:a16="http://schemas.microsoft.com/office/drawing/2014/main" id="{B4E58F45-8D58-4652-B794-CAA0CBBF306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55001" y="2763025"/>
            <a:ext cx="8881997" cy="2237874"/>
          </a:xfrm>
          <a:prstGeom prst="rect">
            <a:avLst/>
          </a:prstGeom>
        </p:spPr>
      </p:pic>
      <p:sp>
        <p:nvSpPr>
          <p:cNvPr id="9" name="文字方塊 8">
            <a:extLst>
              <a:ext uri="{FF2B5EF4-FFF2-40B4-BE49-F238E27FC236}">
                <a16:creationId xmlns:a16="http://schemas.microsoft.com/office/drawing/2014/main" id="{87C34A4B-E457-42C2-8F2B-B8A4C58D9797}"/>
              </a:ext>
            </a:extLst>
          </p:cNvPr>
          <p:cNvSpPr txBox="1"/>
          <p:nvPr/>
        </p:nvSpPr>
        <p:spPr>
          <a:xfrm>
            <a:off x="5080341" y="5284964"/>
            <a:ext cx="2031325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zh-TW" altLang="en-US" sz="2400" dirty="0">
                <a:solidFill>
                  <a:srgbClr val="FF0000"/>
                </a:solidFill>
                <a:latin typeface="STHeiti TC" panose="02000000000000000000" pitchFamily="2" charset="-120"/>
                <a:ea typeface="STHeiti TC" panose="02000000000000000000" pitchFamily="2" charset="-120"/>
              </a:rPr>
              <a:t>決定停止條件</a:t>
            </a:r>
          </a:p>
        </p:txBody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244C53FB-1C57-4E12-BD5C-BA6D7D863893}"/>
              </a:ext>
            </a:extLst>
          </p:cNvPr>
          <p:cNvSpPr/>
          <p:nvPr/>
        </p:nvSpPr>
        <p:spPr>
          <a:xfrm>
            <a:off x="1655001" y="2763025"/>
            <a:ext cx="8881997" cy="2237874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466264441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Char"/>
      </p:transition>
    </mc:Choice>
    <mc:Fallback xmlns="">
      <p:transition spd="slow">
        <p:fade/>
      </p:transition>
    </mc:Fallback>
  </mc:AlternateContent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7D77C5FB-2098-4AE7-BE8E-49605106F9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41412" y="609600"/>
            <a:ext cx="10593387" cy="1905000"/>
          </a:xfrm>
        </p:spPr>
        <p:txBody>
          <a:bodyPr/>
          <a:lstStyle/>
          <a:p>
            <a:r>
              <a:rPr lang="zh-TW" altLang="en-US" cap="none" dirty="0">
                <a:latin typeface="STHeiti TC" panose="02000000000000000000" pitchFamily="2" charset="-120"/>
                <a:ea typeface="STHeiti TC" panose="02000000000000000000" pitchFamily="2" charset="-120"/>
              </a:rPr>
              <a:t>遞迴</a:t>
            </a:r>
            <a:r>
              <a:rPr lang="en-US" altLang="zh-TW" cap="none" dirty="0">
                <a:latin typeface="Consolas" panose="020B0609020204030204" pitchFamily="49" charset="0"/>
              </a:rPr>
              <a:t> – </a:t>
            </a:r>
            <a:r>
              <a:rPr lang="zh-TW" altLang="en-US" cap="none" dirty="0">
                <a:latin typeface="STHeiti TC" panose="02000000000000000000" pitchFamily="2" charset="-120"/>
                <a:ea typeface="STHeiti TC" panose="02000000000000000000" pitchFamily="2" charset="-120"/>
              </a:rPr>
              <a:t>範例：迷宮</a:t>
            </a:r>
            <a:r>
              <a:rPr lang="en-US" altLang="zh-TW" cap="none" dirty="0">
                <a:latin typeface="Consolas" panose="020B0609020204030204" pitchFamily="49" charset="0"/>
              </a:rPr>
              <a:t> </a:t>
            </a:r>
            <a:r>
              <a:rPr lang="en-US" altLang="zh-TW" cap="none" dirty="0">
                <a:solidFill>
                  <a:srgbClr val="FFFF00"/>
                </a:solidFill>
                <a:latin typeface="Consolas" panose="020B0609020204030204" pitchFamily="49" charset="0"/>
              </a:rPr>
              <a:t>| </a:t>
            </a:r>
            <a:r>
              <a:rPr lang="zh-TW" altLang="en-US" cap="none" dirty="0">
                <a:solidFill>
                  <a:srgbClr val="FFFF00"/>
                </a:solidFill>
                <a:latin typeface="STHeiti TC" panose="02000000000000000000" pitchFamily="2" charset="-120"/>
                <a:ea typeface="STHeiti TC" panose="02000000000000000000" pitchFamily="2" charset="-120"/>
              </a:rPr>
              <a:t>遞迴函式</a:t>
            </a:r>
            <a:endParaRPr lang="zh-TW" altLang="en-US" dirty="0"/>
          </a:p>
        </p:txBody>
      </p:sp>
      <p:sp>
        <p:nvSpPr>
          <p:cNvPr id="3" name="文字方塊 2">
            <a:extLst>
              <a:ext uri="{FF2B5EF4-FFF2-40B4-BE49-F238E27FC236}">
                <a16:creationId xmlns:a16="http://schemas.microsoft.com/office/drawing/2014/main" id="{36630E97-6766-4CF4-B065-4C55532B24F7}"/>
              </a:ext>
            </a:extLst>
          </p:cNvPr>
          <p:cNvSpPr txBox="1"/>
          <p:nvPr/>
        </p:nvSpPr>
        <p:spPr>
          <a:xfrm>
            <a:off x="4341394" y="2758351"/>
            <a:ext cx="3509211" cy="31700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TW" sz="4000" dirty="0">
                <a:latin typeface="Consolas" panose="020B0609020204030204" pitchFamily="49" charset="0"/>
              </a:rPr>
              <a:t>###########</a:t>
            </a:r>
          </a:p>
          <a:p>
            <a:pPr algn="ctr"/>
            <a:r>
              <a:rPr lang="en-US" altLang="zh-TW" sz="4000" dirty="0">
                <a:latin typeface="Consolas" panose="020B0609020204030204" pitchFamily="49" charset="0"/>
              </a:rPr>
              <a:t>#...#..#..#</a:t>
            </a:r>
          </a:p>
          <a:p>
            <a:pPr algn="ctr"/>
            <a:r>
              <a:rPr lang="en-US" altLang="zh-TW" sz="4000" dirty="0">
                <a:latin typeface="Consolas" panose="020B0609020204030204" pitchFamily="49" charset="0"/>
              </a:rPr>
              <a:t>#...#</a:t>
            </a:r>
            <a:r>
              <a:rPr lang="en-US" altLang="zh-TW" sz="4000" dirty="0">
                <a:highlight>
                  <a:srgbClr val="FF0000"/>
                </a:highlight>
                <a:latin typeface="Consolas" panose="020B0609020204030204" pitchFamily="49" charset="0"/>
              </a:rPr>
              <a:t>.</a:t>
            </a:r>
            <a:r>
              <a:rPr lang="en-US" altLang="zh-TW" sz="4000" dirty="0">
                <a:latin typeface="Consolas" panose="020B0609020204030204" pitchFamily="49" charset="0"/>
              </a:rPr>
              <a:t>#...#</a:t>
            </a:r>
          </a:p>
          <a:p>
            <a:pPr algn="ctr"/>
            <a:r>
              <a:rPr lang="en-US" altLang="zh-TW" sz="4000" dirty="0">
                <a:latin typeface="Consolas" panose="020B0609020204030204" pitchFamily="49" charset="0"/>
              </a:rPr>
              <a:t>#.....#...#</a:t>
            </a:r>
          </a:p>
          <a:p>
            <a:pPr algn="ctr"/>
            <a:r>
              <a:rPr lang="en-US" altLang="zh-TW" sz="4000" dirty="0">
                <a:latin typeface="Consolas" panose="020B0609020204030204" pitchFamily="49" charset="0"/>
              </a:rPr>
              <a:t>###########</a:t>
            </a:r>
            <a:endParaRPr lang="zh-TW" altLang="en-US" sz="4000" dirty="0"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582894403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Char"/>
      </p:transition>
    </mc:Choice>
    <mc:Fallback xmlns="">
      <p:transition spd="slow">
        <p:fade/>
      </p:transition>
    </mc:Fallback>
  </mc:AlternateContent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7D77C5FB-2098-4AE7-BE8E-49605106F9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41412" y="609600"/>
            <a:ext cx="10593387" cy="1905000"/>
          </a:xfrm>
        </p:spPr>
        <p:txBody>
          <a:bodyPr/>
          <a:lstStyle/>
          <a:p>
            <a:r>
              <a:rPr lang="zh-TW" altLang="en-US" cap="none" dirty="0">
                <a:latin typeface="STHeiti TC" panose="02000000000000000000" pitchFamily="2" charset="-120"/>
                <a:ea typeface="STHeiti TC" panose="02000000000000000000" pitchFamily="2" charset="-120"/>
              </a:rPr>
              <a:t>遞迴</a:t>
            </a:r>
            <a:r>
              <a:rPr lang="en-US" altLang="zh-TW" cap="none" dirty="0">
                <a:latin typeface="Consolas" panose="020B0609020204030204" pitchFamily="49" charset="0"/>
              </a:rPr>
              <a:t> – </a:t>
            </a:r>
            <a:r>
              <a:rPr lang="zh-TW" altLang="en-US" cap="none" dirty="0">
                <a:latin typeface="STHeiti TC" panose="02000000000000000000" pitchFamily="2" charset="-120"/>
                <a:ea typeface="STHeiti TC" panose="02000000000000000000" pitchFamily="2" charset="-120"/>
              </a:rPr>
              <a:t>範例：迷宮</a:t>
            </a:r>
            <a:r>
              <a:rPr lang="en-US" altLang="zh-TW" cap="none" dirty="0">
                <a:latin typeface="Consolas" panose="020B0609020204030204" pitchFamily="49" charset="0"/>
              </a:rPr>
              <a:t> </a:t>
            </a:r>
            <a:r>
              <a:rPr lang="en-US" altLang="zh-TW" cap="none" dirty="0">
                <a:solidFill>
                  <a:srgbClr val="FFFF00"/>
                </a:solidFill>
                <a:latin typeface="Consolas" panose="020B0609020204030204" pitchFamily="49" charset="0"/>
              </a:rPr>
              <a:t>| </a:t>
            </a:r>
            <a:r>
              <a:rPr lang="zh-TW" altLang="en-US" cap="none" dirty="0">
                <a:solidFill>
                  <a:srgbClr val="FFFF00"/>
                </a:solidFill>
                <a:latin typeface="STHeiti TC" panose="02000000000000000000" pitchFamily="2" charset="-120"/>
                <a:ea typeface="STHeiti TC" panose="02000000000000000000" pitchFamily="2" charset="-120"/>
              </a:rPr>
              <a:t>遞迴函式</a:t>
            </a:r>
            <a:endParaRPr lang="zh-TW" altLang="en-US" dirty="0"/>
          </a:p>
        </p:txBody>
      </p:sp>
      <p:sp>
        <p:nvSpPr>
          <p:cNvPr id="3" name="文字方塊 2">
            <a:extLst>
              <a:ext uri="{FF2B5EF4-FFF2-40B4-BE49-F238E27FC236}">
                <a16:creationId xmlns:a16="http://schemas.microsoft.com/office/drawing/2014/main" id="{36630E97-6766-4CF4-B065-4C55532B24F7}"/>
              </a:ext>
            </a:extLst>
          </p:cNvPr>
          <p:cNvSpPr txBox="1"/>
          <p:nvPr/>
        </p:nvSpPr>
        <p:spPr>
          <a:xfrm>
            <a:off x="4341394" y="2758351"/>
            <a:ext cx="3509211" cy="31700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TW" sz="4000" dirty="0">
                <a:latin typeface="Consolas" panose="020B0609020204030204" pitchFamily="49" charset="0"/>
              </a:rPr>
              <a:t>###########</a:t>
            </a:r>
          </a:p>
          <a:p>
            <a:pPr algn="ctr"/>
            <a:r>
              <a:rPr lang="en-US" altLang="zh-TW" sz="4000" dirty="0">
                <a:latin typeface="Consolas" panose="020B0609020204030204" pitchFamily="49" charset="0"/>
              </a:rPr>
              <a:t>#...#</a:t>
            </a:r>
            <a:r>
              <a:rPr lang="en-US" altLang="zh-TW" sz="4000" dirty="0">
                <a:highlight>
                  <a:srgbClr val="FF0000"/>
                </a:highlight>
                <a:latin typeface="Consolas" panose="020B0609020204030204" pitchFamily="49" charset="0"/>
              </a:rPr>
              <a:t>.</a:t>
            </a:r>
            <a:r>
              <a:rPr lang="en-US" altLang="zh-TW" sz="4000" dirty="0">
                <a:latin typeface="Consolas" panose="020B0609020204030204" pitchFamily="49" charset="0"/>
              </a:rPr>
              <a:t>.#..#</a:t>
            </a:r>
          </a:p>
          <a:p>
            <a:pPr algn="ctr"/>
            <a:r>
              <a:rPr lang="en-US" altLang="zh-TW" sz="4000" dirty="0">
                <a:latin typeface="Consolas" panose="020B0609020204030204" pitchFamily="49" charset="0"/>
              </a:rPr>
              <a:t>#...#</a:t>
            </a:r>
            <a:r>
              <a:rPr lang="en-US" altLang="zh-TW" sz="4000" dirty="0">
                <a:highlight>
                  <a:srgbClr val="FF0000"/>
                </a:highlight>
                <a:latin typeface="Consolas" panose="020B0609020204030204" pitchFamily="49" charset="0"/>
              </a:rPr>
              <a:t>#</a:t>
            </a:r>
            <a:r>
              <a:rPr lang="en-US" altLang="zh-TW" sz="4000" dirty="0">
                <a:latin typeface="Consolas" panose="020B0609020204030204" pitchFamily="49" charset="0"/>
              </a:rPr>
              <a:t>#...#</a:t>
            </a:r>
          </a:p>
          <a:p>
            <a:pPr algn="ctr"/>
            <a:r>
              <a:rPr lang="en-US" altLang="zh-TW" sz="4000" dirty="0">
                <a:latin typeface="Consolas" panose="020B0609020204030204" pitchFamily="49" charset="0"/>
              </a:rPr>
              <a:t>#.....#...#</a:t>
            </a:r>
          </a:p>
          <a:p>
            <a:pPr algn="ctr"/>
            <a:r>
              <a:rPr lang="en-US" altLang="zh-TW" sz="4000" dirty="0">
                <a:latin typeface="Consolas" panose="020B0609020204030204" pitchFamily="49" charset="0"/>
              </a:rPr>
              <a:t>###########</a:t>
            </a:r>
            <a:endParaRPr lang="zh-TW" altLang="en-US" sz="4000" dirty="0"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451858875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Char"/>
      </p:transition>
    </mc:Choice>
    <mc:Fallback xmlns="">
      <p:transition spd="slow">
        <p:fade/>
      </p:transition>
    </mc:Fallback>
  </mc:AlternateContent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7D77C5FB-2098-4AE7-BE8E-49605106F9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41412" y="609600"/>
            <a:ext cx="10593387" cy="1905000"/>
          </a:xfrm>
        </p:spPr>
        <p:txBody>
          <a:bodyPr/>
          <a:lstStyle/>
          <a:p>
            <a:r>
              <a:rPr lang="zh-TW" altLang="en-US" cap="none" dirty="0">
                <a:latin typeface="STHeiti TC" panose="02000000000000000000" pitchFamily="2" charset="-120"/>
                <a:ea typeface="STHeiti TC" panose="02000000000000000000" pitchFamily="2" charset="-120"/>
              </a:rPr>
              <a:t>遞迴</a:t>
            </a:r>
            <a:r>
              <a:rPr lang="en-US" altLang="zh-TW" cap="none" dirty="0">
                <a:latin typeface="Consolas" panose="020B0609020204030204" pitchFamily="49" charset="0"/>
              </a:rPr>
              <a:t> – </a:t>
            </a:r>
            <a:r>
              <a:rPr lang="zh-TW" altLang="en-US" cap="none" dirty="0">
                <a:latin typeface="STHeiti TC" panose="02000000000000000000" pitchFamily="2" charset="-120"/>
                <a:ea typeface="STHeiti TC" panose="02000000000000000000" pitchFamily="2" charset="-120"/>
              </a:rPr>
              <a:t>範例：迷宮</a:t>
            </a:r>
            <a:r>
              <a:rPr lang="en-US" altLang="zh-TW" cap="none" dirty="0">
                <a:latin typeface="Consolas" panose="020B0609020204030204" pitchFamily="49" charset="0"/>
              </a:rPr>
              <a:t> </a:t>
            </a:r>
            <a:r>
              <a:rPr lang="en-US" altLang="zh-TW" cap="none" dirty="0">
                <a:solidFill>
                  <a:srgbClr val="FFFF00"/>
                </a:solidFill>
                <a:latin typeface="Consolas" panose="020B0609020204030204" pitchFamily="49" charset="0"/>
              </a:rPr>
              <a:t>| </a:t>
            </a:r>
            <a:r>
              <a:rPr lang="zh-TW" altLang="en-US" cap="none" dirty="0">
                <a:solidFill>
                  <a:srgbClr val="FFFF00"/>
                </a:solidFill>
                <a:latin typeface="STHeiti TC" panose="02000000000000000000" pitchFamily="2" charset="-120"/>
                <a:ea typeface="STHeiti TC" panose="02000000000000000000" pitchFamily="2" charset="-120"/>
              </a:rPr>
              <a:t>遞迴函式</a:t>
            </a:r>
            <a:endParaRPr lang="zh-TW" altLang="en-US" dirty="0"/>
          </a:p>
        </p:txBody>
      </p:sp>
      <p:sp>
        <p:nvSpPr>
          <p:cNvPr id="3" name="文字方塊 2">
            <a:extLst>
              <a:ext uri="{FF2B5EF4-FFF2-40B4-BE49-F238E27FC236}">
                <a16:creationId xmlns:a16="http://schemas.microsoft.com/office/drawing/2014/main" id="{36630E97-6766-4CF4-B065-4C55532B24F7}"/>
              </a:ext>
            </a:extLst>
          </p:cNvPr>
          <p:cNvSpPr txBox="1"/>
          <p:nvPr/>
        </p:nvSpPr>
        <p:spPr>
          <a:xfrm>
            <a:off x="4341394" y="2758351"/>
            <a:ext cx="3509211" cy="31700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TW" sz="4000" dirty="0">
                <a:latin typeface="Consolas" panose="020B0609020204030204" pitchFamily="49" charset="0"/>
              </a:rPr>
              <a:t>###########</a:t>
            </a:r>
          </a:p>
          <a:p>
            <a:pPr algn="ctr"/>
            <a:r>
              <a:rPr lang="en-US" altLang="zh-TW" sz="4000" dirty="0">
                <a:latin typeface="Consolas" panose="020B0609020204030204" pitchFamily="49" charset="0"/>
              </a:rPr>
              <a:t>#...#</a:t>
            </a:r>
            <a:r>
              <a:rPr lang="en-US" altLang="zh-TW" sz="4000" dirty="0">
                <a:highlight>
                  <a:srgbClr val="FF0000"/>
                </a:highlight>
                <a:latin typeface="Consolas" panose="020B0609020204030204" pitchFamily="49" charset="0"/>
              </a:rPr>
              <a:t>#.</a:t>
            </a:r>
            <a:r>
              <a:rPr lang="en-US" altLang="zh-TW" sz="4000" dirty="0">
                <a:latin typeface="Consolas" panose="020B0609020204030204" pitchFamily="49" charset="0"/>
              </a:rPr>
              <a:t>#..#</a:t>
            </a:r>
          </a:p>
          <a:p>
            <a:pPr algn="ctr"/>
            <a:r>
              <a:rPr lang="en-US" altLang="zh-TW" sz="4000" dirty="0">
                <a:latin typeface="Consolas" panose="020B0609020204030204" pitchFamily="49" charset="0"/>
              </a:rPr>
              <a:t>#...#</a:t>
            </a:r>
            <a:r>
              <a:rPr lang="en-US" altLang="zh-TW" sz="4000" dirty="0">
                <a:highlight>
                  <a:srgbClr val="FF0000"/>
                </a:highlight>
                <a:latin typeface="Consolas" panose="020B0609020204030204" pitchFamily="49" charset="0"/>
              </a:rPr>
              <a:t>#</a:t>
            </a:r>
            <a:r>
              <a:rPr lang="en-US" altLang="zh-TW" sz="4000" dirty="0">
                <a:latin typeface="Consolas" panose="020B0609020204030204" pitchFamily="49" charset="0"/>
              </a:rPr>
              <a:t>#...#</a:t>
            </a:r>
          </a:p>
          <a:p>
            <a:pPr algn="ctr"/>
            <a:r>
              <a:rPr lang="en-US" altLang="zh-TW" sz="4000" dirty="0">
                <a:latin typeface="Consolas" panose="020B0609020204030204" pitchFamily="49" charset="0"/>
              </a:rPr>
              <a:t>#.....#...#</a:t>
            </a:r>
          </a:p>
          <a:p>
            <a:pPr algn="ctr"/>
            <a:r>
              <a:rPr lang="en-US" altLang="zh-TW" sz="4000" dirty="0">
                <a:latin typeface="Consolas" panose="020B0609020204030204" pitchFamily="49" charset="0"/>
              </a:rPr>
              <a:t>###########</a:t>
            </a:r>
            <a:endParaRPr lang="zh-TW" altLang="en-US" sz="4000" dirty="0"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949229952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Char"/>
      </p:transition>
    </mc:Choice>
    <mc:Fallback xmlns="">
      <p:transition spd="slow">
        <p:fade/>
      </p:transition>
    </mc:Fallback>
  </mc:AlternateContent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7D77C5FB-2098-4AE7-BE8E-49605106F9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41412" y="609600"/>
            <a:ext cx="10593387" cy="1905000"/>
          </a:xfrm>
        </p:spPr>
        <p:txBody>
          <a:bodyPr/>
          <a:lstStyle/>
          <a:p>
            <a:r>
              <a:rPr lang="zh-TW" altLang="en-US" cap="none" dirty="0">
                <a:latin typeface="STHeiti TC" panose="02000000000000000000" pitchFamily="2" charset="-120"/>
                <a:ea typeface="STHeiti TC" panose="02000000000000000000" pitchFamily="2" charset="-120"/>
              </a:rPr>
              <a:t>遞迴</a:t>
            </a:r>
            <a:r>
              <a:rPr lang="en-US" altLang="zh-TW" cap="none" dirty="0">
                <a:latin typeface="Consolas" panose="020B0609020204030204" pitchFamily="49" charset="0"/>
              </a:rPr>
              <a:t> – </a:t>
            </a:r>
            <a:r>
              <a:rPr lang="zh-TW" altLang="en-US" cap="none" dirty="0">
                <a:latin typeface="STHeiti TC" panose="02000000000000000000" pitchFamily="2" charset="-120"/>
                <a:ea typeface="STHeiti TC" panose="02000000000000000000" pitchFamily="2" charset="-120"/>
              </a:rPr>
              <a:t>範例：迷宮</a:t>
            </a:r>
            <a:r>
              <a:rPr lang="en-US" altLang="zh-TW" cap="none" dirty="0">
                <a:latin typeface="Consolas" panose="020B0609020204030204" pitchFamily="49" charset="0"/>
              </a:rPr>
              <a:t> </a:t>
            </a:r>
            <a:r>
              <a:rPr lang="en-US" altLang="zh-TW" cap="none" dirty="0">
                <a:solidFill>
                  <a:srgbClr val="FFFF00"/>
                </a:solidFill>
                <a:latin typeface="Consolas" panose="020B0609020204030204" pitchFamily="49" charset="0"/>
              </a:rPr>
              <a:t>| </a:t>
            </a:r>
            <a:r>
              <a:rPr lang="zh-TW" altLang="en-US" cap="none" dirty="0">
                <a:solidFill>
                  <a:srgbClr val="FFFF00"/>
                </a:solidFill>
                <a:latin typeface="STHeiti TC" panose="02000000000000000000" pitchFamily="2" charset="-120"/>
                <a:ea typeface="STHeiti TC" panose="02000000000000000000" pitchFamily="2" charset="-120"/>
              </a:rPr>
              <a:t>遞迴函式</a:t>
            </a:r>
            <a:endParaRPr lang="zh-TW" altLang="en-US" dirty="0"/>
          </a:p>
        </p:txBody>
      </p:sp>
      <p:sp>
        <p:nvSpPr>
          <p:cNvPr id="3" name="文字方塊 2">
            <a:extLst>
              <a:ext uri="{FF2B5EF4-FFF2-40B4-BE49-F238E27FC236}">
                <a16:creationId xmlns:a16="http://schemas.microsoft.com/office/drawing/2014/main" id="{36630E97-6766-4CF4-B065-4C55532B24F7}"/>
              </a:ext>
            </a:extLst>
          </p:cNvPr>
          <p:cNvSpPr txBox="1"/>
          <p:nvPr/>
        </p:nvSpPr>
        <p:spPr>
          <a:xfrm>
            <a:off x="4341394" y="2758351"/>
            <a:ext cx="3509211" cy="31700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TW" sz="4000" dirty="0">
                <a:latin typeface="Consolas" panose="020B0609020204030204" pitchFamily="49" charset="0"/>
              </a:rPr>
              <a:t>###########</a:t>
            </a:r>
          </a:p>
          <a:p>
            <a:pPr algn="ctr"/>
            <a:r>
              <a:rPr lang="en-US" altLang="zh-TW" sz="4000" dirty="0">
                <a:latin typeface="Consolas" panose="020B0609020204030204" pitchFamily="49" charset="0"/>
              </a:rPr>
              <a:t>#...#</a:t>
            </a:r>
            <a:r>
              <a:rPr lang="en-US" altLang="zh-TW" sz="4000" dirty="0">
                <a:highlight>
                  <a:srgbClr val="FF0000"/>
                </a:highlight>
                <a:latin typeface="Consolas" panose="020B0609020204030204" pitchFamily="49" charset="0"/>
              </a:rPr>
              <a:t>##</a:t>
            </a:r>
            <a:r>
              <a:rPr lang="en-US" altLang="zh-TW" sz="4000" dirty="0">
                <a:latin typeface="Consolas" panose="020B0609020204030204" pitchFamily="49" charset="0"/>
              </a:rPr>
              <a:t>#..#</a:t>
            </a:r>
          </a:p>
          <a:p>
            <a:pPr algn="ctr"/>
            <a:r>
              <a:rPr lang="en-US" altLang="zh-TW" sz="4000" dirty="0">
                <a:latin typeface="Consolas" panose="020B0609020204030204" pitchFamily="49" charset="0"/>
              </a:rPr>
              <a:t>#...#</a:t>
            </a:r>
            <a:r>
              <a:rPr lang="en-US" altLang="zh-TW" sz="4000" dirty="0">
                <a:highlight>
                  <a:srgbClr val="FF0000"/>
                </a:highlight>
                <a:latin typeface="Consolas" panose="020B0609020204030204" pitchFamily="49" charset="0"/>
              </a:rPr>
              <a:t>#</a:t>
            </a:r>
            <a:r>
              <a:rPr lang="en-US" altLang="zh-TW" sz="4000" dirty="0">
                <a:latin typeface="Consolas" panose="020B0609020204030204" pitchFamily="49" charset="0"/>
              </a:rPr>
              <a:t>#...#</a:t>
            </a:r>
          </a:p>
          <a:p>
            <a:pPr algn="ctr"/>
            <a:r>
              <a:rPr lang="en-US" altLang="zh-TW" sz="4000" dirty="0">
                <a:latin typeface="Consolas" panose="020B0609020204030204" pitchFamily="49" charset="0"/>
              </a:rPr>
              <a:t>#.....#...#</a:t>
            </a:r>
          </a:p>
          <a:p>
            <a:pPr algn="ctr"/>
            <a:r>
              <a:rPr lang="en-US" altLang="zh-TW" sz="4000" dirty="0">
                <a:latin typeface="Consolas" panose="020B0609020204030204" pitchFamily="49" charset="0"/>
              </a:rPr>
              <a:t>###########</a:t>
            </a:r>
            <a:endParaRPr lang="zh-TW" altLang="en-US" sz="4000" dirty="0"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941220507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Char"/>
      </p:transition>
    </mc:Choice>
    <mc:Fallback xmlns="">
      <p:transition spd="slow">
        <p:fade/>
      </p:transition>
    </mc:Fallback>
  </mc:AlternateContent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7D77C5FB-2098-4AE7-BE8E-49605106F9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41412" y="609600"/>
            <a:ext cx="10593387" cy="1905000"/>
          </a:xfrm>
        </p:spPr>
        <p:txBody>
          <a:bodyPr/>
          <a:lstStyle/>
          <a:p>
            <a:r>
              <a:rPr lang="zh-TW" altLang="en-US" cap="none" dirty="0">
                <a:latin typeface="STHeiti TC" panose="02000000000000000000" pitchFamily="2" charset="-120"/>
                <a:ea typeface="STHeiti TC" panose="02000000000000000000" pitchFamily="2" charset="-120"/>
              </a:rPr>
              <a:t>遞迴</a:t>
            </a:r>
            <a:r>
              <a:rPr lang="en-US" altLang="zh-TW" cap="none" dirty="0">
                <a:latin typeface="Consolas" panose="020B0609020204030204" pitchFamily="49" charset="0"/>
              </a:rPr>
              <a:t> – </a:t>
            </a:r>
            <a:r>
              <a:rPr lang="zh-TW" altLang="en-US" cap="none" dirty="0">
                <a:latin typeface="STHeiti TC" panose="02000000000000000000" pitchFamily="2" charset="-120"/>
                <a:ea typeface="STHeiti TC" panose="02000000000000000000" pitchFamily="2" charset="-120"/>
              </a:rPr>
              <a:t>範例：迷宮</a:t>
            </a:r>
            <a:r>
              <a:rPr lang="en-US" altLang="zh-TW" cap="none" dirty="0">
                <a:latin typeface="Consolas" panose="020B0609020204030204" pitchFamily="49" charset="0"/>
              </a:rPr>
              <a:t> </a:t>
            </a:r>
            <a:r>
              <a:rPr lang="en-US" altLang="zh-TW" cap="none" dirty="0">
                <a:solidFill>
                  <a:srgbClr val="FFFF00"/>
                </a:solidFill>
                <a:latin typeface="Consolas" panose="020B0609020204030204" pitchFamily="49" charset="0"/>
              </a:rPr>
              <a:t>| </a:t>
            </a:r>
            <a:r>
              <a:rPr lang="zh-TW" altLang="en-US" cap="none" dirty="0">
                <a:solidFill>
                  <a:srgbClr val="FFFF00"/>
                </a:solidFill>
                <a:latin typeface="STHeiti TC" panose="02000000000000000000" pitchFamily="2" charset="-120"/>
                <a:ea typeface="STHeiti TC" panose="02000000000000000000" pitchFamily="2" charset="-120"/>
              </a:rPr>
              <a:t>遞迴函式</a:t>
            </a:r>
            <a:endParaRPr lang="zh-TW" altLang="en-US" dirty="0"/>
          </a:p>
        </p:txBody>
      </p:sp>
      <p:sp>
        <p:nvSpPr>
          <p:cNvPr id="3" name="文字方塊 2">
            <a:extLst>
              <a:ext uri="{FF2B5EF4-FFF2-40B4-BE49-F238E27FC236}">
                <a16:creationId xmlns:a16="http://schemas.microsoft.com/office/drawing/2014/main" id="{36630E97-6766-4CF4-B065-4C55532B24F7}"/>
              </a:ext>
            </a:extLst>
          </p:cNvPr>
          <p:cNvSpPr txBox="1"/>
          <p:nvPr/>
        </p:nvSpPr>
        <p:spPr>
          <a:xfrm>
            <a:off x="4341394" y="2758351"/>
            <a:ext cx="3509211" cy="31700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TW" sz="4000" dirty="0">
                <a:latin typeface="Consolas" panose="020B0609020204030204" pitchFamily="49" charset="0"/>
              </a:rPr>
              <a:t>###########</a:t>
            </a:r>
          </a:p>
          <a:p>
            <a:pPr algn="ctr"/>
            <a:r>
              <a:rPr lang="en-US" altLang="zh-TW" sz="4000" dirty="0">
                <a:latin typeface="Consolas" panose="020B0609020204030204" pitchFamily="49" charset="0"/>
              </a:rPr>
              <a:t>#...#</a:t>
            </a:r>
            <a:r>
              <a:rPr lang="en-US" altLang="zh-TW" sz="4000" dirty="0">
                <a:highlight>
                  <a:srgbClr val="FF0000"/>
                </a:highlight>
                <a:latin typeface="Consolas" panose="020B0609020204030204" pitchFamily="49" charset="0"/>
              </a:rPr>
              <a:t>#</a:t>
            </a:r>
            <a:r>
              <a:rPr lang="en-US" altLang="zh-TW" sz="4000" dirty="0">
                <a:latin typeface="Consolas" panose="020B0609020204030204" pitchFamily="49" charset="0"/>
              </a:rPr>
              <a:t>.#..#</a:t>
            </a:r>
          </a:p>
          <a:p>
            <a:pPr algn="ctr"/>
            <a:r>
              <a:rPr lang="en-US" altLang="zh-TW" sz="4000" dirty="0">
                <a:latin typeface="Consolas" panose="020B0609020204030204" pitchFamily="49" charset="0"/>
              </a:rPr>
              <a:t>#...#</a:t>
            </a:r>
            <a:r>
              <a:rPr lang="en-US" altLang="zh-TW" sz="4000" dirty="0">
                <a:highlight>
                  <a:srgbClr val="FF0000"/>
                </a:highlight>
                <a:latin typeface="Consolas" panose="020B0609020204030204" pitchFamily="49" charset="0"/>
              </a:rPr>
              <a:t>#</a:t>
            </a:r>
            <a:r>
              <a:rPr lang="en-US" altLang="zh-TW" sz="4000" dirty="0">
                <a:latin typeface="Consolas" panose="020B0609020204030204" pitchFamily="49" charset="0"/>
              </a:rPr>
              <a:t>#...#</a:t>
            </a:r>
          </a:p>
          <a:p>
            <a:pPr algn="ctr"/>
            <a:r>
              <a:rPr lang="en-US" altLang="zh-TW" sz="4000" dirty="0">
                <a:latin typeface="Consolas" panose="020B0609020204030204" pitchFamily="49" charset="0"/>
              </a:rPr>
              <a:t>#.....#...#</a:t>
            </a:r>
          </a:p>
          <a:p>
            <a:pPr algn="ctr"/>
            <a:r>
              <a:rPr lang="en-US" altLang="zh-TW" sz="4000" dirty="0">
                <a:latin typeface="Consolas" panose="020B0609020204030204" pitchFamily="49" charset="0"/>
              </a:rPr>
              <a:t>###########</a:t>
            </a:r>
            <a:endParaRPr lang="zh-TW" altLang="en-US" sz="4000" dirty="0"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824792781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Char"/>
      </p:transition>
    </mc:Choice>
    <mc:Fallback xmlns="">
      <p:transition spd="slow">
        <p:fade/>
      </p:transition>
    </mc:Fallback>
  </mc:AlternateContent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7D77C5FB-2098-4AE7-BE8E-49605106F9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41412" y="609600"/>
            <a:ext cx="10593387" cy="1905000"/>
          </a:xfrm>
        </p:spPr>
        <p:txBody>
          <a:bodyPr/>
          <a:lstStyle/>
          <a:p>
            <a:r>
              <a:rPr lang="zh-TW" altLang="en-US" cap="none" dirty="0">
                <a:latin typeface="STHeiti TC" panose="02000000000000000000" pitchFamily="2" charset="-120"/>
                <a:ea typeface="STHeiti TC" panose="02000000000000000000" pitchFamily="2" charset="-120"/>
              </a:rPr>
              <a:t>遞迴</a:t>
            </a:r>
            <a:r>
              <a:rPr lang="en-US" altLang="zh-TW" cap="none" dirty="0">
                <a:latin typeface="Consolas" panose="020B0609020204030204" pitchFamily="49" charset="0"/>
              </a:rPr>
              <a:t> – </a:t>
            </a:r>
            <a:r>
              <a:rPr lang="zh-TW" altLang="en-US" cap="none" dirty="0">
                <a:latin typeface="STHeiti TC" panose="02000000000000000000" pitchFamily="2" charset="-120"/>
                <a:ea typeface="STHeiti TC" panose="02000000000000000000" pitchFamily="2" charset="-120"/>
              </a:rPr>
              <a:t>範例：迷宮</a:t>
            </a:r>
            <a:r>
              <a:rPr lang="en-US" altLang="zh-TW" cap="none" dirty="0">
                <a:latin typeface="Consolas" panose="020B0609020204030204" pitchFamily="49" charset="0"/>
              </a:rPr>
              <a:t> </a:t>
            </a:r>
            <a:r>
              <a:rPr lang="en-US" altLang="zh-TW" cap="none" dirty="0">
                <a:solidFill>
                  <a:srgbClr val="FFFF00"/>
                </a:solidFill>
                <a:latin typeface="Consolas" panose="020B0609020204030204" pitchFamily="49" charset="0"/>
              </a:rPr>
              <a:t>| </a:t>
            </a:r>
            <a:r>
              <a:rPr lang="zh-TW" altLang="en-US" cap="none" dirty="0">
                <a:solidFill>
                  <a:srgbClr val="FFFF00"/>
                </a:solidFill>
                <a:latin typeface="STHeiti TC" panose="02000000000000000000" pitchFamily="2" charset="-120"/>
                <a:ea typeface="STHeiti TC" panose="02000000000000000000" pitchFamily="2" charset="-120"/>
              </a:rPr>
              <a:t>遞迴函式</a:t>
            </a:r>
            <a:endParaRPr lang="zh-TW" altLang="en-US" dirty="0"/>
          </a:p>
        </p:txBody>
      </p:sp>
      <p:sp>
        <p:nvSpPr>
          <p:cNvPr id="3" name="文字方塊 2">
            <a:extLst>
              <a:ext uri="{FF2B5EF4-FFF2-40B4-BE49-F238E27FC236}">
                <a16:creationId xmlns:a16="http://schemas.microsoft.com/office/drawing/2014/main" id="{36630E97-6766-4CF4-B065-4C55532B24F7}"/>
              </a:ext>
            </a:extLst>
          </p:cNvPr>
          <p:cNvSpPr txBox="1"/>
          <p:nvPr/>
        </p:nvSpPr>
        <p:spPr>
          <a:xfrm>
            <a:off x="4341394" y="2758351"/>
            <a:ext cx="3509211" cy="31700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TW" sz="4000" dirty="0">
                <a:latin typeface="Consolas" panose="020B0609020204030204" pitchFamily="49" charset="0"/>
              </a:rPr>
              <a:t>###########</a:t>
            </a:r>
          </a:p>
          <a:p>
            <a:pPr algn="ctr"/>
            <a:r>
              <a:rPr lang="en-US" altLang="zh-TW" sz="4000" dirty="0">
                <a:latin typeface="Consolas" panose="020B0609020204030204" pitchFamily="49" charset="0"/>
              </a:rPr>
              <a:t>#...#..#..#</a:t>
            </a:r>
          </a:p>
          <a:p>
            <a:pPr algn="ctr"/>
            <a:r>
              <a:rPr lang="en-US" altLang="zh-TW" sz="4000" dirty="0">
                <a:latin typeface="Consolas" panose="020B0609020204030204" pitchFamily="49" charset="0"/>
              </a:rPr>
              <a:t>#...#</a:t>
            </a:r>
            <a:r>
              <a:rPr lang="en-US" altLang="zh-TW" sz="4000" dirty="0">
                <a:highlight>
                  <a:srgbClr val="FF0000"/>
                </a:highlight>
                <a:latin typeface="Consolas" panose="020B0609020204030204" pitchFamily="49" charset="0"/>
              </a:rPr>
              <a:t>#</a:t>
            </a:r>
            <a:r>
              <a:rPr lang="en-US" altLang="zh-TW" sz="4000" dirty="0">
                <a:latin typeface="Consolas" panose="020B0609020204030204" pitchFamily="49" charset="0"/>
              </a:rPr>
              <a:t>#...#</a:t>
            </a:r>
          </a:p>
          <a:p>
            <a:pPr algn="ctr"/>
            <a:r>
              <a:rPr lang="en-US" altLang="zh-TW" sz="4000" dirty="0">
                <a:latin typeface="Consolas" panose="020B0609020204030204" pitchFamily="49" charset="0"/>
              </a:rPr>
              <a:t>#.....#...#</a:t>
            </a:r>
          </a:p>
          <a:p>
            <a:pPr algn="ctr"/>
            <a:r>
              <a:rPr lang="en-US" altLang="zh-TW" sz="4000" dirty="0">
                <a:latin typeface="Consolas" panose="020B0609020204030204" pitchFamily="49" charset="0"/>
              </a:rPr>
              <a:t>###########</a:t>
            </a:r>
            <a:endParaRPr lang="zh-TW" altLang="en-US" sz="4000" dirty="0"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284699570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Char"/>
      </p:transition>
    </mc:Choice>
    <mc:Fallback xmlns="">
      <p:transition spd="slow">
        <p:fade/>
      </p:transition>
    </mc:Fallback>
  </mc:AlternateContent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7D77C5FB-2098-4AE7-BE8E-49605106F9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41412" y="609600"/>
            <a:ext cx="10593387" cy="1905000"/>
          </a:xfrm>
        </p:spPr>
        <p:txBody>
          <a:bodyPr/>
          <a:lstStyle/>
          <a:p>
            <a:r>
              <a:rPr lang="zh-TW" altLang="en-US" cap="none" dirty="0">
                <a:latin typeface="STHeiti TC" panose="02000000000000000000" pitchFamily="2" charset="-120"/>
                <a:ea typeface="STHeiti TC" panose="02000000000000000000" pitchFamily="2" charset="-120"/>
              </a:rPr>
              <a:t>遞迴</a:t>
            </a:r>
            <a:r>
              <a:rPr lang="en-US" altLang="zh-TW" cap="none" dirty="0">
                <a:latin typeface="Consolas" panose="020B0609020204030204" pitchFamily="49" charset="0"/>
              </a:rPr>
              <a:t> – </a:t>
            </a:r>
            <a:r>
              <a:rPr lang="zh-TW" altLang="en-US" cap="none" dirty="0">
                <a:latin typeface="STHeiti TC" panose="02000000000000000000" pitchFamily="2" charset="-120"/>
                <a:ea typeface="STHeiti TC" panose="02000000000000000000" pitchFamily="2" charset="-120"/>
              </a:rPr>
              <a:t>範例：迷宮</a:t>
            </a:r>
            <a:r>
              <a:rPr lang="en-US" altLang="zh-TW" cap="none" dirty="0">
                <a:latin typeface="Consolas" panose="020B0609020204030204" pitchFamily="49" charset="0"/>
              </a:rPr>
              <a:t> </a:t>
            </a:r>
            <a:r>
              <a:rPr lang="en-US" altLang="zh-TW" cap="none" dirty="0">
                <a:solidFill>
                  <a:srgbClr val="FFFF00"/>
                </a:solidFill>
                <a:latin typeface="Consolas" panose="020B0609020204030204" pitchFamily="49" charset="0"/>
              </a:rPr>
              <a:t>| </a:t>
            </a:r>
            <a:r>
              <a:rPr lang="zh-TW" altLang="en-US" cap="none" dirty="0">
                <a:solidFill>
                  <a:srgbClr val="FFFF00"/>
                </a:solidFill>
                <a:latin typeface="STHeiti TC" panose="02000000000000000000" pitchFamily="2" charset="-120"/>
                <a:ea typeface="STHeiti TC" panose="02000000000000000000" pitchFamily="2" charset="-120"/>
              </a:rPr>
              <a:t>遞迴函式</a:t>
            </a:r>
            <a:endParaRPr lang="zh-TW" altLang="en-US" dirty="0"/>
          </a:p>
        </p:txBody>
      </p:sp>
      <p:sp>
        <p:nvSpPr>
          <p:cNvPr id="3" name="文字方塊 2">
            <a:extLst>
              <a:ext uri="{FF2B5EF4-FFF2-40B4-BE49-F238E27FC236}">
                <a16:creationId xmlns:a16="http://schemas.microsoft.com/office/drawing/2014/main" id="{36630E97-6766-4CF4-B065-4C55532B24F7}"/>
              </a:ext>
            </a:extLst>
          </p:cNvPr>
          <p:cNvSpPr txBox="1"/>
          <p:nvPr/>
        </p:nvSpPr>
        <p:spPr>
          <a:xfrm>
            <a:off x="4341394" y="2758351"/>
            <a:ext cx="3509211" cy="31700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TW" sz="4000" dirty="0">
                <a:latin typeface="Consolas" panose="020B0609020204030204" pitchFamily="49" charset="0"/>
              </a:rPr>
              <a:t>###########</a:t>
            </a:r>
          </a:p>
          <a:p>
            <a:pPr algn="ctr"/>
            <a:r>
              <a:rPr lang="en-US" altLang="zh-TW" sz="4000" dirty="0">
                <a:latin typeface="Consolas" panose="020B0609020204030204" pitchFamily="49" charset="0"/>
              </a:rPr>
              <a:t>#...#..#..#</a:t>
            </a:r>
          </a:p>
          <a:p>
            <a:pPr algn="ctr"/>
            <a:r>
              <a:rPr lang="en-US" altLang="zh-TW" sz="4000" dirty="0">
                <a:latin typeface="Consolas" panose="020B0609020204030204" pitchFamily="49" charset="0"/>
              </a:rPr>
              <a:t>#...#</a:t>
            </a:r>
            <a:r>
              <a:rPr lang="en-US" altLang="zh-TW" sz="4000" dirty="0">
                <a:highlight>
                  <a:srgbClr val="FF0000"/>
                </a:highlight>
                <a:latin typeface="Consolas" panose="020B0609020204030204" pitchFamily="49" charset="0"/>
              </a:rPr>
              <a:t>#</a:t>
            </a:r>
            <a:r>
              <a:rPr lang="en-US" altLang="zh-TW" sz="4000" dirty="0">
                <a:latin typeface="Consolas" panose="020B0609020204030204" pitchFamily="49" charset="0"/>
              </a:rPr>
              <a:t>#...#</a:t>
            </a:r>
          </a:p>
          <a:p>
            <a:pPr algn="ctr"/>
            <a:r>
              <a:rPr lang="en-US" altLang="zh-TW" sz="4000" dirty="0">
                <a:latin typeface="Consolas" panose="020B0609020204030204" pitchFamily="49" charset="0"/>
              </a:rPr>
              <a:t>#....</a:t>
            </a:r>
            <a:r>
              <a:rPr lang="en-US" altLang="zh-TW" sz="4000" dirty="0">
                <a:highlight>
                  <a:srgbClr val="FF0000"/>
                </a:highlight>
                <a:latin typeface="Consolas" panose="020B0609020204030204" pitchFamily="49" charset="0"/>
              </a:rPr>
              <a:t>.</a:t>
            </a:r>
            <a:r>
              <a:rPr lang="en-US" altLang="zh-TW" sz="4000" dirty="0">
                <a:latin typeface="Consolas" panose="020B0609020204030204" pitchFamily="49" charset="0"/>
              </a:rPr>
              <a:t>#...#</a:t>
            </a:r>
          </a:p>
          <a:p>
            <a:pPr algn="ctr"/>
            <a:r>
              <a:rPr lang="en-US" altLang="zh-TW" sz="4000" dirty="0">
                <a:latin typeface="Consolas" panose="020B0609020204030204" pitchFamily="49" charset="0"/>
              </a:rPr>
              <a:t>###########</a:t>
            </a:r>
            <a:endParaRPr lang="zh-TW" altLang="en-US" sz="4000" dirty="0"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911723664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Char"/>
      </p:transition>
    </mc:Choice>
    <mc:Fallback xmlns="">
      <p:transition spd="slow">
        <p:fade/>
      </p:transition>
    </mc:Fallback>
  </mc:AlternateContent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7D77C5FB-2098-4AE7-BE8E-49605106F9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41412" y="609600"/>
            <a:ext cx="10593387" cy="1905000"/>
          </a:xfrm>
        </p:spPr>
        <p:txBody>
          <a:bodyPr/>
          <a:lstStyle/>
          <a:p>
            <a:r>
              <a:rPr lang="zh-TW" altLang="en-US" cap="none" dirty="0">
                <a:latin typeface="STHeiti TC" panose="02000000000000000000" pitchFamily="2" charset="-120"/>
                <a:ea typeface="STHeiti TC" panose="02000000000000000000" pitchFamily="2" charset="-120"/>
              </a:rPr>
              <a:t>遞迴</a:t>
            </a:r>
            <a:r>
              <a:rPr lang="en-US" altLang="zh-TW" cap="none" dirty="0">
                <a:latin typeface="Consolas" panose="020B0609020204030204" pitchFamily="49" charset="0"/>
              </a:rPr>
              <a:t> – </a:t>
            </a:r>
            <a:r>
              <a:rPr lang="zh-TW" altLang="en-US" cap="none" dirty="0">
                <a:latin typeface="STHeiti TC" panose="02000000000000000000" pitchFamily="2" charset="-120"/>
                <a:ea typeface="STHeiti TC" panose="02000000000000000000" pitchFamily="2" charset="-120"/>
              </a:rPr>
              <a:t>範例：迷宮</a:t>
            </a:r>
            <a:r>
              <a:rPr lang="en-US" altLang="zh-TW" cap="none" dirty="0">
                <a:latin typeface="Consolas" panose="020B0609020204030204" pitchFamily="49" charset="0"/>
              </a:rPr>
              <a:t> </a:t>
            </a:r>
            <a:r>
              <a:rPr lang="en-US" altLang="zh-TW" cap="none" dirty="0">
                <a:solidFill>
                  <a:srgbClr val="FFFF00"/>
                </a:solidFill>
                <a:latin typeface="Consolas" panose="020B0609020204030204" pitchFamily="49" charset="0"/>
              </a:rPr>
              <a:t>| </a:t>
            </a:r>
            <a:r>
              <a:rPr lang="zh-TW" altLang="en-US" cap="none" dirty="0">
                <a:solidFill>
                  <a:srgbClr val="FFFF00"/>
                </a:solidFill>
                <a:latin typeface="STHeiti TC" panose="02000000000000000000" pitchFamily="2" charset="-120"/>
                <a:ea typeface="STHeiti TC" panose="02000000000000000000" pitchFamily="2" charset="-120"/>
              </a:rPr>
              <a:t>遞迴函式</a:t>
            </a:r>
            <a:endParaRPr lang="zh-TW" altLang="en-US" dirty="0"/>
          </a:p>
        </p:txBody>
      </p:sp>
      <p:sp>
        <p:nvSpPr>
          <p:cNvPr id="3" name="文字方塊 2">
            <a:extLst>
              <a:ext uri="{FF2B5EF4-FFF2-40B4-BE49-F238E27FC236}">
                <a16:creationId xmlns:a16="http://schemas.microsoft.com/office/drawing/2014/main" id="{36630E97-6766-4CF4-B065-4C55532B24F7}"/>
              </a:ext>
            </a:extLst>
          </p:cNvPr>
          <p:cNvSpPr txBox="1"/>
          <p:nvPr/>
        </p:nvSpPr>
        <p:spPr>
          <a:xfrm>
            <a:off x="4341394" y="2758351"/>
            <a:ext cx="3509211" cy="31700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TW" sz="4000" dirty="0">
                <a:latin typeface="Consolas" panose="020B0609020204030204" pitchFamily="49" charset="0"/>
              </a:rPr>
              <a:t>###########</a:t>
            </a:r>
          </a:p>
          <a:p>
            <a:pPr algn="ctr"/>
            <a:r>
              <a:rPr lang="en-US" altLang="zh-TW" sz="4000" dirty="0">
                <a:latin typeface="Consolas" panose="020B0609020204030204" pitchFamily="49" charset="0"/>
              </a:rPr>
              <a:t>#...#..#..#</a:t>
            </a:r>
          </a:p>
          <a:p>
            <a:pPr algn="ctr"/>
            <a:r>
              <a:rPr lang="en-US" altLang="zh-TW" sz="4000" dirty="0">
                <a:latin typeface="Consolas" panose="020B0609020204030204" pitchFamily="49" charset="0"/>
              </a:rPr>
              <a:t>#...#</a:t>
            </a:r>
            <a:r>
              <a:rPr lang="en-US" altLang="zh-TW" sz="4000" dirty="0">
                <a:highlight>
                  <a:srgbClr val="FF0000"/>
                </a:highlight>
                <a:latin typeface="Consolas" panose="020B0609020204030204" pitchFamily="49" charset="0"/>
              </a:rPr>
              <a:t>#</a:t>
            </a:r>
            <a:r>
              <a:rPr lang="en-US" altLang="zh-TW" sz="4000" dirty="0">
                <a:latin typeface="Consolas" panose="020B0609020204030204" pitchFamily="49" charset="0"/>
              </a:rPr>
              <a:t>#...#</a:t>
            </a:r>
          </a:p>
          <a:p>
            <a:pPr algn="ctr"/>
            <a:r>
              <a:rPr lang="en-US" altLang="zh-TW" sz="4000" dirty="0">
                <a:latin typeface="Consolas" panose="020B0609020204030204" pitchFamily="49" charset="0"/>
              </a:rPr>
              <a:t>#...</a:t>
            </a:r>
            <a:r>
              <a:rPr lang="en-US" altLang="zh-TW" sz="4000" dirty="0">
                <a:highlight>
                  <a:srgbClr val="FF0000"/>
                </a:highlight>
                <a:latin typeface="Consolas" panose="020B0609020204030204" pitchFamily="49" charset="0"/>
              </a:rPr>
              <a:t>.#</a:t>
            </a:r>
            <a:r>
              <a:rPr lang="en-US" altLang="zh-TW" sz="4000" dirty="0">
                <a:latin typeface="Consolas" panose="020B0609020204030204" pitchFamily="49" charset="0"/>
              </a:rPr>
              <a:t>#...#</a:t>
            </a:r>
          </a:p>
          <a:p>
            <a:pPr algn="ctr"/>
            <a:r>
              <a:rPr lang="en-US" altLang="zh-TW" sz="4000" dirty="0">
                <a:latin typeface="Consolas" panose="020B0609020204030204" pitchFamily="49" charset="0"/>
              </a:rPr>
              <a:t>###########</a:t>
            </a:r>
            <a:endParaRPr lang="zh-TW" altLang="en-US" sz="4000" dirty="0"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333751187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Char"/>
      </p:transition>
    </mc:Choice>
    <mc:Fallback xmlns="">
      <p:transition spd="slow">
        <p:fade/>
      </p:transition>
    </mc:Fallback>
  </mc:AlternateContent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7D77C5FB-2098-4AE7-BE8E-49605106F9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41412" y="609600"/>
            <a:ext cx="10593387" cy="1905000"/>
          </a:xfrm>
        </p:spPr>
        <p:txBody>
          <a:bodyPr/>
          <a:lstStyle/>
          <a:p>
            <a:r>
              <a:rPr lang="zh-TW" altLang="en-US" cap="none" dirty="0">
                <a:latin typeface="STHeiti TC" panose="02000000000000000000" pitchFamily="2" charset="-120"/>
                <a:ea typeface="STHeiti TC" panose="02000000000000000000" pitchFamily="2" charset="-120"/>
              </a:rPr>
              <a:t>遞迴</a:t>
            </a:r>
            <a:r>
              <a:rPr lang="en-US" altLang="zh-TW" cap="none" dirty="0">
                <a:latin typeface="Consolas" panose="020B0609020204030204" pitchFamily="49" charset="0"/>
              </a:rPr>
              <a:t> – </a:t>
            </a:r>
            <a:r>
              <a:rPr lang="zh-TW" altLang="en-US" cap="none" dirty="0">
                <a:latin typeface="STHeiti TC" panose="02000000000000000000" pitchFamily="2" charset="-120"/>
                <a:ea typeface="STHeiti TC" panose="02000000000000000000" pitchFamily="2" charset="-120"/>
              </a:rPr>
              <a:t>範例：迷宮</a:t>
            </a:r>
            <a:r>
              <a:rPr lang="en-US" altLang="zh-TW" cap="none" dirty="0">
                <a:latin typeface="Consolas" panose="020B0609020204030204" pitchFamily="49" charset="0"/>
              </a:rPr>
              <a:t> </a:t>
            </a:r>
            <a:r>
              <a:rPr lang="en-US" altLang="zh-TW" cap="none" dirty="0">
                <a:solidFill>
                  <a:srgbClr val="FFFF00"/>
                </a:solidFill>
                <a:latin typeface="Consolas" panose="020B0609020204030204" pitchFamily="49" charset="0"/>
              </a:rPr>
              <a:t>| </a:t>
            </a:r>
            <a:r>
              <a:rPr lang="zh-TW" altLang="en-US" cap="none" dirty="0">
                <a:solidFill>
                  <a:srgbClr val="FFFF00"/>
                </a:solidFill>
                <a:latin typeface="STHeiti TC" panose="02000000000000000000" pitchFamily="2" charset="-120"/>
                <a:ea typeface="STHeiti TC" panose="02000000000000000000" pitchFamily="2" charset="-120"/>
              </a:rPr>
              <a:t>遞迴函式</a:t>
            </a:r>
            <a:endParaRPr lang="zh-TW" altLang="en-US" dirty="0"/>
          </a:p>
        </p:txBody>
      </p:sp>
      <p:pic>
        <p:nvPicPr>
          <p:cNvPr id="5" name="圖片 4">
            <a:extLst>
              <a:ext uri="{FF2B5EF4-FFF2-40B4-BE49-F238E27FC236}">
                <a16:creationId xmlns:a16="http://schemas.microsoft.com/office/drawing/2014/main" id="{C22956E6-4614-42EC-984E-0CBE31CFA4E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41412" y="2634916"/>
            <a:ext cx="8294537" cy="3276600"/>
          </a:xfrm>
          <a:prstGeom prst="rect">
            <a:avLst/>
          </a:prstGeom>
        </p:spPr>
      </p:pic>
      <p:sp>
        <p:nvSpPr>
          <p:cNvPr id="8" name="矩形 7">
            <a:extLst>
              <a:ext uri="{FF2B5EF4-FFF2-40B4-BE49-F238E27FC236}">
                <a16:creationId xmlns:a16="http://schemas.microsoft.com/office/drawing/2014/main" id="{AAFD9435-2ACC-46A0-850E-7EDA297143A5}"/>
              </a:ext>
            </a:extLst>
          </p:cNvPr>
          <p:cNvSpPr/>
          <p:nvPr/>
        </p:nvSpPr>
        <p:spPr>
          <a:xfrm>
            <a:off x="2181726" y="3609474"/>
            <a:ext cx="6456948" cy="304800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11" name="矩形 10">
            <a:extLst>
              <a:ext uri="{FF2B5EF4-FFF2-40B4-BE49-F238E27FC236}">
                <a16:creationId xmlns:a16="http://schemas.microsoft.com/office/drawing/2014/main" id="{CEFF4412-3773-4100-8F71-3638528A1181}"/>
              </a:ext>
            </a:extLst>
          </p:cNvPr>
          <p:cNvSpPr/>
          <p:nvPr/>
        </p:nvSpPr>
        <p:spPr>
          <a:xfrm>
            <a:off x="2656564" y="3946358"/>
            <a:ext cx="2725562" cy="304800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12" name="矩形 11">
            <a:extLst>
              <a:ext uri="{FF2B5EF4-FFF2-40B4-BE49-F238E27FC236}">
                <a16:creationId xmlns:a16="http://schemas.microsoft.com/office/drawing/2014/main" id="{878B9DCB-A7AE-45DE-A0FF-FB480EDD5735}"/>
              </a:ext>
            </a:extLst>
          </p:cNvPr>
          <p:cNvSpPr/>
          <p:nvPr/>
        </p:nvSpPr>
        <p:spPr>
          <a:xfrm>
            <a:off x="2656563" y="4267200"/>
            <a:ext cx="6779385" cy="304800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13" name="矩形 12">
            <a:extLst>
              <a:ext uri="{FF2B5EF4-FFF2-40B4-BE49-F238E27FC236}">
                <a16:creationId xmlns:a16="http://schemas.microsoft.com/office/drawing/2014/main" id="{52E4FC88-A455-4A9E-A088-864F905F4400}"/>
              </a:ext>
            </a:extLst>
          </p:cNvPr>
          <p:cNvSpPr/>
          <p:nvPr/>
        </p:nvSpPr>
        <p:spPr>
          <a:xfrm>
            <a:off x="2656562" y="4596063"/>
            <a:ext cx="2725562" cy="304800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393552922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Char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6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4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2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  <p:bldP spid="11" grpId="0" animBg="1"/>
      <p:bldP spid="11" grpId="1" animBg="1"/>
      <p:bldP spid="12" grpId="0" animBg="1"/>
      <p:bldP spid="12" grpId="1" animBg="1"/>
      <p:bldP spid="13" grpId="0" animBg="1"/>
    </p:bldLst>
  </p:timing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2547C986-049C-41FC-A0D1-5E7895C02A18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zh-TW" altLang="en-US" dirty="0">
                <a:latin typeface="STHeiti TC" panose="02000000000000000000" pitchFamily="2" charset="-120"/>
                <a:ea typeface="STHeiti TC" panose="02000000000000000000" pitchFamily="2" charset="-120"/>
              </a:rPr>
              <a:t>指標</a:t>
            </a:r>
          </a:p>
        </p:txBody>
      </p:sp>
      <p:sp>
        <p:nvSpPr>
          <p:cNvPr id="3" name="副標題 2">
            <a:extLst>
              <a:ext uri="{FF2B5EF4-FFF2-40B4-BE49-F238E27FC236}">
                <a16:creationId xmlns:a16="http://schemas.microsoft.com/office/drawing/2014/main" id="{B2631129-228D-401D-83D2-17746602C315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zh-TW" altLang="en-US" cap="none" dirty="0">
                <a:latin typeface="STHeiti TC" panose="02000000000000000000" pitchFamily="2" charset="-120"/>
                <a:ea typeface="STHeiti TC" panose="02000000000000000000" pitchFamily="2" charset="-120"/>
              </a:rPr>
              <a:t>儲存變數的位址</a:t>
            </a:r>
          </a:p>
        </p:txBody>
      </p:sp>
    </p:spTree>
    <p:extLst>
      <p:ext uri="{BB962C8B-B14F-4D97-AF65-F5344CB8AC3E}">
        <p14:creationId xmlns:p14="http://schemas.microsoft.com/office/powerpoint/2010/main" val="1988659488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Char"/>
      </p:transition>
    </mc:Choice>
    <mc:Fallback xmlns="">
      <p:transition spd="slow">
        <p:fade/>
      </p:transition>
    </mc:Fallback>
  </mc:AlternateContent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59C4C1D6-D9FB-4A53-AAED-6CF713FC45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 cap="none" dirty="0">
                <a:latin typeface="STHeiti TC" panose="02000000000000000000" pitchFamily="2" charset="-120"/>
                <a:ea typeface="STHeiti TC" panose="02000000000000000000" pitchFamily="2" charset="-120"/>
              </a:rPr>
              <a:t>指標</a:t>
            </a:r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0E5B272C-E588-4538-9F92-1CF0F1BBEA5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47846" y="2514600"/>
            <a:ext cx="9905998" cy="3525253"/>
          </a:xfrm>
        </p:spPr>
        <p:txBody>
          <a:bodyPr>
            <a:noAutofit/>
          </a:bodyPr>
          <a:lstStyle/>
          <a:p>
            <a:pPr marL="0" indent="0">
              <a:buNone/>
            </a:pPr>
            <a:r>
              <a:rPr lang="zh-TW" altLang="en-US" sz="2400" cap="none" dirty="0">
                <a:latin typeface="STHeiti TC" panose="02000000000000000000" pitchFamily="2" charset="-120"/>
                <a:ea typeface="STHeiti TC" panose="02000000000000000000" pitchFamily="2" charset="-120"/>
              </a:rPr>
              <a:t>用來儲存位址的變數</a:t>
            </a:r>
            <a:endParaRPr lang="en-US" altLang="zh-TW" sz="2400" cap="none" dirty="0">
              <a:latin typeface="STHeiti TC" panose="02000000000000000000" pitchFamily="2" charset="-120"/>
              <a:ea typeface="STHeiti TC" panose="02000000000000000000" pitchFamily="2" charset="-120"/>
            </a:endParaRPr>
          </a:p>
          <a:p>
            <a:pPr marL="0" indent="0">
              <a:buNone/>
            </a:pPr>
            <a:endParaRPr lang="en-US" altLang="zh-TW" sz="2400" cap="none" dirty="0">
              <a:latin typeface="Consolas" panose="020B0609020204030204" pitchFamily="49" charset="0"/>
            </a:endParaRPr>
          </a:p>
          <a:p>
            <a:pPr marL="0" indent="0">
              <a:buNone/>
            </a:pPr>
            <a:r>
              <a:rPr lang="en-US" altLang="zh-TW" sz="2400" b="1" cap="none" dirty="0">
                <a:solidFill>
                  <a:srgbClr val="FFFF00"/>
                </a:solidFill>
                <a:latin typeface="Consolas" panose="020B0609020204030204" pitchFamily="49" charset="0"/>
              </a:rPr>
              <a:t>type* name; </a:t>
            </a:r>
            <a:r>
              <a:rPr lang="en-US" altLang="zh-TW" sz="2400" cap="none" dirty="0">
                <a:latin typeface="Consolas" panose="020B0609020204030204" pitchFamily="49" charset="0"/>
              </a:rPr>
              <a:t>-&gt; </a:t>
            </a:r>
            <a:r>
              <a:rPr lang="zh-TW" altLang="en-US" sz="2400" cap="none" dirty="0">
                <a:latin typeface="STHeiti TC" panose="02000000000000000000" pitchFamily="2" charset="-120"/>
                <a:ea typeface="STHeiti TC" panose="02000000000000000000" pitchFamily="2" charset="-120"/>
              </a:rPr>
              <a:t>宣告用來儲存該型態變數位址的指標</a:t>
            </a:r>
            <a:endParaRPr lang="en-US" altLang="zh-TW" sz="2400" cap="none" dirty="0">
              <a:latin typeface="STHeiti TC" panose="02000000000000000000" pitchFamily="2" charset="-120"/>
              <a:ea typeface="STHeiti TC" panose="02000000000000000000" pitchFamily="2" charset="-120"/>
            </a:endParaRPr>
          </a:p>
          <a:p>
            <a:pPr marL="0" indent="0">
              <a:buNone/>
            </a:pPr>
            <a:endParaRPr lang="en-US" altLang="zh-TW" sz="2400" cap="none" dirty="0">
              <a:latin typeface="Consolas" panose="020B0609020204030204" pitchFamily="49" charset="0"/>
            </a:endParaRPr>
          </a:p>
          <a:p>
            <a:pPr marL="0" indent="0">
              <a:buNone/>
            </a:pPr>
            <a:r>
              <a:rPr lang="zh-TW" altLang="en-US" sz="2400" cap="none" dirty="0">
                <a:latin typeface="STHeiti TC" panose="02000000000000000000" pitchFamily="2" charset="-120"/>
                <a:ea typeface="STHeiti TC" panose="02000000000000000000" pitchFamily="2" charset="-120"/>
              </a:rPr>
              <a:t>這是學習</a:t>
            </a:r>
            <a:r>
              <a:rPr lang="en-US" altLang="zh-TW" sz="2400" cap="none" dirty="0">
                <a:latin typeface="STHeiti TC" panose="02000000000000000000" pitchFamily="2" charset="-120"/>
                <a:ea typeface="STHeiti TC" panose="02000000000000000000" pitchFamily="2" charset="-120"/>
              </a:rPr>
              <a:t>C</a:t>
            </a:r>
            <a:r>
              <a:rPr lang="zh-TW" altLang="en-US" sz="2400" cap="none" dirty="0">
                <a:latin typeface="STHeiti TC" panose="02000000000000000000" pitchFamily="2" charset="-120"/>
                <a:ea typeface="STHeiti TC" panose="02000000000000000000" pitchFamily="2" charset="-120"/>
              </a:rPr>
              <a:t>語言中很重要的部分，但對初學者來說並不友善</a:t>
            </a:r>
            <a:endParaRPr lang="en-US" altLang="zh-TW" sz="2400" cap="none" dirty="0">
              <a:latin typeface="STHeiti TC" panose="02000000000000000000" pitchFamily="2" charset="-120"/>
              <a:ea typeface="STHeiti TC" panose="02000000000000000000" pitchFamily="2" charset="-120"/>
            </a:endParaRPr>
          </a:p>
        </p:txBody>
      </p:sp>
      <p:pic>
        <p:nvPicPr>
          <p:cNvPr id="5" name="圖片 4">
            <a:extLst>
              <a:ext uri="{FF2B5EF4-FFF2-40B4-BE49-F238E27FC236}">
                <a16:creationId xmlns:a16="http://schemas.microsoft.com/office/drawing/2014/main" id="{D193152F-896C-4016-9EDF-AE112CDA786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6000" y="1808217"/>
            <a:ext cx="4203908" cy="162078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14440831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Char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AF73D80A-F159-4B07-81DE-662FD7F7615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 dirty="0">
                <a:latin typeface="STHeiti TC" panose="02000000000000000000" pitchFamily="2" charset="-120"/>
                <a:ea typeface="STHeiti TC" panose="02000000000000000000" pitchFamily="2" charset="-120"/>
              </a:rPr>
              <a:t>取址 </a:t>
            </a:r>
            <a:r>
              <a:rPr lang="en-US" altLang="zh-TW" dirty="0">
                <a:latin typeface="Consolas" panose="020B0609020204030204" pitchFamily="49" charset="0"/>
                <a:ea typeface="STHeiti TC" panose="02000000000000000000" pitchFamily="2" charset="-120"/>
              </a:rPr>
              <a:t>&amp;</a:t>
            </a:r>
            <a:r>
              <a:rPr lang="zh-TW" altLang="en-US" dirty="0">
                <a:latin typeface="Consolas" panose="020B0609020204030204" pitchFamily="49" charset="0"/>
                <a:ea typeface="STHeiti TC" panose="02000000000000000000" pitchFamily="2" charset="-120"/>
              </a:rPr>
              <a:t>  </a:t>
            </a:r>
            <a:r>
              <a:rPr lang="zh-TW" altLang="en-US" dirty="0">
                <a:latin typeface="STHeiti TC" panose="02000000000000000000" pitchFamily="2" charset="-120"/>
                <a:ea typeface="STHeiti TC" panose="02000000000000000000" pitchFamily="2" charset="-120"/>
              </a:rPr>
              <a:t>取值</a:t>
            </a:r>
            <a:r>
              <a:rPr lang="zh-TW" altLang="en-US" dirty="0">
                <a:latin typeface="Consolas" panose="020B0609020204030204" pitchFamily="49" charset="0"/>
                <a:ea typeface="STHeiti TC" panose="02000000000000000000" pitchFamily="2" charset="-120"/>
              </a:rPr>
              <a:t> *</a:t>
            </a:r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F3D1CAC8-454D-485E-92A9-5598DDB5D87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zh-TW" altLang="en-US" sz="2800" dirty="0">
                <a:latin typeface="STHeiti TC" panose="02000000000000000000" pitchFamily="2" charset="-120"/>
                <a:ea typeface="STHeiti TC" panose="02000000000000000000" pitchFamily="2" charset="-120"/>
              </a:rPr>
              <a:t>使用 </a:t>
            </a:r>
            <a:r>
              <a:rPr lang="en-US" altLang="zh-TW" sz="2800" dirty="0">
                <a:latin typeface="Consolas" panose="020B0609020204030204" pitchFamily="49" charset="0"/>
                <a:ea typeface="STHeiti TC" panose="02000000000000000000" pitchFamily="2" charset="-120"/>
              </a:rPr>
              <a:t>&amp;</a:t>
            </a:r>
            <a:r>
              <a:rPr lang="zh-TW" altLang="en-US" sz="2800" dirty="0">
                <a:latin typeface="STHeiti TC" panose="02000000000000000000" pitchFamily="2" charset="-120"/>
                <a:ea typeface="STHeiti TC" panose="02000000000000000000" pitchFamily="2" charset="-120"/>
              </a:rPr>
              <a:t> 來獲取變數位址</a:t>
            </a:r>
            <a:endParaRPr lang="en-US" altLang="zh-TW" sz="2800" dirty="0">
              <a:latin typeface="STHeiti TC" panose="02000000000000000000" pitchFamily="2" charset="-120"/>
              <a:ea typeface="STHeiti TC" panose="02000000000000000000" pitchFamily="2" charset="-120"/>
            </a:endParaRPr>
          </a:p>
          <a:p>
            <a:pPr marL="0" indent="0">
              <a:buNone/>
            </a:pPr>
            <a:endParaRPr lang="en-US" altLang="zh-TW" sz="2800" dirty="0">
              <a:latin typeface="STHeiti TC" panose="02000000000000000000" pitchFamily="2" charset="-120"/>
              <a:ea typeface="STHeiti TC" panose="02000000000000000000" pitchFamily="2" charset="-120"/>
            </a:endParaRPr>
          </a:p>
          <a:p>
            <a:pPr marL="0" indent="0">
              <a:buNone/>
            </a:pPr>
            <a:r>
              <a:rPr lang="zh-TW" altLang="en-US" sz="2800" dirty="0">
                <a:latin typeface="STHeiti TC" panose="02000000000000000000" pitchFamily="2" charset="-120"/>
                <a:ea typeface="STHeiti TC" panose="02000000000000000000" pitchFamily="2" charset="-120"/>
              </a:rPr>
              <a:t>使用 </a:t>
            </a:r>
            <a:r>
              <a:rPr lang="zh-TW" altLang="en-US" sz="2800" dirty="0">
                <a:latin typeface="Consolas" panose="020B0609020204030204" pitchFamily="49" charset="0"/>
                <a:ea typeface="STHeiti TC" panose="02000000000000000000" pitchFamily="2" charset="-120"/>
              </a:rPr>
              <a:t>*</a:t>
            </a:r>
            <a:r>
              <a:rPr lang="zh-TW" altLang="en-US" sz="2800" dirty="0">
                <a:latin typeface="STHeiti TC" panose="02000000000000000000" pitchFamily="2" charset="-120"/>
                <a:ea typeface="STHeiti TC" panose="02000000000000000000" pitchFamily="2" charset="-120"/>
              </a:rPr>
              <a:t> 來獲取該位址上的值</a:t>
            </a:r>
          </a:p>
        </p:txBody>
      </p:sp>
    </p:spTree>
    <p:extLst>
      <p:ext uri="{BB962C8B-B14F-4D97-AF65-F5344CB8AC3E}">
        <p14:creationId xmlns:p14="http://schemas.microsoft.com/office/powerpoint/2010/main" val="49393110"/>
      </p:ext>
    </p:extLst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431CBF03-5EB3-4E70-A248-587F2835BD7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 cap="none" dirty="0">
                <a:latin typeface="STHeiti TC" panose="02000000000000000000" pitchFamily="2" charset="-120"/>
                <a:ea typeface="STHeiti TC" panose="02000000000000000000" pitchFamily="2" charset="-120"/>
              </a:rPr>
              <a:t>指標</a:t>
            </a:r>
            <a:r>
              <a:rPr lang="en-US" altLang="zh-TW" cap="none" dirty="0">
                <a:latin typeface="Consolas" panose="020B0609020204030204" pitchFamily="49" charset="0"/>
              </a:rPr>
              <a:t> – </a:t>
            </a:r>
            <a:r>
              <a:rPr lang="zh-TW" altLang="en-US" cap="none" dirty="0">
                <a:latin typeface="STHeiti TC" panose="02000000000000000000" pitchFamily="2" charset="-120"/>
                <a:ea typeface="STHeiti TC" panose="02000000000000000000" pitchFamily="2" charset="-120"/>
              </a:rPr>
              <a:t>範例</a:t>
            </a:r>
            <a:endParaRPr lang="zh-TW" altLang="en-US" dirty="0">
              <a:latin typeface="STHeiti TC" panose="02000000000000000000" pitchFamily="2" charset="-120"/>
              <a:ea typeface="STHeiti TC" panose="02000000000000000000" pitchFamily="2" charset="-120"/>
            </a:endParaRPr>
          </a:p>
        </p:txBody>
      </p:sp>
      <p:pic>
        <p:nvPicPr>
          <p:cNvPr id="5" name="圖片 4">
            <a:extLst>
              <a:ext uri="{FF2B5EF4-FFF2-40B4-BE49-F238E27FC236}">
                <a16:creationId xmlns:a16="http://schemas.microsoft.com/office/drawing/2014/main" id="{BD5CEB90-8581-411A-B3BA-BD7048037F7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41413" y="2594037"/>
            <a:ext cx="7984299" cy="3616908"/>
          </a:xfrm>
          <a:prstGeom prst="rect">
            <a:avLst/>
          </a:prstGeom>
        </p:spPr>
      </p:pic>
      <p:grpSp>
        <p:nvGrpSpPr>
          <p:cNvPr id="10" name="群組 9">
            <a:extLst>
              <a:ext uri="{FF2B5EF4-FFF2-40B4-BE49-F238E27FC236}">
                <a16:creationId xmlns:a16="http://schemas.microsoft.com/office/drawing/2014/main" id="{EE973F25-7F64-4974-B977-3FE8CFE50E7F}"/>
              </a:ext>
            </a:extLst>
          </p:cNvPr>
          <p:cNvGrpSpPr/>
          <p:nvPr/>
        </p:nvGrpSpPr>
        <p:grpSpPr>
          <a:xfrm>
            <a:off x="5557965" y="609600"/>
            <a:ext cx="6187372" cy="1463040"/>
            <a:chOff x="5557965" y="609600"/>
            <a:chExt cx="6187372" cy="1463040"/>
          </a:xfrm>
        </p:grpSpPr>
        <p:sp>
          <p:nvSpPr>
            <p:cNvPr id="8" name="矩形: 圓角 7">
              <a:extLst>
                <a:ext uri="{FF2B5EF4-FFF2-40B4-BE49-F238E27FC236}">
                  <a16:creationId xmlns:a16="http://schemas.microsoft.com/office/drawing/2014/main" id="{23629D86-8219-4BF7-854C-D7F40DDF3E67}"/>
                </a:ext>
              </a:extLst>
            </p:cNvPr>
            <p:cNvSpPr/>
            <p:nvPr/>
          </p:nvSpPr>
          <p:spPr>
            <a:xfrm>
              <a:off x="5557965" y="609600"/>
              <a:ext cx="2651760" cy="1463040"/>
            </a:xfrm>
            <a:prstGeom prst="round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lang="zh-TW" altLang="en-US" dirty="0">
                  <a:latin typeface="STHeiti TC" panose="02000000000000000000" pitchFamily="2" charset="-120"/>
                  <a:ea typeface="STHeiti TC" panose="02000000000000000000" pitchFamily="2" charset="-120"/>
                </a:rPr>
                <a:t>名稱：</a:t>
              </a:r>
              <a:r>
                <a:rPr lang="en-US" altLang="zh-TW" dirty="0">
                  <a:latin typeface="Consolas" panose="020B0609020204030204" pitchFamily="49" charset="0"/>
                </a:rPr>
                <a:t>a</a:t>
              </a:r>
            </a:p>
            <a:p>
              <a:r>
                <a:rPr lang="zh-TW" altLang="en-US" dirty="0">
                  <a:latin typeface="STHeiti TC" panose="02000000000000000000" pitchFamily="2" charset="-120"/>
                  <a:ea typeface="STHeiti TC" panose="02000000000000000000" pitchFamily="2" charset="-120"/>
                </a:rPr>
                <a:t>資料型別：</a:t>
              </a:r>
              <a:r>
                <a:rPr lang="en-US" altLang="zh-TW" dirty="0">
                  <a:latin typeface="Consolas" panose="020B0609020204030204" pitchFamily="49" charset="0"/>
                </a:rPr>
                <a:t>int</a:t>
              </a:r>
            </a:p>
            <a:p>
              <a:r>
                <a:rPr lang="zh-TW" altLang="en-US" dirty="0">
                  <a:latin typeface="STHeiti TC" panose="02000000000000000000" pitchFamily="2" charset="-120"/>
                  <a:ea typeface="STHeiti TC" panose="02000000000000000000" pitchFamily="2" charset="-120"/>
                </a:rPr>
                <a:t>值：</a:t>
              </a:r>
              <a:r>
                <a:rPr lang="en-US" altLang="zh-TW" dirty="0">
                  <a:latin typeface="Consolas" panose="020B0609020204030204" pitchFamily="49" charset="0"/>
                </a:rPr>
                <a:t>5</a:t>
              </a:r>
            </a:p>
            <a:p>
              <a:r>
                <a:rPr lang="zh-TW" altLang="en-US" dirty="0">
                  <a:latin typeface="STHeiti TC" panose="02000000000000000000" pitchFamily="2" charset="-120"/>
                  <a:ea typeface="STHeiti TC" panose="02000000000000000000" pitchFamily="2" charset="-120"/>
                </a:rPr>
                <a:t>位址：</a:t>
              </a:r>
              <a:r>
                <a:rPr lang="en-US" altLang="zh-TW" dirty="0">
                  <a:latin typeface="Consolas" panose="020B0609020204030204" pitchFamily="49" charset="0"/>
                </a:rPr>
                <a:t>0061FF1C</a:t>
              </a:r>
              <a:endParaRPr lang="zh-TW" altLang="en-US" dirty="0">
                <a:latin typeface="Consolas" panose="020B0609020204030204" pitchFamily="49" charset="0"/>
              </a:endParaRPr>
            </a:p>
          </p:txBody>
        </p:sp>
        <p:sp>
          <p:nvSpPr>
            <p:cNvPr id="9" name="矩形: 圓角 8">
              <a:extLst>
                <a:ext uri="{FF2B5EF4-FFF2-40B4-BE49-F238E27FC236}">
                  <a16:creationId xmlns:a16="http://schemas.microsoft.com/office/drawing/2014/main" id="{EB5BD1F0-6917-47C4-ADC0-C576F6F755FC}"/>
                </a:ext>
              </a:extLst>
            </p:cNvPr>
            <p:cNvSpPr/>
            <p:nvPr/>
          </p:nvSpPr>
          <p:spPr>
            <a:xfrm>
              <a:off x="9093577" y="609600"/>
              <a:ext cx="2651760" cy="1463040"/>
            </a:xfrm>
            <a:prstGeom prst="round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lang="zh-TW" altLang="en-US" dirty="0">
                  <a:latin typeface="STHeiti TC" panose="02000000000000000000" pitchFamily="2" charset="-120"/>
                  <a:ea typeface="STHeiti TC" panose="02000000000000000000" pitchFamily="2" charset="-120"/>
                </a:rPr>
                <a:t>名稱：</a:t>
              </a:r>
              <a:r>
                <a:rPr lang="en-US" altLang="zh-TW" dirty="0" err="1">
                  <a:latin typeface="Consolas" panose="020B0609020204030204" pitchFamily="49" charset="0"/>
                </a:rPr>
                <a:t>ptr</a:t>
              </a:r>
              <a:endParaRPr lang="en-US" altLang="zh-TW" dirty="0">
                <a:latin typeface="Consolas" panose="020B0609020204030204" pitchFamily="49" charset="0"/>
              </a:endParaRPr>
            </a:p>
            <a:p>
              <a:r>
                <a:rPr lang="zh-TW" altLang="en-US" dirty="0">
                  <a:latin typeface="STHeiti TC" panose="02000000000000000000" pitchFamily="2" charset="-120"/>
                  <a:ea typeface="STHeiti TC" panose="02000000000000000000" pitchFamily="2" charset="-120"/>
                </a:rPr>
                <a:t>資料型別：</a:t>
              </a:r>
              <a:r>
                <a:rPr lang="en-US" altLang="zh-TW" dirty="0">
                  <a:latin typeface="Consolas" panose="020B0609020204030204" pitchFamily="49" charset="0"/>
                </a:rPr>
                <a:t>int*</a:t>
              </a:r>
            </a:p>
            <a:p>
              <a:r>
                <a:rPr lang="zh-TW" altLang="en-US" dirty="0">
                  <a:latin typeface="STHeiti TC" panose="02000000000000000000" pitchFamily="2" charset="-120"/>
                  <a:ea typeface="STHeiti TC" panose="02000000000000000000" pitchFamily="2" charset="-120"/>
                </a:rPr>
                <a:t>值：</a:t>
              </a:r>
              <a:r>
                <a:rPr lang="en-US" altLang="zh-TW" dirty="0">
                  <a:latin typeface="Consolas" panose="020B0609020204030204" pitchFamily="49" charset="0"/>
                </a:rPr>
                <a:t>0061FF1C</a:t>
              </a:r>
            </a:p>
            <a:p>
              <a:r>
                <a:rPr lang="zh-TW" altLang="en-US" dirty="0">
                  <a:latin typeface="STHeiti TC" panose="02000000000000000000" pitchFamily="2" charset="-120"/>
                  <a:ea typeface="STHeiti TC" panose="02000000000000000000" pitchFamily="2" charset="-120"/>
                </a:rPr>
                <a:t>位址：</a:t>
              </a:r>
              <a:r>
                <a:rPr lang="en-US" altLang="zh-TW" dirty="0">
                  <a:latin typeface="Consolas" panose="020B0609020204030204" pitchFamily="49" charset="0"/>
                </a:rPr>
                <a:t>0061FF18</a:t>
              </a:r>
              <a:endParaRPr lang="zh-TW" altLang="en-US" dirty="0">
                <a:latin typeface="Consolas" panose="020B0609020204030204" pitchFamily="49" charset="0"/>
              </a:endParaRPr>
            </a:p>
          </p:txBody>
        </p:sp>
      </p:grpSp>
      <p:pic>
        <p:nvPicPr>
          <p:cNvPr id="11" name="圖片 10">
            <a:extLst>
              <a:ext uri="{FF2B5EF4-FFF2-40B4-BE49-F238E27FC236}">
                <a16:creationId xmlns:a16="http://schemas.microsoft.com/office/drawing/2014/main" id="{5EE1997A-A828-4363-A4E8-347FFF2EF27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83845" y="2152077"/>
            <a:ext cx="5165236" cy="1905000"/>
          </a:xfrm>
          <a:prstGeom prst="rect">
            <a:avLst/>
          </a:prstGeom>
        </p:spPr>
      </p:pic>
      <p:grpSp>
        <p:nvGrpSpPr>
          <p:cNvPr id="22" name="群組 21">
            <a:extLst>
              <a:ext uri="{FF2B5EF4-FFF2-40B4-BE49-F238E27FC236}">
                <a16:creationId xmlns:a16="http://schemas.microsoft.com/office/drawing/2014/main" id="{A171A7DD-B030-4AEF-8580-45078E2CAF3F}"/>
              </a:ext>
            </a:extLst>
          </p:cNvPr>
          <p:cNvGrpSpPr/>
          <p:nvPr/>
        </p:nvGrpSpPr>
        <p:grpSpPr>
          <a:xfrm>
            <a:off x="2322576" y="2465330"/>
            <a:ext cx="7443216" cy="2106670"/>
            <a:chOff x="2322576" y="2465330"/>
            <a:chExt cx="7443216" cy="2106670"/>
          </a:xfrm>
        </p:grpSpPr>
        <p:sp>
          <p:nvSpPr>
            <p:cNvPr id="12" name="矩形 11">
              <a:extLst>
                <a:ext uri="{FF2B5EF4-FFF2-40B4-BE49-F238E27FC236}">
                  <a16:creationId xmlns:a16="http://schemas.microsoft.com/office/drawing/2014/main" id="{8B4BA4FC-D633-46B4-A021-2A1F5F2E9EF4}"/>
                </a:ext>
              </a:extLst>
            </p:cNvPr>
            <p:cNvSpPr/>
            <p:nvPr/>
          </p:nvSpPr>
          <p:spPr>
            <a:xfrm>
              <a:off x="2322576" y="4279392"/>
              <a:ext cx="4919472" cy="292608"/>
            </a:xfrm>
            <a:prstGeom prst="rect">
              <a:avLst/>
            </a:prstGeom>
            <a:noFill/>
            <a:ln w="38100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17" name="矩形 16">
              <a:extLst>
                <a:ext uri="{FF2B5EF4-FFF2-40B4-BE49-F238E27FC236}">
                  <a16:creationId xmlns:a16="http://schemas.microsoft.com/office/drawing/2014/main" id="{AAFF0735-0967-4AB0-8775-41D16FCC59F3}"/>
                </a:ext>
              </a:extLst>
            </p:cNvPr>
            <p:cNvSpPr/>
            <p:nvPr/>
          </p:nvSpPr>
          <p:spPr>
            <a:xfrm>
              <a:off x="6883845" y="2465330"/>
              <a:ext cx="2881947" cy="292608"/>
            </a:xfrm>
            <a:prstGeom prst="rect">
              <a:avLst/>
            </a:prstGeom>
            <a:noFill/>
            <a:ln w="38100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</p:grpSp>
      <p:grpSp>
        <p:nvGrpSpPr>
          <p:cNvPr id="23" name="群組 22">
            <a:extLst>
              <a:ext uri="{FF2B5EF4-FFF2-40B4-BE49-F238E27FC236}">
                <a16:creationId xmlns:a16="http://schemas.microsoft.com/office/drawing/2014/main" id="{AFF647DB-9262-4370-910A-0B853D84248F}"/>
              </a:ext>
            </a:extLst>
          </p:cNvPr>
          <p:cNvGrpSpPr/>
          <p:nvPr/>
        </p:nvGrpSpPr>
        <p:grpSpPr>
          <a:xfrm>
            <a:off x="2322576" y="2795692"/>
            <a:ext cx="8586216" cy="2108289"/>
            <a:chOff x="2322576" y="2795692"/>
            <a:chExt cx="8586216" cy="2108289"/>
          </a:xfrm>
        </p:grpSpPr>
        <p:sp>
          <p:nvSpPr>
            <p:cNvPr id="13" name="矩形 12">
              <a:extLst>
                <a:ext uri="{FF2B5EF4-FFF2-40B4-BE49-F238E27FC236}">
                  <a16:creationId xmlns:a16="http://schemas.microsoft.com/office/drawing/2014/main" id="{F04C3349-75D5-4FC1-8C68-D686CA7BEE78}"/>
                </a:ext>
              </a:extLst>
            </p:cNvPr>
            <p:cNvSpPr/>
            <p:nvPr/>
          </p:nvSpPr>
          <p:spPr>
            <a:xfrm>
              <a:off x="2322576" y="4611373"/>
              <a:ext cx="5165236" cy="292608"/>
            </a:xfrm>
            <a:prstGeom prst="rect">
              <a:avLst/>
            </a:prstGeom>
            <a:noFill/>
            <a:ln w="38100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18" name="矩形 17">
              <a:extLst>
                <a:ext uri="{FF2B5EF4-FFF2-40B4-BE49-F238E27FC236}">
                  <a16:creationId xmlns:a16="http://schemas.microsoft.com/office/drawing/2014/main" id="{E9DF70FE-5C6E-4136-9F7D-A60F128D4542}"/>
                </a:ext>
              </a:extLst>
            </p:cNvPr>
            <p:cNvSpPr/>
            <p:nvPr/>
          </p:nvSpPr>
          <p:spPr>
            <a:xfrm>
              <a:off x="6883845" y="2795692"/>
              <a:ext cx="4024947" cy="292608"/>
            </a:xfrm>
            <a:prstGeom prst="rect">
              <a:avLst/>
            </a:prstGeom>
            <a:noFill/>
            <a:ln w="38100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</p:grpSp>
      <p:grpSp>
        <p:nvGrpSpPr>
          <p:cNvPr id="24" name="群組 23">
            <a:extLst>
              <a:ext uri="{FF2B5EF4-FFF2-40B4-BE49-F238E27FC236}">
                <a16:creationId xmlns:a16="http://schemas.microsoft.com/office/drawing/2014/main" id="{401C12EE-1F7A-40AC-8A79-2B0C894C5083}"/>
              </a:ext>
            </a:extLst>
          </p:cNvPr>
          <p:cNvGrpSpPr/>
          <p:nvPr/>
        </p:nvGrpSpPr>
        <p:grpSpPr>
          <a:xfrm>
            <a:off x="2322576" y="3117193"/>
            <a:ext cx="8586216" cy="2118769"/>
            <a:chOff x="2322576" y="3117193"/>
            <a:chExt cx="8586216" cy="2118769"/>
          </a:xfrm>
        </p:grpSpPr>
        <p:sp>
          <p:nvSpPr>
            <p:cNvPr id="14" name="矩形 13">
              <a:extLst>
                <a:ext uri="{FF2B5EF4-FFF2-40B4-BE49-F238E27FC236}">
                  <a16:creationId xmlns:a16="http://schemas.microsoft.com/office/drawing/2014/main" id="{556CBC24-2FCC-49F7-809A-2A17779C9FA2}"/>
                </a:ext>
              </a:extLst>
            </p:cNvPr>
            <p:cNvSpPr/>
            <p:nvPr/>
          </p:nvSpPr>
          <p:spPr>
            <a:xfrm>
              <a:off x="2322576" y="4943354"/>
              <a:ext cx="5321808" cy="292608"/>
            </a:xfrm>
            <a:prstGeom prst="rect">
              <a:avLst/>
            </a:prstGeom>
            <a:noFill/>
            <a:ln w="38100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19" name="矩形 18">
              <a:extLst>
                <a:ext uri="{FF2B5EF4-FFF2-40B4-BE49-F238E27FC236}">
                  <a16:creationId xmlns:a16="http://schemas.microsoft.com/office/drawing/2014/main" id="{219454E1-A8A8-4097-B64B-EE3843FF5BB2}"/>
                </a:ext>
              </a:extLst>
            </p:cNvPr>
            <p:cNvSpPr/>
            <p:nvPr/>
          </p:nvSpPr>
          <p:spPr>
            <a:xfrm>
              <a:off x="6883845" y="3117193"/>
              <a:ext cx="4024947" cy="292608"/>
            </a:xfrm>
            <a:prstGeom prst="rect">
              <a:avLst/>
            </a:prstGeom>
            <a:noFill/>
            <a:ln w="38100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</p:grpSp>
      <p:grpSp>
        <p:nvGrpSpPr>
          <p:cNvPr id="25" name="群組 24">
            <a:extLst>
              <a:ext uri="{FF2B5EF4-FFF2-40B4-BE49-F238E27FC236}">
                <a16:creationId xmlns:a16="http://schemas.microsoft.com/office/drawing/2014/main" id="{8EF7F174-3B2C-47D0-8274-3A13B101834B}"/>
              </a:ext>
            </a:extLst>
          </p:cNvPr>
          <p:cNvGrpSpPr/>
          <p:nvPr/>
        </p:nvGrpSpPr>
        <p:grpSpPr>
          <a:xfrm>
            <a:off x="2322575" y="3438694"/>
            <a:ext cx="9162289" cy="2129249"/>
            <a:chOff x="2322575" y="3438694"/>
            <a:chExt cx="9162289" cy="2129249"/>
          </a:xfrm>
        </p:grpSpPr>
        <p:sp>
          <p:nvSpPr>
            <p:cNvPr id="15" name="矩形 14">
              <a:extLst>
                <a:ext uri="{FF2B5EF4-FFF2-40B4-BE49-F238E27FC236}">
                  <a16:creationId xmlns:a16="http://schemas.microsoft.com/office/drawing/2014/main" id="{8C604D6B-4279-4B74-8266-66BB59F4138C}"/>
                </a:ext>
              </a:extLst>
            </p:cNvPr>
            <p:cNvSpPr/>
            <p:nvPr/>
          </p:nvSpPr>
          <p:spPr>
            <a:xfrm>
              <a:off x="2322575" y="5275335"/>
              <a:ext cx="6771001" cy="292608"/>
            </a:xfrm>
            <a:prstGeom prst="rect">
              <a:avLst/>
            </a:prstGeom>
            <a:noFill/>
            <a:ln w="38100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20" name="矩形 19">
              <a:extLst>
                <a:ext uri="{FF2B5EF4-FFF2-40B4-BE49-F238E27FC236}">
                  <a16:creationId xmlns:a16="http://schemas.microsoft.com/office/drawing/2014/main" id="{52625852-55BC-482D-97F0-564C2E1DED25}"/>
                </a:ext>
              </a:extLst>
            </p:cNvPr>
            <p:cNvSpPr/>
            <p:nvPr/>
          </p:nvSpPr>
          <p:spPr>
            <a:xfrm>
              <a:off x="6883844" y="3438694"/>
              <a:ext cx="4601020" cy="292608"/>
            </a:xfrm>
            <a:prstGeom prst="rect">
              <a:avLst/>
            </a:prstGeom>
            <a:noFill/>
            <a:ln w="38100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</p:grpSp>
      <p:grpSp>
        <p:nvGrpSpPr>
          <p:cNvPr id="26" name="群組 25">
            <a:extLst>
              <a:ext uri="{FF2B5EF4-FFF2-40B4-BE49-F238E27FC236}">
                <a16:creationId xmlns:a16="http://schemas.microsoft.com/office/drawing/2014/main" id="{8ADA6875-7E8A-4570-AF5C-42200F0C1A51}"/>
              </a:ext>
            </a:extLst>
          </p:cNvPr>
          <p:cNvGrpSpPr/>
          <p:nvPr/>
        </p:nvGrpSpPr>
        <p:grpSpPr>
          <a:xfrm>
            <a:off x="2322574" y="3754036"/>
            <a:ext cx="8860538" cy="2161128"/>
            <a:chOff x="2322574" y="3754036"/>
            <a:chExt cx="8860538" cy="2161128"/>
          </a:xfrm>
        </p:grpSpPr>
        <p:sp>
          <p:nvSpPr>
            <p:cNvPr id="16" name="矩形 15">
              <a:extLst>
                <a:ext uri="{FF2B5EF4-FFF2-40B4-BE49-F238E27FC236}">
                  <a16:creationId xmlns:a16="http://schemas.microsoft.com/office/drawing/2014/main" id="{9002D0BA-3C2C-46DA-A6A3-945C2DD1B975}"/>
                </a:ext>
              </a:extLst>
            </p:cNvPr>
            <p:cNvSpPr/>
            <p:nvPr/>
          </p:nvSpPr>
          <p:spPr>
            <a:xfrm>
              <a:off x="2322574" y="5622556"/>
              <a:ext cx="5751577" cy="292608"/>
            </a:xfrm>
            <a:prstGeom prst="rect">
              <a:avLst/>
            </a:prstGeom>
            <a:noFill/>
            <a:ln w="38100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21" name="矩形 20">
              <a:extLst>
                <a:ext uri="{FF2B5EF4-FFF2-40B4-BE49-F238E27FC236}">
                  <a16:creationId xmlns:a16="http://schemas.microsoft.com/office/drawing/2014/main" id="{B230DC7B-A14E-438E-8E16-5F8C175073B9}"/>
                </a:ext>
              </a:extLst>
            </p:cNvPr>
            <p:cNvSpPr/>
            <p:nvPr/>
          </p:nvSpPr>
          <p:spPr>
            <a:xfrm>
              <a:off x="6883845" y="3754036"/>
              <a:ext cx="4299267" cy="292608"/>
            </a:xfrm>
            <a:prstGeom prst="rect">
              <a:avLst/>
            </a:prstGeom>
            <a:noFill/>
            <a:ln w="38100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</p:grpSp>
    </p:spTree>
    <p:extLst>
      <p:ext uri="{BB962C8B-B14F-4D97-AF65-F5344CB8AC3E}">
        <p14:creationId xmlns:p14="http://schemas.microsoft.com/office/powerpoint/2010/main" val="2007164890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Char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4" presetClass="entr" presetSubtype="1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randombar(horizontal)">
                                      <p:cBhvr>
                                        <p:cTn id="14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10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3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1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9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4" fill="hold">
                      <p:stCondLst>
                        <p:cond delay="indefinite"/>
                      </p:stCondLst>
                      <p:childTnLst>
                        <p:par>
                          <p:cTn id="45" fill="hold">
                            <p:stCondLst>
                              <p:cond delay="0"/>
                            </p:stCondLst>
                            <p:childTnLst>
                              <p:par>
                                <p:cTn id="46" presetID="10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47" dur="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1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59C4C1D6-D9FB-4A53-AAED-6CF713FC45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 cap="none" dirty="0">
                <a:latin typeface="STHeiti TC" panose="02000000000000000000" pitchFamily="2" charset="-120"/>
                <a:ea typeface="STHeiti TC" panose="02000000000000000000" pitchFamily="2" charset="-120"/>
              </a:rPr>
              <a:t>指標</a:t>
            </a:r>
            <a:r>
              <a:rPr lang="en-US" altLang="zh-TW" cap="none" dirty="0">
                <a:latin typeface="Consolas" panose="020B0609020204030204" pitchFamily="49" charset="0"/>
              </a:rPr>
              <a:t> &amp; </a:t>
            </a:r>
            <a:r>
              <a:rPr lang="zh-TW" altLang="en-US" cap="none" dirty="0">
                <a:latin typeface="STHeiti TC" panose="02000000000000000000" pitchFamily="2" charset="-120"/>
                <a:ea typeface="STHeiti TC" panose="02000000000000000000" pitchFamily="2" charset="-120"/>
              </a:rPr>
              <a:t>函式</a:t>
            </a:r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0E5B272C-E588-4538-9F92-1CF0F1BBEA5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zh-TW" altLang="en-US" sz="2800" cap="none" dirty="0">
                <a:latin typeface="STHeiti TC" panose="02000000000000000000" pitchFamily="2" charset="-120"/>
                <a:ea typeface="STHeiti TC" panose="02000000000000000000" pitchFamily="2" charset="-120"/>
              </a:rPr>
              <a:t>傳值？傳址？</a:t>
            </a:r>
          </a:p>
        </p:txBody>
      </p:sp>
    </p:spTree>
    <p:extLst>
      <p:ext uri="{BB962C8B-B14F-4D97-AF65-F5344CB8AC3E}">
        <p14:creationId xmlns:p14="http://schemas.microsoft.com/office/powerpoint/2010/main" val="3124783487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Char"/>
      </p:transition>
    </mc:Choice>
    <mc:Fallback xmlns="">
      <p:transition spd="slow">
        <p:fade/>
      </p:transition>
    </mc:Fallback>
  </mc:AlternateContent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A74FC5DA-B2E7-4C6E-98B3-1679237869D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 cap="none" dirty="0">
                <a:latin typeface="STHeiti TC" panose="02000000000000000000" pitchFamily="2" charset="-120"/>
                <a:ea typeface="STHeiti TC" panose="02000000000000000000" pitchFamily="2" charset="-120"/>
              </a:rPr>
              <a:t>指標</a:t>
            </a:r>
            <a:r>
              <a:rPr lang="en-US" altLang="zh-TW" cap="none" dirty="0">
                <a:latin typeface="Consolas" panose="020B0609020204030204" pitchFamily="49" charset="0"/>
              </a:rPr>
              <a:t> &amp; </a:t>
            </a:r>
            <a:r>
              <a:rPr lang="zh-TW" altLang="en-US" cap="none" dirty="0">
                <a:latin typeface="STHeiti TC" panose="02000000000000000000" pitchFamily="2" charset="-120"/>
                <a:ea typeface="STHeiti TC" panose="02000000000000000000" pitchFamily="2" charset="-120"/>
              </a:rPr>
              <a:t>函式</a:t>
            </a:r>
            <a:r>
              <a:rPr lang="en-US" altLang="zh-TW" cap="none" dirty="0">
                <a:latin typeface="Consolas" panose="020B0609020204030204" pitchFamily="49" charset="0"/>
              </a:rPr>
              <a:t> </a:t>
            </a:r>
            <a:r>
              <a:rPr lang="zh-TW" altLang="en-US" cap="none" dirty="0">
                <a:latin typeface="STHeiti TC" panose="02000000000000000000" pitchFamily="2" charset="-120"/>
                <a:ea typeface="STHeiti TC" panose="02000000000000000000" pitchFamily="2" charset="-120"/>
              </a:rPr>
              <a:t>範例</a:t>
            </a:r>
            <a:endParaRPr lang="zh-TW" altLang="en-US" dirty="0"/>
          </a:p>
        </p:txBody>
      </p:sp>
      <p:pic>
        <p:nvPicPr>
          <p:cNvPr id="5" name="圖片 4">
            <a:extLst>
              <a:ext uri="{FF2B5EF4-FFF2-40B4-BE49-F238E27FC236}">
                <a16:creationId xmlns:a16="http://schemas.microsoft.com/office/drawing/2014/main" id="{FB18D4A3-61B9-44C2-B234-622FE01172B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41413" y="2149905"/>
            <a:ext cx="4561966" cy="4386987"/>
          </a:xfrm>
          <a:prstGeom prst="rect">
            <a:avLst/>
          </a:prstGeom>
        </p:spPr>
      </p:pic>
      <p:pic>
        <p:nvPicPr>
          <p:cNvPr id="7" name="圖片 6">
            <a:extLst>
              <a:ext uri="{FF2B5EF4-FFF2-40B4-BE49-F238E27FC236}">
                <a16:creationId xmlns:a16="http://schemas.microsoft.com/office/drawing/2014/main" id="{A3200C4A-9DFA-47C7-B93F-01524E71A36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01987" y="4015273"/>
            <a:ext cx="5735082" cy="65625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42163099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Char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4F4BEBE2-D32E-4CCB-B817-53CF4484524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 cap="none" dirty="0">
                <a:latin typeface="STHeiti TC" panose="02000000000000000000" pitchFamily="2" charset="-120"/>
                <a:ea typeface="STHeiti TC" panose="02000000000000000000" pitchFamily="2" charset="-120"/>
              </a:rPr>
              <a:t>指標</a:t>
            </a:r>
            <a:r>
              <a:rPr lang="en-US" altLang="zh-TW" cap="none" dirty="0">
                <a:latin typeface="Consolas" panose="020B0609020204030204" pitchFamily="49" charset="0"/>
              </a:rPr>
              <a:t> &amp; </a:t>
            </a:r>
            <a:r>
              <a:rPr lang="zh-TW" altLang="en-US" cap="none" dirty="0">
                <a:latin typeface="STHeiti TC" panose="02000000000000000000" pitchFamily="2" charset="-120"/>
                <a:ea typeface="STHeiti TC" panose="02000000000000000000" pitchFamily="2" charset="-120"/>
              </a:rPr>
              <a:t>函式</a:t>
            </a:r>
            <a:r>
              <a:rPr lang="en-US" altLang="zh-TW" cap="none" dirty="0">
                <a:latin typeface="Consolas" panose="020B0609020204030204" pitchFamily="49" charset="0"/>
              </a:rPr>
              <a:t> </a:t>
            </a:r>
            <a:r>
              <a:rPr lang="zh-TW" altLang="en-US" cap="none" dirty="0">
                <a:latin typeface="STHeiti TC" panose="02000000000000000000" pitchFamily="2" charset="-120"/>
                <a:ea typeface="STHeiti TC" panose="02000000000000000000" pitchFamily="2" charset="-120"/>
              </a:rPr>
              <a:t>範例</a:t>
            </a:r>
            <a:endParaRPr lang="zh-TW" altLang="en-US" dirty="0"/>
          </a:p>
        </p:txBody>
      </p:sp>
      <p:pic>
        <p:nvPicPr>
          <p:cNvPr id="5" name="圖片 4">
            <a:extLst>
              <a:ext uri="{FF2B5EF4-FFF2-40B4-BE49-F238E27FC236}">
                <a16:creationId xmlns:a16="http://schemas.microsoft.com/office/drawing/2014/main" id="{A097003F-668F-41CD-B588-64DD82655A3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41412" y="2230370"/>
            <a:ext cx="4497387" cy="4121627"/>
          </a:xfrm>
          <a:prstGeom prst="rect">
            <a:avLst/>
          </a:prstGeom>
        </p:spPr>
      </p:pic>
      <p:pic>
        <p:nvPicPr>
          <p:cNvPr id="7" name="圖片 6">
            <a:extLst>
              <a:ext uri="{FF2B5EF4-FFF2-40B4-BE49-F238E27FC236}">
                <a16:creationId xmlns:a16="http://schemas.microsoft.com/office/drawing/2014/main" id="{34C64A46-FA2A-479F-8204-9017150D5A9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44824" y="3920830"/>
            <a:ext cx="6218840" cy="74070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57610081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Char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4F4BEBE2-D32E-4CCB-B817-53CF4484524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 cap="none" dirty="0">
                <a:latin typeface="STHeiti TC" panose="02000000000000000000" pitchFamily="2" charset="-120"/>
                <a:ea typeface="STHeiti TC" panose="02000000000000000000" pitchFamily="2" charset="-120"/>
              </a:rPr>
              <a:t>指標</a:t>
            </a:r>
            <a:r>
              <a:rPr lang="en-US" altLang="zh-TW" cap="none" dirty="0">
                <a:latin typeface="Consolas" panose="020B0609020204030204" pitchFamily="49" charset="0"/>
              </a:rPr>
              <a:t> &amp; </a:t>
            </a:r>
            <a:r>
              <a:rPr lang="zh-TW" altLang="en-US" cap="none" dirty="0">
                <a:latin typeface="STHeiti TC" panose="02000000000000000000" pitchFamily="2" charset="-120"/>
                <a:ea typeface="STHeiti TC" panose="02000000000000000000" pitchFamily="2" charset="-120"/>
              </a:rPr>
              <a:t>函式</a:t>
            </a:r>
            <a:r>
              <a:rPr lang="en-US" altLang="zh-TW" cap="none" dirty="0">
                <a:latin typeface="Consolas" panose="020B0609020204030204" pitchFamily="49" charset="0"/>
              </a:rPr>
              <a:t> </a:t>
            </a:r>
            <a:r>
              <a:rPr lang="zh-TW" altLang="en-US" cap="none" dirty="0">
                <a:latin typeface="STHeiti TC" panose="02000000000000000000" pitchFamily="2" charset="-120"/>
                <a:ea typeface="STHeiti TC" panose="02000000000000000000" pitchFamily="2" charset="-120"/>
              </a:rPr>
              <a:t>範例</a:t>
            </a:r>
            <a:endParaRPr lang="zh-TW" altLang="en-US" dirty="0"/>
          </a:p>
        </p:txBody>
      </p:sp>
      <p:pic>
        <p:nvPicPr>
          <p:cNvPr id="5" name="圖片 4">
            <a:extLst>
              <a:ext uri="{FF2B5EF4-FFF2-40B4-BE49-F238E27FC236}">
                <a16:creationId xmlns:a16="http://schemas.microsoft.com/office/drawing/2014/main" id="{59C86C9B-29F7-4FF0-937E-152E6EE067F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41413" y="2248447"/>
            <a:ext cx="4802187" cy="4189908"/>
          </a:xfrm>
          <a:prstGeom prst="rect">
            <a:avLst/>
          </a:prstGeom>
        </p:spPr>
      </p:pic>
      <p:pic>
        <p:nvPicPr>
          <p:cNvPr id="6" name="圖片 5">
            <a:extLst>
              <a:ext uri="{FF2B5EF4-FFF2-40B4-BE49-F238E27FC236}">
                <a16:creationId xmlns:a16="http://schemas.microsoft.com/office/drawing/2014/main" id="{791037D6-471E-4BEA-8232-286C344F0B0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96000" y="3998883"/>
            <a:ext cx="6021572" cy="68903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2552324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Char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D92D452F-F9C6-4BCB-9039-202188DD51A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 cap="none" dirty="0">
                <a:latin typeface="STHeiti TC" panose="02000000000000000000" pitchFamily="2" charset="-120"/>
                <a:ea typeface="STHeiti TC" panose="02000000000000000000" pitchFamily="2" charset="-120"/>
              </a:rPr>
              <a:t>指標</a:t>
            </a:r>
            <a:r>
              <a:rPr lang="en-US" altLang="zh-TW" cap="none" dirty="0">
                <a:latin typeface="Consolas" panose="020B0609020204030204" pitchFamily="49" charset="0"/>
              </a:rPr>
              <a:t> &amp; </a:t>
            </a:r>
            <a:r>
              <a:rPr lang="zh-TW" altLang="en-US" cap="none" dirty="0">
                <a:latin typeface="STHeiti TC" panose="02000000000000000000" pitchFamily="2" charset="-120"/>
                <a:ea typeface="STHeiti TC" panose="02000000000000000000" pitchFamily="2" charset="-120"/>
              </a:rPr>
              <a:t>函式</a:t>
            </a:r>
            <a:r>
              <a:rPr lang="en-US" altLang="zh-TW" cap="none" dirty="0">
                <a:latin typeface="Consolas" panose="020B0609020204030204" pitchFamily="49" charset="0"/>
              </a:rPr>
              <a:t> </a:t>
            </a:r>
            <a:r>
              <a:rPr lang="zh-TW" altLang="en-US" cap="none" dirty="0">
                <a:latin typeface="STHeiti TC" panose="02000000000000000000" pitchFamily="2" charset="-120"/>
                <a:ea typeface="STHeiti TC" panose="02000000000000000000" pitchFamily="2" charset="-120"/>
              </a:rPr>
              <a:t>範例</a:t>
            </a:r>
            <a:endParaRPr lang="zh-TW" altLang="en-US" dirty="0"/>
          </a:p>
        </p:txBody>
      </p:sp>
      <p:pic>
        <p:nvPicPr>
          <p:cNvPr id="7" name="圖片 6">
            <a:extLst>
              <a:ext uri="{FF2B5EF4-FFF2-40B4-BE49-F238E27FC236}">
                <a16:creationId xmlns:a16="http://schemas.microsoft.com/office/drawing/2014/main" id="{09F504D8-47BF-411F-B650-80D015FAC9A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41413" y="2233607"/>
            <a:ext cx="3959976" cy="4357109"/>
          </a:xfrm>
          <a:prstGeom prst="rect">
            <a:avLst/>
          </a:prstGeom>
        </p:spPr>
      </p:pic>
      <p:pic>
        <p:nvPicPr>
          <p:cNvPr id="8" name="圖片 7">
            <a:extLst>
              <a:ext uri="{FF2B5EF4-FFF2-40B4-BE49-F238E27FC236}">
                <a16:creationId xmlns:a16="http://schemas.microsoft.com/office/drawing/2014/main" id="{AC102D70-B3F8-4DF7-96FA-D8A53EDA1D8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518484" y="4067643"/>
            <a:ext cx="6021572" cy="68903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14329666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Char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文字方塊 3">
            <a:extLst>
              <a:ext uri="{FF2B5EF4-FFF2-40B4-BE49-F238E27FC236}">
                <a16:creationId xmlns:a16="http://schemas.microsoft.com/office/drawing/2014/main" id="{BEC54DEF-DBCA-4D53-903C-3AD242BA6652}"/>
              </a:ext>
            </a:extLst>
          </p:cNvPr>
          <p:cNvSpPr txBox="1"/>
          <p:nvPr/>
        </p:nvSpPr>
        <p:spPr>
          <a:xfrm>
            <a:off x="2874606" y="3013501"/>
            <a:ext cx="6442789" cy="132343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zh-TW" altLang="en-US" sz="8000" dirty="0">
                <a:latin typeface="STHeiti TC" panose="02000000000000000000" pitchFamily="2" charset="-120"/>
                <a:ea typeface="STHeiti TC" panose="02000000000000000000" pitchFamily="2" charset="-120"/>
              </a:rPr>
              <a:t>上機 </a:t>
            </a:r>
            <a:r>
              <a:rPr lang="en-US" altLang="zh-TW" sz="8000" dirty="0">
                <a:latin typeface="Consolas" panose="020B0609020204030204" pitchFamily="49" charset="0"/>
                <a:ea typeface="STHeiti TC" panose="02000000000000000000" pitchFamily="2" charset="-120"/>
              </a:rPr>
              <a:t>GOGO!!!</a:t>
            </a:r>
            <a:endParaRPr lang="zh-TW" altLang="en-US" sz="8000" dirty="0">
              <a:latin typeface="Consolas" panose="020B0609020204030204" pitchFamily="49" charset="0"/>
              <a:ea typeface="STHeiti TC" panose="02000000000000000000" pitchFamily="2" charset="-120"/>
            </a:endParaRPr>
          </a:p>
        </p:txBody>
      </p:sp>
    </p:spTree>
    <p:extLst>
      <p:ext uri="{BB962C8B-B14F-4D97-AF65-F5344CB8AC3E}">
        <p14:creationId xmlns:p14="http://schemas.microsoft.com/office/powerpoint/2010/main" val="2715630913"/>
      </p:ext>
    </p:extLst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2547C986-049C-41FC-A0D1-5E7895C02A18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zh-TW" altLang="en-US" dirty="0">
                <a:latin typeface="STHeiti TC" panose="02000000000000000000" pitchFamily="2" charset="-120"/>
                <a:ea typeface="STHeiti TC" panose="02000000000000000000" pitchFamily="2" charset="-120"/>
              </a:rPr>
              <a:t>資料結構</a:t>
            </a:r>
          </a:p>
        </p:txBody>
      </p:sp>
      <p:sp>
        <p:nvSpPr>
          <p:cNvPr id="3" name="副標題 2">
            <a:extLst>
              <a:ext uri="{FF2B5EF4-FFF2-40B4-BE49-F238E27FC236}">
                <a16:creationId xmlns:a16="http://schemas.microsoft.com/office/drawing/2014/main" id="{B2631129-228D-401D-83D2-17746602C315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zh-TW" altLang="en-US" cap="none" dirty="0">
                <a:latin typeface="STHeiti TC" panose="02000000000000000000" pitchFamily="2" charset="-120"/>
                <a:ea typeface="STHeiti TC" panose="02000000000000000000" pitchFamily="2" charset="-120"/>
              </a:rPr>
              <a:t>將概念圖像化</a:t>
            </a:r>
          </a:p>
        </p:txBody>
      </p:sp>
    </p:spTree>
    <p:extLst>
      <p:ext uri="{BB962C8B-B14F-4D97-AF65-F5344CB8AC3E}">
        <p14:creationId xmlns:p14="http://schemas.microsoft.com/office/powerpoint/2010/main" val="2178927778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Char"/>
      </p:transition>
    </mc:Choice>
    <mc:Fallback xmlns="">
      <p:transition spd="slow">
        <p:fade/>
      </p:transition>
    </mc:Fallback>
  </mc:AlternateContent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3233419F-F054-4754-9DC3-9959B801B9F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 cap="none" dirty="0">
                <a:latin typeface="STHeiti TC" panose="02000000000000000000" pitchFamily="2" charset="-120"/>
                <a:ea typeface="STHeiti TC" panose="02000000000000000000" pitchFamily="2" charset="-120"/>
              </a:rPr>
              <a:t>資料結構</a:t>
            </a:r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E0008044-5C99-4F96-9A04-EC06768304F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41413" y="2016143"/>
            <a:ext cx="9905998" cy="586452"/>
          </a:xfrm>
        </p:spPr>
        <p:txBody>
          <a:bodyPr/>
          <a:lstStyle/>
          <a:p>
            <a:r>
              <a:rPr lang="zh-TW" altLang="en-US" cap="none" dirty="0">
                <a:latin typeface="STHeiti TC" panose="02000000000000000000" pitchFamily="2" charset="-120"/>
                <a:ea typeface="STHeiti TC" panose="02000000000000000000" pitchFamily="2" charset="-120"/>
              </a:rPr>
              <a:t>樹、佇列、堆疊、連結串列</a:t>
            </a:r>
          </a:p>
        </p:txBody>
      </p:sp>
      <p:grpSp>
        <p:nvGrpSpPr>
          <p:cNvPr id="45" name="群組 44">
            <a:extLst>
              <a:ext uri="{FF2B5EF4-FFF2-40B4-BE49-F238E27FC236}">
                <a16:creationId xmlns:a16="http://schemas.microsoft.com/office/drawing/2014/main" id="{294189C8-A8AC-43E1-ADE7-5666D69233E7}"/>
              </a:ext>
            </a:extLst>
          </p:cNvPr>
          <p:cNvGrpSpPr/>
          <p:nvPr/>
        </p:nvGrpSpPr>
        <p:grpSpPr>
          <a:xfrm>
            <a:off x="1141413" y="3075034"/>
            <a:ext cx="1701467" cy="3093030"/>
            <a:chOff x="1141413" y="3075034"/>
            <a:chExt cx="1701467" cy="3093030"/>
          </a:xfrm>
        </p:grpSpPr>
        <p:sp>
          <p:nvSpPr>
            <p:cNvPr id="4" name="橢圓 3">
              <a:extLst>
                <a:ext uri="{FF2B5EF4-FFF2-40B4-BE49-F238E27FC236}">
                  <a16:creationId xmlns:a16="http://schemas.microsoft.com/office/drawing/2014/main" id="{505D4A11-A18B-424F-A010-DF88F0464DE2}"/>
                </a:ext>
              </a:extLst>
            </p:cNvPr>
            <p:cNvSpPr/>
            <p:nvPr/>
          </p:nvSpPr>
          <p:spPr>
            <a:xfrm>
              <a:off x="1566780" y="3493503"/>
              <a:ext cx="425367" cy="447754"/>
            </a:xfrm>
            <a:prstGeom prst="ellipse">
              <a:avLst/>
            </a:prstGeom>
            <a:solidFill>
              <a:schemeClr val="bg2">
                <a:lumMod val="20000"/>
                <a:lumOff val="80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 dirty="0"/>
            </a:p>
          </p:txBody>
        </p:sp>
        <p:grpSp>
          <p:nvGrpSpPr>
            <p:cNvPr id="19" name="群組 18">
              <a:extLst>
                <a:ext uri="{FF2B5EF4-FFF2-40B4-BE49-F238E27FC236}">
                  <a16:creationId xmlns:a16="http://schemas.microsoft.com/office/drawing/2014/main" id="{CCAEBC2D-5191-471F-9995-B335CD20C59E}"/>
                </a:ext>
              </a:extLst>
            </p:cNvPr>
            <p:cNvGrpSpPr/>
            <p:nvPr/>
          </p:nvGrpSpPr>
          <p:grpSpPr>
            <a:xfrm>
              <a:off x="1889844" y="3896131"/>
              <a:ext cx="527669" cy="918247"/>
              <a:chOff x="1889844" y="3896131"/>
              <a:chExt cx="527669" cy="918247"/>
            </a:xfrm>
          </p:grpSpPr>
          <p:sp>
            <p:nvSpPr>
              <p:cNvPr id="5" name="橢圓 4">
                <a:extLst>
                  <a:ext uri="{FF2B5EF4-FFF2-40B4-BE49-F238E27FC236}">
                    <a16:creationId xmlns:a16="http://schemas.microsoft.com/office/drawing/2014/main" id="{3EBB4A3E-99E5-40F2-BAFA-8BC100443836}"/>
                  </a:ext>
                </a:extLst>
              </p:cNvPr>
              <p:cNvSpPr/>
              <p:nvPr/>
            </p:nvSpPr>
            <p:spPr>
              <a:xfrm>
                <a:off x="1992146" y="4366624"/>
                <a:ext cx="425367" cy="447754"/>
              </a:xfrm>
              <a:prstGeom prst="ellipse">
                <a:avLst/>
              </a:prstGeom>
              <a:solidFill>
                <a:schemeClr val="bg2">
                  <a:lumMod val="20000"/>
                  <a:lumOff val="80000"/>
                </a:schemeClr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 dirty="0"/>
              </a:p>
            </p:txBody>
          </p:sp>
          <p:sp>
            <p:nvSpPr>
              <p:cNvPr id="11" name="箭號: 向右 10">
                <a:extLst>
                  <a:ext uri="{FF2B5EF4-FFF2-40B4-BE49-F238E27FC236}">
                    <a16:creationId xmlns:a16="http://schemas.microsoft.com/office/drawing/2014/main" id="{D85ECE32-7A88-4CFE-B0C2-73D50C0DF78A}"/>
                  </a:ext>
                </a:extLst>
              </p:cNvPr>
              <p:cNvSpPr/>
              <p:nvPr/>
            </p:nvSpPr>
            <p:spPr>
              <a:xfrm rot="3654824">
                <a:off x="1750562" y="4035413"/>
                <a:ext cx="515617" cy="237054"/>
              </a:xfrm>
              <a:prstGeom prst="rightArrow">
                <a:avLst/>
              </a:prstGeom>
              <a:solidFill>
                <a:srgbClr val="FF0000"/>
              </a:solidFill>
              <a:ln>
                <a:solidFill>
                  <a:srgbClr val="C0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/>
              </a:p>
            </p:txBody>
          </p:sp>
        </p:grpSp>
        <p:grpSp>
          <p:nvGrpSpPr>
            <p:cNvPr id="31" name="群組 30">
              <a:extLst>
                <a:ext uri="{FF2B5EF4-FFF2-40B4-BE49-F238E27FC236}">
                  <a16:creationId xmlns:a16="http://schemas.microsoft.com/office/drawing/2014/main" id="{3E02E264-405E-4ED0-B784-16A6EBEC0192}"/>
                </a:ext>
              </a:extLst>
            </p:cNvPr>
            <p:cNvGrpSpPr/>
            <p:nvPr/>
          </p:nvGrpSpPr>
          <p:grpSpPr>
            <a:xfrm>
              <a:off x="2315211" y="4744882"/>
              <a:ext cx="527669" cy="896151"/>
              <a:chOff x="2315211" y="4744882"/>
              <a:chExt cx="527669" cy="896151"/>
            </a:xfrm>
          </p:grpSpPr>
          <p:sp>
            <p:nvSpPr>
              <p:cNvPr id="8" name="橢圓 7">
                <a:extLst>
                  <a:ext uri="{FF2B5EF4-FFF2-40B4-BE49-F238E27FC236}">
                    <a16:creationId xmlns:a16="http://schemas.microsoft.com/office/drawing/2014/main" id="{75FF0450-4399-4C15-BFD3-48A1A6DE1D2C}"/>
                  </a:ext>
                </a:extLst>
              </p:cNvPr>
              <p:cNvSpPr/>
              <p:nvPr/>
            </p:nvSpPr>
            <p:spPr>
              <a:xfrm>
                <a:off x="2417513" y="5193279"/>
                <a:ext cx="425367" cy="447754"/>
              </a:xfrm>
              <a:prstGeom prst="ellipse">
                <a:avLst/>
              </a:prstGeom>
              <a:solidFill>
                <a:schemeClr val="bg2">
                  <a:lumMod val="20000"/>
                  <a:lumOff val="80000"/>
                </a:schemeClr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/>
              </a:p>
            </p:txBody>
          </p:sp>
          <p:sp>
            <p:nvSpPr>
              <p:cNvPr id="12" name="箭號: 向右 11">
                <a:extLst>
                  <a:ext uri="{FF2B5EF4-FFF2-40B4-BE49-F238E27FC236}">
                    <a16:creationId xmlns:a16="http://schemas.microsoft.com/office/drawing/2014/main" id="{3F5D77BB-BD5C-4FBC-932D-D7BA5D5178B0}"/>
                  </a:ext>
                </a:extLst>
              </p:cNvPr>
              <p:cNvSpPr/>
              <p:nvPr/>
            </p:nvSpPr>
            <p:spPr>
              <a:xfrm rot="3654824">
                <a:off x="2175929" y="4884164"/>
                <a:ext cx="515617" cy="237054"/>
              </a:xfrm>
              <a:prstGeom prst="rightArrow">
                <a:avLst/>
              </a:prstGeom>
              <a:solidFill>
                <a:srgbClr val="FF0000"/>
              </a:solidFill>
              <a:ln>
                <a:solidFill>
                  <a:srgbClr val="C0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/>
              </a:p>
            </p:txBody>
          </p:sp>
        </p:grpSp>
        <p:grpSp>
          <p:nvGrpSpPr>
            <p:cNvPr id="10" name="群組 9">
              <a:extLst>
                <a:ext uri="{FF2B5EF4-FFF2-40B4-BE49-F238E27FC236}">
                  <a16:creationId xmlns:a16="http://schemas.microsoft.com/office/drawing/2014/main" id="{F669DC9E-6E35-4C2F-9737-1CEC01BBD3A0}"/>
                </a:ext>
              </a:extLst>
            </p:cNvPr>
            <p:cNvGrpSpPr/>
            <p:nvPr/>
          </p:nvGrpSpPr>
          <p:grpSpPr>
            <a:xfrm>
              <a:off x="1141413" y="3895383"/>
              <a:ext cx="545839" cy="918995"/>
              <a:chOff x="1141413" y="3895383"/>
              <a:chExt cx="545839" cy="918995"/>
            </a:xfrm>
          </p:grpSpPr>
          <p:sp>
            <p:nvSpPr>
              <p:cNvPr id="6" name="橢圓 5">
                <a:extLst>
                  <a:ext uri="{FF2B5EF4-FFF2-40B4-BE49-F238E27FC236}">
                    <a16:creationId xmlns:a16="http://schemas.microsoft.com/office/drawing/2014/main" id="{648FCC66-3AD1-41D3-B3EC-8A9751EFE560}"/>
                  </a:ext>
                </a:extLst>
              </p:cNvPr>
              <p:cNvSpPr/>
              <p:nvPr/>
            </p:nvSpPr>
            <p:spPr>
              <a:xfrm>
                <a:off x="1141413" y="4366624"/>
                <a:ext cx="425367" cy="447754"/>
              </a:xfrm>
              <a:prstGeom prst="ellipse">
                <a:avLst/>
              </a:prstGeom>
              <a:solidFill>
                <a:schemeClr val="bg2">
                  <a:lumMod val="20000"/>
                  <a:lumOff val="80000"/>
                </a:schemeClr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 dirty="0"/>
              </a:p>
            </p:txBody>
          </p:sp>
          <p:sp>
            <p:nvSpPr>
              <p:cNvPr id="13" name="箭號: 向右 12">
                <a:extLst>
                  <a:ext uri="{FF2B5EF4-FFF2-40B4-BE49-F238E27FC236}">
                    <a16:creationId xmlns:a16="http://schemas.microsoft.com/office/drawing/2014/main" id="{BFE7A12C-B747-4DF4-92D7-2CD8566554CD}"/>
                  </a:ext>
                </a:extLst>
              </p:cNvPr>
              <p:cNvSpPr/>
              <p:nvPr/>
            </p:nvSpPr>
            <p:spPr>
              <a:xfrm rot="6796221">
                <a:off x="1310916" y="4034665"/>
                <a:ext cx="515617" cy="237054"/>
              </a:xfrm>
              <a:prstGeom prst="rightArrow">
                <a:avLst/>
              </a:prstGeom>
              <a:solidFill>
                <a:srgbClr val="FF0000"/>
              </a:solidFill>
              <a:ln>
                <a:solidFill>
                  <a:srgbClr val="C0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 dirty="0"/>
              </a:p>
            </p:txBody>
          </p:sp>
        </p:grpSp>
        <p:grpSp>
          <p:nvGrpSpPr>
            <p:cNvPr id="20" name="群組 19">
              <a:extLst>
                <a:ext uri="{FF2B5EF4-FFF2-40B4-BE49-F238E27FC236}">
                  <a16:creationId xmlns:a16="http://schemas.microsoft.com/office/drawing/2014/main" id="{8B49AEA8-AF28-4978-AB2F-7F3D4910D081}"/>
                </a:ext>
              </a:extLst>
            </p:cNvPr>
            <p:cNvGrpSpPr/>
            <p:nvPr/>
          </p:nvGrpSpPr>
          <p:grpSpPr>
            <a:xfrm>
              <a:off x="1566780" y="4745628"/>
              <a:ext cx="537718" cy="895405"/>
              <a:chOff x="1566780" y="4745628"/>
              <a:chExt cx="537718" cy="895405"/>
            </a:xfrm>
          </p:grpSpPr>
          <p:sp>
            <p:nvSpPr>
              <p:cNvPr id="7" name="橢圓 6">
                <a:extLst>
                  <a:ext uri="{FF2B5EF4-FFF2-40B4-BE49-F238E27FC236}">
                    <a16:creationId xmlns:a16="http://schemas.microsoft.com/office/drawing/2014/main" id="{ECB3D8A5-3CC5-455A-9FA9-E9205FFC3EBA}"/>
                  </a:ext>
                </a:extLst>
              </p:cNvPr>
              <p:cNvSpPr/>
              <p:nvPr/>
            </p:nvSpPr>
            <p:spPr>
              <a:xfrm>
                <a:off x="1566780" y="5193279"/>
                <a:ext cx="425367" cy="447754"/>
              </a:xfrm>
              <a:prstGeom prst="ellipse">
                <a:avLst/>
              </a:prstGeom>
              <a:solidFill>
                <a:schemeClr val="bg2">
                  <a:lumMod val="20000"/>
                  <a:lumOff val="80000"/>
                </a:schemeClr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/>
              </a:p>
            </p:txBody>
          </p:sp>
          <p:sp>
            <p:nvSpPr>
              <p:cNvPr id="14" name="箭號: 向右 13">
                <a:extLst>
                  <a:ext uri="{FF2B5EF4-FFF2-40B4-BE49-F238E27FC236}">
                    <a16:creationId xmlns:a16="http://schemas.microsoft.com/office/drawing/2014/main" id="{33CE0548-248C-458A-8B0C-24A519F24BA7}"/>
                  </a:ext>
                </a:extLst>
              </p:cNvPr>
              <p:cNvSpPr/>
              <p:nvPr/>
            </p:nvSpPr>
            <p:spPr>
              <a:xfrm rot="6796221">
                <a:off x="1728162" y="4884910"/>
                <a:ext cx="515617" cy="237054"/>
              </a:xfrm>
              <a:prstGeom prst="rightArrow">
                <a:avLst/>
              </a:prstGeom>
              <a:solidFill>
                <a:srgbClr val="FF0000"/>
              </a:solidFill>
              <a:ln>
                <a:solidFill>
                  <a:srgbClr val="C0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/>
              </a:p>
            </p:txBody>
          </p:sp>
        </p:grpSp>
        <p:sp>
          <p:nvSpPr>
            <p:cNvPr id="15" name="文字方塊 14">
              <a:extLst>
                <a:ext uri="{FF2B5EF4-FFF2-40B4-BE49-F238E27FC236}">
                  <a16:creationId xmlns:a16="http://schemas.microsoft.com/office/drawing/2014/main" id="{64C5BF7B-071E-44C3-875D-9FAEC2B530AB}"/>
                </a:ext>
              </a:extLst>
            </p:cNvPr>
            <p:cNvSpPr txBox="1"/>
            <p:nvPr/>
          </p:nvSpPr>
          <p:spPr>
            <a:xfrm>
              <a:off x="1423213" y="3075034"/>
              <a:ext cx="704039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altLang="zh-TW" dirty="0">
                  <a:latin typeface="Consolas" panose="020B0609020204030204" pitchFamily="49" charset="0"/>
                </a:rPr>
                <a:t>Root</a:t>
              </a:r>
              <a:endParaRPr lang="zh-TW" altLang="en-US" dirty="0">
                <a:latin typeface="Consolas" panose="020B0609020204030204" pitchFamily="49" charset="0"/>
              </a:endParaRPr>
            </a:p>
          </p:txBody>
        </p:sp>
        <p:sp>
          <p:nvSpPr>
            <p:cNvPr id="16" name="文字方塊 15">
              <a:extLst>
                <a:ext uri="{FF2B5EF4-FFF2-40B4-BE49-F238E27FC236}">
                  <a16:creationId xmlns:a16="http://schemas.microsoft.com/office/drawing/2014/main" id="{99F603D5-EB6F-44F9-A3C5-E550210D4CBE}"/>
                </a:ext>
              </a:extLst>
            </p:cNvPr>
            <p:cNvSpPr txBox="1"/>
            <p:nvPr/>
          </p:nvSpPr>
          <p:spPr>
            <a:xfrm>
              <a:off x="1640362" y="5798732"/>
              <a:ext cx="691215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altLang="zh-TW" dirty="0">
                  <a:latin typeface="Consolas" panose="020B0609020204030204" pitchFamily="49" charset="0"/>
                </a:rPr>
                <a:t>Tree</a:t>
              </a:r>
              <a:endParaRPr lang="zh-TW" altLang="en-US" dirty="0">
                <a:latin typeface="Consolas" panose="020B0609020204030204" pitchFamily="49" charset="0"/>
              </a:endParaRPr>
            </a:p>
          </p:txBody>
        </p:sp>
      </p:grpSp>
      <p:grpSp>
        <p:nvGrpSpPr>
          <p:cNvPr id="30" name="群組 29">
            <a:extLst>
              <a:ext uri="{FF2B5EF4-FFF2-40B4-BE49-F238E27FC236}">
                <a16:creationId xmlns:a16="http://schemas.microsoft.com/office/drawing/2014/main" id="{2A2E7B4A-1EDD-430A-B129-EBF323B48BF8}"/>
              </a:ext>
            </a:extLst>
          </p:cNvPr>
          <p:cNvGrpSpPr>
            <a:grpSpLocks noChangeAspect="1"/>
          </p:cNvGrpSpPr>
          <p:nvPr/>
        </p:nvGrpSpPr>
        <p:grpSpPr>
          <a:xfrm>
            <a:off x="3313890" y="2982749"/>
            <a:ext cx="2795494" cy="3474052"/>
            <a:chOff x="3302401" y="2792045"/>
            <a:chExt cx="2795494" cy="3474052"/>
          </a:xfrm>
        </p:grpSpPr>
        <p:sp>
          <p:nvSpPr>
            <p:cNvPr id="18" name="矩形: 圓角 17">
              <a:extLst>
                <a:ext uri="{FF2B5EF4-FFF2-40B4-BE49-F238E27FC236}">
                  <a16:creationId xmlns:a16="http://schemas.microsoft.com/office/drawing/2014/main" id="{BEB490D6-B490-4FFD-AE1D-BCECB5194879}"/>
                </a:ext>
              </a:extLst>
            </p:cNvPr>
            <p:cNvSpPr/>
            <p:nvPr/>
          </p:nvSpPr>
          <p:spPr>
            <a:xfrm>
              <a:off x="3968917" y="3674310"/>
              <a:ext cx="1390650" cy="365531"/>
            </a:xfrm>
            <a:prstGeom prst="roundRect">
              <a:avLst/>
            </a:prstGeom>
            <a:solidFill>
              <a:schemeClr val="bg2">
                <a:lumMod val="20000"/>
                <a:lumOff val="80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21" name="矩形: 圓角 20">
              <a:extLst>
                <a:ext uri="{FF2B5EF4-FFF2-40B4-BE49-F238E27FC236}">
                  <a16:creationId xmlns:a16="http://schemas.microsoft.com/office/drawing/2014/main" id="{F5129E51-E047-416B-93B2-1815F4132400}"/>
                </a:ext>
              </a:extLst>
            </p:cNvPr>
            <p:cNvSpPr/>
            <p:nvPr/>
          </p:nvSpPr>
          <p:spPr>
            <a:xfrm>
              <a:off x="3968917" y="4111228"/>
              <a:ext cx="1390650" cy="365531"/>
            </a:xfrm>
            <a:prstGeom prst="roundRect">
              <a:avLst/>
            </a:prstGeom>
            <a:solidFill>
              <a:schemeClr val="bg2">
                <a:lumMod val="20000"/>
                <a:lumOff val="80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22" name="矩形: 圓角 21">
              <a:extLst>
                <a:ext uri="{FF2B5EF4-FFF2-40B4-BE49-F238E27FC236}">
                  <a16:creationId xmlns:a16="http://schemas.microsoft.com/office/drawing/2014/main" id="{BFFA117A-7C7F-4C70-8B77-D4B092757A29}"/>
                </a:ext>
              </a:extLst>
            </p:cNvPr>
            <p:cNvSpPr/>
            <p:nvPr/>
          </p:nvSpPr>
          <p:spPr>
            <a:xfrm>
              <a:off x="3968917" y="4554299"/>
              <a:ext cx="1390650" cy="365531"/>
            </a:xfrm>
            <a:prstGeom prst="roundRect">
              <a:avLst/>
            </a:prstGeom>
            <a:solidFill>
              <a:schemeClr val="bg2">
                <a:lumMod val="20000"/>
                <a:lumOff val="80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23" name="矩形: 圓角 22">
              <a:extLst>
                <a:ext uri="{FF2B5EF4-FFF2-40B4-BE49-F238E27FC236}">
                  <a16:creationId xmlns:a16="http://schemas.microsoft.com/office/drawing/2014/main" id="{D933C77C-10AF-4C23-B6DA-B4129F8CDACB}"/>
                </a:ext>
              </a:extLst>
            </p:cNvPr>
            <p:cNvSpPr/>
            <p:nvPr/>
          </p:nvSpPr>
          <p:spPr>
            <a:xfrm>
              <a:off x="3968917" y="4992263"/>
              <a:ext cx="1390650" cy="365531"/>
            </a:xfrm>
            <a:prstGeom prst="roundRect">
              <a:avLst/>
            </a:prstGeom>
            <a:solidFill>
              <a:schemeClr val="bg2">
                <a:lumMod val="20000"/>
                <a:lumOff val="80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24" name="矩形: 圓角 23">
              <a:extLst>
                <a:ext uri="{FF2B5EF4-FFF2-40B4-BE49-F238E27FC236}">
                  <a16:creationId xmlns:a16="http://schemas.microsoft.com/office/drawing/2014/main" id="{FAF4040C-69C8-40EE-AD98-1816CDE0C5D1}"/>
                </a:ext>
              </a:extLst>
            </p:cNvPr>
            <p:cNvSpPr/>
            <p:nvPr/>
          </p:nvSpPr>
          <p:spPr>
            <a:xfrm>
              <a:off x="3971925" y="5425263"/>
              <a:ext cx="1390650" cy="365531"/>
            </a:xfrm>
            <a:prstGeom prst="roundRect">
              <a:avLst/>
            </a:prstGeom>
            <a:solidFill>
              <a:schemeClr val="bg2">
                <a:lumMod val="20000"/>
                <a:lumOff val="80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25" name="箭號: 向右 24">
              <a:extLst>
                <a:ext uri="{FF2B5EF4-FFF2-40B4-BE49-F238E27FC236}">
                  <a16:creationId xmlns:a16="http://schemas.microsoft.com/office/drawing/2014/main" id="{01C80224-1D75-431D-B14A-B3E19EB7CD1E}"/>
                </a:ext>
              </a:extLst>
            </p:cNvPr>
            <p:cNvSpPr/>
            <p:nvPr/>
          </p:nvSpPr>
          <p:spPr>
            <a:xfrm rot="2572731">
              <a:off x="3812875" y="3310474"/>
              <a:ext cx="515617" cy="237054"/>
            </a:xfrm>
            <a:prstGeom prst="rightArrow">
              <a:avLst/>
            </a:prstGeom>
            <a:solidFill>
              <a:srgbClr val="FF0000"/>
            </a:solidFill>
            <a:ln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 dirty="0"/>
            </a:p>
          </p:txBody>
        </p:sp>
        <p:sp>
          <p:nvSpPr>
            <p:cNvPr id="26" name="箭號: 向右 25">
              <a:extLst>
                <a:ext uri="{FF2B5EF4-FFF2-40B4-BE49-F238E27FC236}">
                  <a16:creationId xmlns:a16="http://schemas.microsoft.com/office/drawing/2014/main" id="{AF025ED7-AC4D-4DC8-9A9F-0E30C0863289}"/>
                </a:ext>
              </a:extLst>
            </p:cNvPr>
            <p:cNvSpPr/>
            <p:nvPr/>
          </p:nvSpPr>
          <p:spPr>
            <a:xfrm rot="18697159">
              <a:off x="5066382" y="3264576"/>
              <a:ext cx="515617" cy="237054"/>
            </a:xfrm>
            <a:prstGeom prst="rightArrow">
              <a:avLst/>
            </a:prstGeom>
            <a:solidFill>
              <a:srgbClr val="FF0000"/>
            </a:solidFill>
            <a:ln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27" name="文字方塊 26">
              <a:extLst>
                <a:ext uri="{FF2B5EF4-FFF2-40B4-BE49-F238E27FC236}">
                  <a16:creationId xmlns:a16="http://schemas.microsoft.com/office/drawing/2014/main" id="{C50F3B35-F15C-4199-9E8C-23EF3810D85E}"/>
                </a:ext>
              </a:extLst>
            </p:cNvPr>
            <p:cNvSpPr txBox="1"/>
            <p:nvPr/>
          </p:nvSpPr>
          <p:spPr>
            <a:xfrm>
              <a:off x="3302401" y="2847116"/>
              <a:ext cx="1071127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altLang="zh-TW" dirty="0">
                  <a:latin typeface="Consolas" panose="020B0609020204030204" pitchFamily="49" charset="0"/>
                </a:rPr>
                <a:t>Push in</a:t>
              </a:r>
              <a:endParaRPr lang="zh-TW" altLang="en-US" dirty="0">
                <a:latin typeface="Consolas" panose="020B0609020204030204" pitchFamily="49" charset="0"/>
              </a:endParaRPr>
            </a:p>
          </p:txBody>
        </p:sp>
        <p:sp>
          <p:nvSpPr>
            <p:cNvPr id="28" name="文字方塊 27">
              <a:extLst>
                <a:ext uri="{FF2B5EF4-FFF2-40B4-BE49-F238E27FC236}">
                  <a16:creationId xmlns:a16="http://schemas.microsoft.com/office/drawing/2014/main" id="{3CE2F808-3FAE-4037-9D47-D48C82E5993B}"/>
                </a:ext>
              </a:extLst>
            </p:cNvPr>
            <p:cNvSpPr txBox="1"/>
            <p:nvPr/>
          </p:nvSpPr>
          <p:spPr>
            <a:xfrm>
              <a:off x="5034782" y="2792045"/>
              <a:ext cx="1063113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altLang="zh-TW" dirty="0">
                  <a:latin typeface="Consolas" panose="020B0609020204030204" pitchFamily="49" charset="0"/>
                </a:rPr>
                <a:t>Pop out</a:t>
              </a:r>
              <a:endParaRPr lang="zh-TW" altLang="en-US" dirty="0">
                <a:latin typeface="Consolas" panose="020B0609020204030204" pitchFamily="49" charset="0"/>
              </a:endParaRPr>
            </a:p>
          </p:txBody>
        </p:sp>
        <p:sp>
          <p:nvSpPr>
            <p:cNvPr id="29" name="文字方塊 28">
              <a:extLst>
                <a:ext uri="{FF2B5EF4-FFF2-40B4-BE49-F238E27FC236}">
                  <a16:creationId xmlns:a16="http://schemas.microsoft.com/office/drawing/2014/main" id="{C0A4463C-BBF6-48B8-A9EB-0A3A9A6508EB}"/>
                </a:ext>
              </a:extLst>
            </p:cNvPr>
            <p:cNvSpPr txBox="1"/>
            <p:nvPr/>
          </p:nvSpPr>
          <p:spPr>
            <a:xfrm>
              <a:off x="4255315" y="5896765"/>
              <a:ext cx="817853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altLang="zh-TW" dirty="0">
                  <a:latin typeface="Consolas" panose="020B0609020204030204" pitchFamily="49" charset="0"/>
                </a:rPr>
                <a:t>Stack</a:t>
              </a:r>
              <a:endParaRPr lang="zh-TW" altLang="en-US" dirty="0">
                <a:latin typeface="Consolas" panose="020B0609020204030204" pitchFamily="49" charset="0"/>
              </a:endParaRPr>
            </a:p>
          </p:txBody>
        </p:sp>
      </p:grpSp>
      <p:grpSp>
        <p:nvGrpSpPr>
          <p:cNvPr id="59" name="群組 58">
            <a:extLst>
              <a:ext uri="{FF2B5EF4-FFF2-40B4-BE49-F238E27FC236}">
                <a16:creationId xmlns:a16="http://schemas.microsoft.com/office/drawing/2014/main" id="{1017B712-2FA5-4A47-A584-538B8A71B5D3}"/>
              </a:ext>
            </a:extLst>
          </p:cNvPr>
          <p:cNvGrpSpPr/>
          <p:nvPr/>
        </p:nvGrpSpPr>
        <p:grpSpPr>
          <a:xfrm>
            <a:off x="7488752" y="4545276"/>
            <a:ext cx="3563282" cy="1296005"/>
            <a:chOff x="7595095" y="4402039"/>
            <a:chExt cx="3563282" cy="1296005"/>
          </a:xfrm>
        </p:grpSpPr>
        <p:sp>
          <p:nvSpPr>
            <p:cNvPr id="50" name="橢圓 49">
              <a:extLst>
                <a:ext uri="{FF2B5EF4-FFF2-40B4-BE49-F238E27FC236}">
                  <a16:creationId xmlns:a16="http://schemas.microsoft.com/office/drawing/2014/main" id="{C32F892D-86E2-47B3-97C8-C9452BF69C07}"/>
                </a:ext>
              </a:extLst>
            </p:cNvPr>
            <p:cNvSpPr/>
            <p:nvPr/>
          </p:nvSpPr>
          <p:spPr>
            <a:xfrm>
              <a:off x="7595095" y="4402039"/>
              <a:ext cx="425367" cy="447754"/>
            </a:xfrm>
            <a:prstGeom prst="ellipse">
              <a:avLst/>
            </a:prstGeom>
            <a:solidFill>
              <a:schemeClr val="bg2">
                <a:lumMod val="20000"/>
                <a:lumOff val="80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 dirty="0"/>
            </a:p>
          </p:txBody>
        </p:sp>
        <p:sp>
          <p:nvSpPr>
            <p:cNvPr id="51" name="箭號: 向右 50">
              <a:extLst>
                <a:ext uri="{FF2B5EF4-FFF2-40B4-BE49-F238E27FC236}">
                  <a16:creationId xmlns:a16="http://schemas.microsoft.com/office/drawing/2014/main" id="{8FC2BA70-0297-4DEE-8CBA-594B6EDD6038}"/>
                </a:ext>
              </a:extLst>
            </p:cNvPr>
            <p:cNvSpPr/>
            <p:nvPr/>
          </p:nvSpPr>
          <p:spPr>
            <a:xfrm>
              <a:off x="8030796" y="4507389"/>
              <a:ext cx="515617" cy="237054"/>
            </a:xfrm>
            <a:prstGeom prst="rightArrow">
              <a:avLst/>
            </a:prstGeom>
            <a:solidFill>
              <a:srgbClr val="FF0000"/>
            </a:solidFill>
            <a:ln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 dirty="0"/>
            </a:p>
          </p:txBody>
        </p:sp>
        <p:sp>
          <p:nvSpPr>
            <p:cNvPr id="52" name="橢圓 51">
              <a:extLst>
                <a:ext uri="{FF2B5EF4-FFF2-40B4-BE49-F238E27FC236}">
                  <a16:creationId xmlns:a16="http://schemas.microsoft.com/office/drawing/2014/main" id="{A5C9392C-1732-4FAA-8EDF-DB2890EE6804}"/>
                </a:ext>
              </a:extLst>
            </p:cNvPr>
            <p:cNvSpPr/>
            <p:nvPr/>
          </p:nvSpPr>
          <p:spPr>
            <a:xfrm>
              <a:off x="8556747" y="4402039"/>
              <a:ext cx="425367" cy="447754"/>
            </a:xfrm>
            <a:prstGeom prst="ellipse">
              <a:avLst/>
            </a:prstGeom>
            <a:solidFill>
              <a:schemeClr val="bg2">
                <a:lumMod val="20000"/>
                <a:lumOff val="80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 dirty="0"/>
            </a:p>
          </p:txBody>
        </p:sp>
        <p:sp>
          <p:nvSpPr>
            <p:cNvPr id="53" name="箭號: 向右 52">
              <a:extLst>
                <a:ext uri="{FF2B5EF4-FFF2-40B4-BE49-F238E27FC236}">
                  <a16:creationId xmlns:a16="http://schemas.microsoft.com/office/drawing/2014/main" id="{0E38FF9B-CD7E-4F6D-B959-2AD5502ACAEF}"/>
                </a:ext>
              </a:extLst>
            </p:cNvPr>
            <p:cNvSpPr/>
            <p:nvPr/>
          </p:nvSpPr>
          <p:spPr>
            <a:xfrm>
              <a:off x="8992448" y="4507389"/>
              <a:ext cx="515617" cy="237054"/>
            </a:xfrm>
            <a:prstGeom prst="rightArrow">
              <a:avLst/>
            </a:prstGeom>
            <a:solidFill>
              <a:srgbClr val="FF0000"/>
            </a:solidFill>
            <a:ln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 dirty="0"/>
            </a:p>
          </p:txBody>
        </p:sp>
        <p:sp>
          <p:nvSpPr>
            <p:cNvPr id="54" name="橢圓 53">
              <a:extLst>
                <a:ext uri="{FF2B5EF4-FFF2-40B4-BE49-F238E27FC236}">
                  <a16:creationId xmlns:a16="http://schemas.microsoft.com/office/drawing/2014/main" id="{7EAC80B7-F955-463C-8D9D-842F3FA6CEC8}"/>
                </a:ext>
              </a:extLst>
            </p:cNvPr>
            <p:cNvSpPr/>
            <p:nvPr/>
          </p:nvSpPr>
          <p:spPr>
            <a:xfrm>
              <a:off x="9498005" y="4402039"/>
              <a:ext cx="425367" cy="447754"/>
            </a:xfrm>
            <a:prstGeom prst="ellipse">
              <a:avLst/>
            </a:prstGeom>
            <a:solidFill>
              <a:schemeClr val="bg2">
                <a:lumMod val="20000"/>
                <a:lumOff val="80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 dirty="0"/>
            </a:p>
          </p:txBody>
        </p:sp>
        <p:sp>
          <p:nvSpPr>
            <p:cNvPr id="55" name="箭號: 向右 54">
              <a:extLst>
                <a:ext uri="{FF2B5EF4-FFF2-40B4-BE49-F238E27FC236}">
                  <a16:creationId xmlns:a16="http://schemas.microsoft.com/office/drawing/2014/main" id="{4E536F41-87F8-495F-BE78-A2C72CE1C4CD}"/>
                </a:ext>
              </a:extLst>
            </p:cNvPr>
            <p:cNvSpPr/>
            <p:nvPr/>
          </p:nvSpPr>
          <p:spPr>
            <a:xfrm>
              <a:off x="9933706" y="4507389"/>
              <a:ext cx="515617" cy="237054"/>
            </a:xfrm>
            <a:prstGeom prst="rightArrow">
              <a:avLst/>
            </a:prstGeom>
            <a:solidFill>
              <a:srgbClr val="FF0000"/>
            </a:solidFill>
            <a:ln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 dirty="0"/>
            </a:p>
          </p:txBody>
        </p:sp>
        <p:sp>
          <p:nvSpPr>
            <p:cNvPr id="56" name="文字方塊 55">
              <a:extLst>
                <a:ext uri="{FF2B5EF4-FFF2-40B4-BE49-F238E27FC236}">
                  <a16:creationId xmlns:a16="http://schemas.microsoft.com/office/drawing/2014/main" id="{D9C7157D-E034-4133-B080-AB3D713143E0}"/>
                </a:ext>
              </a:extLst>
            </p:cNvPr>
            <p:cNvSpPr txBox="1"/>
            <p:nvPr/>
          </p:nvSpPr>
          <p:spPr>
            <a:xfrm>
              <a:off x="10467162" y="4441250"/>
              <a:ext cx="691215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altLang="zh-TW" dirty="0">
                  <a:latin typeface="Consolas" panose="020B0609020204030204" pitchFamily="49" charset="0"/>
                </a:rPr>
                <a:t>NULL</a:t>
              </a:r>
              <a:endParaRPr lang="zh-TW" altLang="en-US" dirty="0">
                <a:latin typeface="Consolas" panose="020B0609020204030204" pitchFamily="49" charset="0"/>
              </a:endParaRPr>
            </a:p>
          </p:txBody>
        </p:sp>
        <p:sp>
          <p:nvSpPr>
            <p:cNvPr id="57" name="文字方塊 56">
              <a:extLst>
                <a:ext uri="{FF2B5EF4-FFF2-40B4-BE49-F238E27FC236}">
                  <a16:creationId xmlns:a16="http://schemas.microsoft.com/office/drawing/2014/main" id="{4674BFA6-9706-4E9C-AB97-923F6D77C65C}"/>
                </a:ext>
              </a:extLst>
            </p:cNvPr>
            <p:cNvSpPr txBox="1"/>
            <p:nvPr/>
          </p:nvSpPr>
          <p:spPr>
            <a:xfrm>
              <a:off x="8516722" y="5328712"/>
              <a:ext cx="157767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altLang="zh-TW" dirty="0">
                  <a:latin typeface="Consolas" panose="020B0609020204030204" pitchFamily="49" charset="0"/>
                </a:rPr>
                <a:t>Linked List</a:t>
              </a:r>
              <a:endParaRPr lang="zh-TW" altLang="en-US" dirty="0">
                <a:latin typeface="Consolas" panose="020B0609020204030204" pitchFamily="49" charset="0"/>
              </a:endParaRPr>
            </a:p>
          </p:txBody>
        </p:sp>
      </p:grpSp>
      <p:grpSp>
        <p:nvGrpSpPr>
          <p:cNvPr id="9" name="群組 8">
            <a:extLst>
              <a:ext uri="{FF2B5EF4-FFF2-40B4-BE49-F238E27FC236}">
                <a16:creationId xmlns:a16="http://schemas.microsoft.com/office/drawing/2014/main" id="{E73AEB91-AE76-44D8-9E8E-0EE43A36278F}"/>
              </a:ext>
            </a:extLst>
          </p:cNvPr>
          <p:cNvGrpSpPr/>
          <p:nvPr/>
        </p:nvGrpSpPr>
        <p:grpSpPr>
          <a:xfrm>
            <a:off x="6081505" y="1983765"/>
            <a:ext cx="6034443" cy="1423387"/>
            <a:chOff x="5970196" y="2107322"/>
            <a:chExt cx="6034443" cy="1423387"/>
          </a:xfrm>
        </p:grpSpPr>
        <p:sp>
          <p:nvSpPr>
            <p:cNvPr id="42" name="文字方塊 41">
              <a:extLst>
                <a:ext uri="{FF2B5EF4-FFF2-40B4-BE49-F238E27FC236}">
                  <a16:creationId xmlns:a16="http://schemas.microsoft.com/office/drawing/2014/main" id="{FF7441DD-08A5-4413-89B9-A4D940DCFB13}"/>
                </a:ext>
              </a:extLst>
            </p:cNvPr>
            <p:cNvSpPr txBox="1"/>
            <p:nvPr/>
          </p:nvSpPr>
          <p:spPr>
            <a:xfrm>
              <a:off x="5970196" y="2320757"/>
              <a:ext cx="1071127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zh-TW" dirty="0">
                  <a:latin typeface="Consolas" panose="020B0609020204030204" pitchFamily="49" charset="0"/>
                </a:rPr>
                <a:t>Push in</a:t>
              </a:r>
              <a:endParaRPr lang="zh-TW" altLang="en-US" dirty="0">
                <a:latin typeface="Consolas" panose="020B0609020204030204" pitchFamily="49" charset="0"/>
              </a:endParaRPr>
            </a:p>
          </p:txBody>
        </p:sp>
        <p:grpSp>
          <p:nvGrpSpPr>
            <p:cNvPr id="60" name="群組 59">
              <a:extLst>
                <a:ext uri="{FF2B5EF4-FFF2-40B4-BE49-F238E27FC236}">
                  <a16:creationId xmlns:a16="http://schemas.microsoft.com/office/drawing/2014/main" id="{86310036-419B-45AE-8099-81C6008F54E5}"/>
                </a:ext>
              </a:extLst>
            </p:cNvPr>
            <p:cNvGrpSpPr/>
            <p:nvPr/>
          </p:nvGrpSpPr>
          <p:grpSpPr>
            <a:xfrm>
              <a:off x="7079478" y="2107322"/>
              <a:ext cx="4925161" cy="1423387"/>
              <a:chOff x="7079478" y="2107322"/>
              <a:chExt cx="4925161" cy="1423387"/>
            </a:xfrm>
          </p:grpSpPr>
          <p:sp>
            <p:nvSpPr>
              <p:cNvPr id="32" name="橢圓 31">
                <a:extLst>
                  <a:ext uri="{FF2B5EF4-FFF2-40B4-BE49-F238E27FC236}">
                    <a16:creationId xmlns:a16="http://schemas.microsoft.com/office/drawing/2014/main" id="{6EAA8FDB-F4F9-497C-ABE7-C68222DB58E3}"/>
                  </a:ext>
                </a:extLst>
              </p:cNvPr>
              <p:cNvSpPr/>
              <p:nvPr/>
            </p:nvSpPr>
            <p:spPr>
              <a:xfrm>
                <a:off x="7751837" y="2274783"/>
                <a:ext cx="425367" cy="447754"/>
              </a:xfrm>
              <a:prstGeom prst="ellipse">
                <a:avLst/>
              </a:prstGeom>
              <a:solidFill>
                <a:schemeClr val="bg2">
                  <a:lumMod val="20000"/>
                  <a:lumOff val="80000"/>
                </a:schemeClr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 dirty="0"/>
              </a:p>
            </p:txBody>
          </p:sp>
          <p:sp>
            <p:nvSpPr>
              <p:cNvPr id="33" name="橢圓 32">
                <a:extLst>
                  <a:ext uri="{FF2B5EF4-FFF2-40B4-BE49-F238E27FC236}">
                    <a16:creationId xmlns:a16="http://schemas.microsoft.com/office/drawing/2014/main" id="{AF84E886-74B5-40E8-B451-308606BEA8B5}"/>
                  </a:ext>
                </a:extLst>
              </p:cNvPr>
              <p:cNvSpPr/>
              <p:nvPr/>
            </p:nvSpPr>
            <p:spPr>
              <a:xfrm>
                <a:off x="8285131" y="2274783"/>
                <a:ext cx="425367" cy="447754"/>
              </a:xfrm>
              <a:prstGeom prst="ellipse">
                <a:avLst/>
              </a:prstGeom>
              <a:solidFill>
                <a:schemeClr val="bg2">
                  <a:lumMod val="20000"/>
                  <a:lumOff val="80000"/>
                </a:schemeClr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 dirty="0"/>
              </a:p>
            </p:txBody>
          </p:sp>
          <p:sp>
            <p:nvSpPr>
              <p:cNvPr id="34" name="橢圓 33">
                <a:extLst>
                  <a:ext uri="{FF2B5EF4-FFF2-40B4-BE49-F238E27FC236}">
                    <a16:creationId xmlns:a16="http://schemas.microsoft.com/office/drawing/2014/main" id="{35247284-A6B0-459D-8AF1-8B00FD9BC0C1}"/>
                  </a:ext>
                </a:extLst>
              </p:cNvPr>
              <p:cNvSpPr/>
              <p:nvPr/>
            </p:nvSpPr>
            <p:spPr>
              <a:xfrm>
                <a:off x="8818425" y="2274783"/>
                <a:ext cx="425367" cy="447754"/>
              </a:xfrm>
              <a:prstGeom prst="ellipse">
                <a:avLst/>
              </a:prstGeom>
              <a:solidFill>
                <a:schemeClr val="bg2">
                  <a:lumMod val="20000"/>
                  <a:lumOff val="80000"/>
                </a:schemeClr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 dirty="0"/>
              </a:p>
            </p:txBody>
          </p:sp>
          <p:sp>
            <p:nvSpPr>
              <p:cNvPr id="35" name="橢圓 34">
                <a:extLst>
                  <a:ext uri="{FF2B5EF4-FFF2-40B4-BE49-F238E27FC236}">
                    <a16:creationId xmlns:a16="http://schemas.microsoft.com/office/drawing/2014/main" id="{DD10978D-3316-4D88-A044-7328F9FE385A}"/>
                  </a:ext>
                </a:extLst>
              </p:cNvPr>
              <p:cNvSpPr/>
              <p:nvPr/>
            </p:nvSpPr>
            <p:spPr>
              <a:xfrm>
                <a:off x="9351719" y="2278905"/>
                <a:ext cx="425367" cy="447754"/>
              </a:xfrm>
              <a:prstGeom prst="ellipse">
                <a:avLst/>
              </a:prstGeom>
              <a:solidFill>
                <a:schemeClr val="bg2">
                  <a:lumMod val="20000"/>
                  <a:lumOff val="80000"/>
                </a:schemeClr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 dirty="0"/>
              </a:p>
            </p:txBody>
          </p:sp>
          <p:sp>
            <p:nvSpPr>
              <p:cNvPr id="36" name="橢圓 35">
                <a:extLst>
                  <a:ext uri="{FF2B5EF4-FFF2-40B4-BE49-F238E27FC236}">
                    <a16:creationId xmlns:a16="http://schemas.microsoft.com/office/drawing/2014/main" id="{6C0FA981-CAC7-41AF-B00C-637EA744AF93}"/>
                  </a:ext>
                </a:extLst>
              </p:cNvPr>
              <p:cNvSpPr/>
              <p:nvPr/>
            </p:nvSpPr>
            <p:spPr>
              <a:xfrm>
                <a:off x="9885013" y="2274783"/>
                <a:ext cx="425367" cy="447754"/>
              </a:xfrm>
              <a:prstGeom prst="ellipse">
                <a:avLst/>
              </a:prstGeom>
              <a:solidFill>
                <a:schemeClr val="bg2">
                  <a:lumMod val="20000"/>
                  <a:lumOff val="80000"/>
                </a:schemeClr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 dirty="0"/>
              </a:p>
            </p:txBody>
          </p:sp>
          <p:sp>
            <p:nvSpPr>
              <p:cNvPr id="38" name="矩形 37">
                <a:extLst>
                  <a:ext uri="{FF2B5EF4-FFF2-40B4-BE49-F238E27FC236}">
                    <a16:creationId xmlns:a16="http://schemas.microsoft.com/office/drawing/2014/main" id="{5A5AE46F-AB1F-45A6-9608-939231ED7E08}"/>
                  </a:ext>
                </a:extLst>
              </p:cNvPr>
              <p:cNvSpPr/>
              <p:nvPr/>
            </p:nvSpPr>
            <p:spPr>
              <a:xfrm>
                <a:off x="7658086" y="2107322"/>
                <a:ext cx="2743200" cy="157232"/>
              </a:xfrm>
              <a:prstGeom prst="rect">
                <a:avLst/>
              </a:prstGeom>
              <a:solidFill>
                <a:schemeClr val="bg1">
                  <a:lumMod val="50000"/>
                  <a:lumOff val="50000"/>
                </a:schemeClr>
              </a:solidFill>
              <a:ln>
                <a:solidFill>
                  <a:schemeClr val="bg1">
                    <a:lumMod val="50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/>
              </a:p>
            </p:txBody>
          </p:sp>
          <p:sp>
            <p:nvSpPr>
              <p:cNvPr id="39" name="矩形 38">
                <a:extLst>
                  <a:ext uri="{FF2B5EF4-FFF2-40B4-BE49-F238E27FC236}">
                    <a16:creationId xmlns:a16="http://schemas.microsoft.com/office/drawing/2014/main" id="{93EA09E8-D5B7-4C9E-8F08-F0A04CD8E056}"/>
                  </a:ext>
                </a:extLst>
              </p:cNvPr>
              <p:cNvSpPr/>
              <p:nvPr/>
            </p:nvSpPr>
            <p:spPr>
              <a:xfrm>
                <a:off x="7658086" y="2732766"/>
                <a:ext cx="2743200" cy="157232"/>
              </a:xfrm>
              <a:prstGeom prst="rect">
                <a:avLst/>
              </a:prstGeom>
              <a:solidFill>
                <a:schemeClr val="bg1">
                  <a:lumMod val="50000"/>
                  <a:lumOff val="50000"/>
                </a:schemeClr>
              </a:solidFill>
              <a:ln>
                <a:solidFill>
                  <a:schemeClr val="bg1">
                    <a:lumMod val="50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/>
              </a:p>
            </p:txBody>
          </p:sp>
          <p:sp>
            <p:nvSpPr>
              <p:cNvPr id="40" name="箭號: 向右 39">
                <a:extLst>
                  <a:ext uri="{FF2B5EF4-FFF2-40B4-BE49-F238E27FC236}">
                    <a16:creationId xmlns:a16="http://schemas.microsoft.com/office/drawing/2014/main" id="{05F7B924-4FEA-4E3D-BFB2-816FE39B64A1}"/>
                  </a:ext>
                </a:extLst>
              </p:cNvPr>
              <p:cNvSpPr/>
              <p:nvPr/>
            </p:nvSpPr>
            <p:spPr>
              <a:xfrm>
                <a:off x="7079478" y="2407684"/>
                <a:ext cx="515617" cy="237054"/>
              </a:xfrm>
              <a:prstGeom prst="rightArrow">
                <a:avLst/>
              </a:prstGeom>
              <a:solidFill>
                <a:srgbClr val="FF0000"/>
              </a:solidFill>
              <a:ln>
                <a:solidFill>
                  <a:srgbClr val="C0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 dirty="0"/>
              </a:p>
            </p:txBody>
          </p:sp>
          <p:sp>
            <p:nvSpPr>
              <p:cNvPr id="41" name="箭號: 向右 40">
                <a:extLst>
                  <a:ext uri="{FF2B5EF4-FFF2-40B4-BE49-F238E27FC236}">
                    <a16:creationId xmlns:a16="http://schemas.microsoft.com/office/drawing/2014/main" id="{4206DA1E-F1CF-435B-BDDD-826F057C4813}"/>
                  </a:ext>
                </a:extLst>
              </p:cNvPr>
              <p:cNvSpPr/>
              <p:nvPr/>
            </p:nvSpPr>
            <p:spPr>
              <a:xfrm>
                <a:off x="10435984" y="2404574"/>
                <a:ext cx="515617" cy="237054"/>
              </a:xfrm>
              <a:prstGeom prst="rightArrow">
                <a:avLst/>
              </a:prstGeom>
              <a:solidFill>
                <a:srgbClr val="FF0000"/>
              </a:solidFill>
              <a:ln>
                <a:solidFill>
                  <a:srgbClr val="C0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/>
              </a:p>
            </p:txBody>
          </p:sp>
          <p:sp>
            <p:nvSpPr>
              <p:cNvPr id="43" name="文字方塊 42">
                <a:extLst>
                  <a:ext uri="{FF2B5EF4-FFF2-40B4-BE49-F238E27FC236}">
                    <a16:creationId xmlns:a16="http://schemas.microsoft.com/office/drawing/2014/main" id="{C1D50466-0561-4510-86D0-DC3852241AE9}"/>
                  </a:ext>
                </a:extLst>
              </p:cNvPr>
              <p:cNvSpPr txBox="1"/>
              <p:nvPr/>
            </p:nvSpPr>
            <p:spPr>
              <a:xfrm>
                <a:off x="10933512" y="2338435"/>
                <a:ext cx="1071127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altLang="zh-TW" dirty="0">
                    <a:latin typeface="Consolas" panose="020B0609020204030204" pitchFamily="49" charset="0"/>
                  </a:rPr>
                  <a:t>Pop out</a:t>
                </a:r>
                <a:endParaRPr lang="zh-TW" altLang="en-US" dirty="0">
                  <a:latin typeface="Consolas" panose="020B0609020204030204" pitchFamily="49" charset="0"/>
                </a:endParaRPr>
              </a:p>
            </p:txBody>
          </p:sp>
          <p:sp>
            <p:nvSpPr>
              <p:cNvPr id="58" name="文字方塊 57">
                <a:extLst>
                  <a:ext uri="{FF2B5EF4-FFF2-40B4-BE49-F238E27FC236}">
                    <a16:creationId xmlns:a16="http://schemas.microsoft.com/office/drawing/2014/main" id="{48D4987B-6DE2-4C0E-B522-29FEF6CB5BA6}"/>
                  </a:ext>
                </a:extLst>
              </p:cNvPr>
              <p:cNvSpPr txBox="1"/>
              <p:nvPr/>
            </p:nvSpPr>
            <p:spPr>
              <a:xfrm>
                <a:off x="8539143" y="3161377"/>
                <a:ext cx="817852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en-US" altLang="zh-TW" dirty="0">
                    <a:latin typeface="Consolas" panose="020B0609020204030204" pitchFamily="49" charset="0"/>
                  </a:rPr>
                  <a:t>Queue</a:t>
                </a:r>
                <a:endParaRPr lang="zh-TW" altLang="en-US" dirty="0">
                  <a:latin typeface="Consolas" panose="020B0609020204030204" pitchFamily="49" charset="0"/>
                </a:endParaRPr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2202354560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Char"/>
      </p:transition>
    </mc:Choice>
    <mc:Fallback xmlns="">
      <p:transition spd="slow">
        <p:fade/>
      </p:transition>
    </mc:Fallback>
  </mc:AlternateContent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F8A52C0E-B9ED-4526-90DD-3DBED2860B4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 cap="none" dirty="0">
                <a:latin typeface="STHeiti TC" panose="02000000000000000000" pitchFamily="2" charset="-120"/>
                <a:ea typeface="STHeiti TC" panose="02000000000000000000" pitchFamily="2" charset="-120"/>
              </a:rPr>
              <a:t>資料結構</a:t>
            </a:r>
            <a:r>
              <a:rPr lang="zh-TW" altLang="en-US" cap="none" dirty="0">
                <a:latin typeface="Consolas" panose="020B0609020204030204" pitchFamily="49" charset="0"/>
              </a:rPr>
              <a:t> </a:t>
            </a:r>
            <a:r>
              <a:rPr lang="en-US" altLang="zh-TW" cap="none" dirty="0">
                <a:latin typeface="Consolas" panose="020B0609020204030204" pitchFamily="49" charset="0"/>
              </a:rPr>
              <a:t>- struct</a:t>
            </a:r>
            <a:endParaRPr lang="zh-TW" altLang="en-US" dirty="0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5402E5A0-B4D3-4DE8-9288-24F259849F5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41413" y="2319527"/>
            <a:ext cx="9905998" cy="762001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zh-TW" altLang="en-US" sz="2400" cap="none" dirty="0">
                <a:solidFill>
                  <a:srgbClr val="FFFF00"/>
                </a:solidFill>
                <a:latin typeface="STHeiti TC" panose="02000000000000000000" pitchFamily="2" charset="-120"/>
                <a:ea typeface="STHeiti TC" panose="02000000000000000000" pitchFamily="2" charset="-120"/>
              </a:rPr>
              <a:t>優點：傳值比較方便</a:t>
            </a:r>
          </a:p>
        </p:txBody>
      </p:sp>
      <p:pic>
        <p:nvPicPr>
          <p:cNvPr id="5" name="圖片 4">
            <a:extLst>
              <a:ext uri="{FF2B5EF4-FFF2-40B4-BE49-F238E27FC236}">
                <a16:creationId xmlns:a16="http://schemas.microsoft.com/office/drawing/2014/main" id="{4AA4D5A8-CE13-4B66-870E-F7673D3226A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3993" y="4018344"/>
            <a:ext cx="5784014" cy="154622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6983837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Char"/>
      </p:transition>
    </mc:Choice>
    <mc:Fallback xmlns="">
      <p:transition spd="slow">
        <p:fade/>
      </p:transition>
    </mc:Fallback>
  </mc:AlternateContent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2A1E1279-DDF0-4B6A-BDA0-5F9B4776B24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 cap="none" dirty="0">
                <a:latin typeface="STHeiti TC" panose="02000000000000000000" pitchFamily="2" charset="-120"/>
                <a:ea typeface="STHeiti TC" panose="02000000000000000000" pitchFamily="2" charset="-120"/>
              </a:rPr>
              <a:t>資料結構</a:t>
            </a:r>
            <a:r>
              <a:rPr lang="zh-TW" altLang="en-US" cap="none" dirty="0">
                <a:latin typeface="Consolas" panose="020B0609020204030204" pitchFamily="49" charset="0"/>
              </a:rPr>
              <a:t> </a:t>
            </a:r>
            <a:r>
              <a:rPr lang="en-US" altLang="zh-TW" cap="none" dirty="0">
                <a:latin typeface="Consolas" panose="020B0609020204030204" pitchFamily="49" charset="0"/>
              </a:rPr>
              <a:t>- struct</a:t>
            </a:r>
            <a:endParaRPr lang="zh-TW" altLang="en-US" dirty="0"/>
          </a:p>
        </p:txBody>
      </p:sp>
      <p:pic>
        <p:nvPicPr>
          <p:cNvPr id="5" name="圖片 4">
            <a:extLst>
              <a:ext uri="{FF2B5EF4-FFF2-40B4-BE49-F238E27FC236}">
                <a16:creationId xmlns:a16="http://schemas.microsoft.com/office/drawing/2014/main" id="{C683C10F-59C4-4A00-9B51-4A532DF8FF5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7587" y="2285362"/>
            <a:ext cx="11993649" cy="4572638"/>
          </a:xfrm>
          <a:prstGeom prst="rect">
            <a:avLst/>
          </a:prstGeom>
        </p:spPr>
      </p:pic>
      <p:sp>
        <p:nvSpPr>
          <p:cNvPr id="6" name="矩形 5">
            <a:extLst>
              <a:ext uri="{FF2B5EF4-FFF2-40B4-BE49-F238E27FC236}">
                <a16:creationId xmlns:a16="http://schemas.microsoft.com/office/drawing/2014/main" id="{87D30AD6-547B-4D75-8EDA-97B4C9686182}"/>
              </a:ext>
            </a:extLst>
          </p:cNvPr>
          <p:cNvSpPr/>
          <p:nvPr/>
        </p:nvSpPr>
        <p:spPr>
          <a:xfrm>
            <a:off x="1141413" y="5084064"/>
            <a:ext cx="2232723" cy="246888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9F62695C-E5A9-4213-9162-8A0E2DB327A5}"/>
              </a:ext>
            </a:extLst>
          </p:cNvPr>
          <p:cNvSpPr/>
          <p:nvPr/>
        </p:nvSpPr>
        <p:spPr>
          <a:xfrm>
            <a:off x="1141413" y="5394960"/>
            <a:ext cx="1894395" cy="853440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pic>
        <p:nvPicPr>
          <p:cNvPr id="9" name="圖片 8">
            <a:extLst>
              <a:ext uri="{FF2B5EF4-FFF2-40B4-BE49-F238E27FC236}">
                <a16:creationId xmlns:a16="http://schemas.microsoft.com/office/drawing/2014/main" id="{B8109959-B04F-4627-96AD-BEC85546529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374136" y="3968290"/>
            <a:ext cx="8387490" cy="75022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52941179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Char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1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P spid="6" grpId="1" animBg="1"/>
      <p:bldP spid="7" grpId="0" animBg="1"/>
    </p:bldLst>
  </p:timing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D808F4AF-25C4-4A7D-8375-EFE3EE8CDEB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 cap="none" dirty="0">
                <a:latin typeface="STHeiti TC" panose="02000000000000000000" pitchFamily="2" charset="-120"/>
                <a:ea typeface="STHeiti TC" panose="02000000000000000000" pitchFamily="2" charset="-120"/>
              </a:rPr>
              <a:t>資料結構</a:t>
            </a:r>
            <a:r>
              <a:rPr lang="zh-TW" altLang="en-US" cap="none" dirty="0">
                <a:latin typeface="Consolas" panose="020B0609020204030204" pitchFamily="49" charset="0"/>
              </a:rPr>
              <a:t> </a:t>
            </a:r>
            <a:r>
              <a:rPr lang="en-US" altLang="zh-TW" cap="none" dirty="0">
                <a:latin typeface="Consolas" panose="020B0609020204030204" pitchFamily="49" charset="0"/>
              </a:rPr>
              <a:t>- typedef</a:t>
            </a:r>
            <a:endParaRPr lang="zh-TW" altLang="en-US" dirty="0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DA6BC435-6AC6-4CD8-9A88-03873CEFDA0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41413" y="2328671"/>
            <a:ext cx="9905998" cy="762001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zh-TW" altLang="en-US" sz="2400" cap="none" dirty="0">
                <a:solidFill>
                  <a:srgbClr val="FFFF00"/>
                </a:solidFill>
                <a:latin typeface="STHeiti TC" panose="02000000000000000000" pitchFamily="2" charset="-120"/>
                <a:ea typeface="STHeiti TC" panose="02000000000000000000" pitchFamily="2" charset="-120"/>
              </a:rPr>
              <a:t>讓</a:t>
            </a:r>
            <a:r>
              <a:rPr lang="zh-TW" altLang="en-US" sz="2400" cap="none" dirty="0">
                <a:solidFill>
                  <a:srgbClr val="FFFF00"/>
                </a:solidFill>
                <a:latin typeface="Consolas" panose="020B0609020204030204" pitchFamily="49" charset="0"/>
              </a:rPr>
              <a:t> </a:t>
            </a:r>
            <a:r>
              <a:rPr lang="en-US" altLang="zh-TW" sz="2400" cap="none" dirty="0">
                <a:solidFill>
                  <a:srgbClr val="FFFF00"/>
                </a:solidFill>
                <a:latin typeface="Consolas" panose="020B0609020204030204" pitchFamily="49" charset="0"/>
              </a:rPr>
              <a:t>struct </a:t>
            </a:r>
            <a:r>
              <a:rPr lang="zh-TW" altLang="en-US" sz="2400" cap="none" dirty="0">
                <a:solidFill>
                  <a:srgbClr val="FFFF00"/>
                </a:solidFill>
                <a:latin typeface="STHeiti TC" panose="02000000000000000000" pitchFamily="2" charset="-120"/>
                <a:ea typeface="STHeiti TC" panose="02000000000000000000" pitchFamily="2" charset="-120"/>
              </a:rPr>
              <a:t>更好用</a:t>
            </a:r>
          </a:p>
        </p:txBody>
      </p:sp>
      <p:pic>
        <p:nvPicPr>
          <p:cNvPr id="5" name="圖片 4">
            <a:extLst>
              <a:ext uri="{FF2B5EF4-FFF2-40B4-BE49-F238E27FC236}">
                <a16:creationId xmlns:a16="http://schemas.microsoft.com/office/drawing/2014/main" id="{BF44B2D0-7FD7-41FF-91D2-FD1A894B3B4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2658" y="4343401"/>
            <a:ext cx="10003507" cy="67439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33384222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Char"/>
      </p:transition>
    </mc:Choice>
    <mc:Fallback xmlns="">
      <p:transition spd="slow">
        <p:fade/>
      </p:transition>
    </mc:Fallback>
  </mc:AlternateContent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A7BE158D-D969-4F49-9979-F3AE29578C3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 cap="none" dirty="0">
                <a:latin typeface="STHeiti TC" panose="02000000000000000000" pitchFamily="2" charset="-120"/>
                <a:ea typeface="STHeiti TC" panose="02000000000000000000" pitchFamily="2" charset="-120"/>
              </a:rPr>
              <a:t>資料結構</a:t>
            </a:r>
            <a:r>
              <a:rPr lang="zh-TW" altLang="en-US" cap="none" dirty="0">
                <a:latin typeface="Consolas" panose="020B0609020204030204" pitchFamily="49" charset="0"/>
              </a:rPr>
              <a:t> </a:t>
            </a:r>
            <a:r>
              <a:rPr lang="en-US" altLang="zh-TW" cap="none" dirty="0">
                <a:latin typeface="Consolas" panose="020B0609020204030204" pitchFamily="49" charset="0"/>
              </a:rPr>
              <a:t>- typedef</a:t>
            </a:r>
            <a:endParaRPr lang="zh-TW" altLang="en-US" dirty="0"/>
          </a:p>
        </p:txBody>
      </p:sp>
      <p:pic>
        <p:nvPicPr>
          <p:cNvPr id="7" name="圖片 6">
            <a:extLst>
              <a:ext uri="{FF2B5EF4-FFF2-40B4-BE49-F238E27FC236}">
                <a16:creationId xmlns:a16="http://schemas.microsoft.com/office/drawing/2014/main" id="{24C717D1-9AE9-47C1-9000-1B2B0888E6A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41413" y="2267840"/>
            <a:ext cx="4963218" cy="4553585"/>
          </a:xfrm>
          <a:prstGeom prst="rect">
            <a:avLst/>
          </a:prstGeom>
        </p:spPr>
      </p:pic>
      <p:sp>
        <p:nvSpPr>
          <p:cNvPr id="8" name="矩形 7">
            <a:extLst>
              <a:ext uri="{FF2B5EF4-FFF2-40B4-BE49-F238E27FC236}">
                <a16:creationId xmlns:a16="http://schemas.microsoft.com/office/drawing/2014/main" id="{7AC28A0B-A19D-4C56-B78E-33CCD1479AC6}"/>
              </a:ext>
            </a:extLst>
          </p:cNvPr>
          <p:cNvSpPr/>
          <p:nvPr/>
        </p:nvSpPr>
        <p:spPr>
          <a:xfrm>
            <a:off x="2240280" y="5138928"/>
            <a:ext cx="1764792" cy="539496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2038921E-C496-451B-A1DC-B5097056A93D}"/>
              </a:ext>
            </a:extLst>
          </p:cNvPr>
          <p:cNvSpPr/>
          <p:nvPr/>
        </p:nvSpPr>
        <p:spPr>
          <a:xfrm>
            <a:off x="1755648" y="2889504"/>
            <a:ext cx="2852928" cy="1709928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pic>
        <p:nvPicPr>
          <p:cNvPr id="11" name="圖片 10">
            <a:extLst>
              <a:ext uri="{FF2B5EF4-FFF2-40B4-BE49-F238E27FC236}">
                <a16:creationId xmlns:a16="http://schemas.microsoft.com/office/drawing/2014/main" id="{21831413-C3C8-4A3D-AEAC-CA5F7F5FC76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38452" y="4258515"/>
            <a:ext cx="5427924" cy="68183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08749676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Char"/>
      </p:transition>
    </mc:Choice>
    <mc:Fallback xmlns="">
      <p:transition spd="slow">
        <p:fade/>
      </p:transition>
    </mc:Fallback>
  </mc:AlternateContent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0D173691-B0F6-4D01-A39A-9F2D12A6FFB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 cap="none" dirty="0">
                <a:latin typeface="STHeiti TC" panose="02000000000000000000" pitchFamily="2" charset="-120"/>
                <a:ea typeface="STHeiti TC" panose="02000000000000000000" pitchFamily="2" charset="-120"/>
              </a:rPr>
              <a:t>資料結構</a:t>
            </a:r>
            <a:r>
              <a:rPr lang="en-US" altLang="zh-TW" cap="none" dirty="0">
                <a:latin typeface="Consolas" panose="020B0609020204030204" pitchFamily="49" charset="0"/>
              </a:rPr>
              <a:t> – </a:t>
            </a:r>
            <a:r>
              <a:rPr lang="zh-TW" altLang="en-US" cap="none" dirty="0">
                <a:latin typeface="STHeiti TC" panose="02000000000000000000" pitchFamily="2" charset="-120"/>
                <a:ea typeface="STHeiti TC" panose="02000000000000000000" pitchFamily="2" charset="-120"/>
              </a:rPr>
              <a:t>連結串列</a:t>
            </a:r>
          </a:p>
        </p:txBody>
      </p:sp>
      <p:pic>
        <p:nvPicPr>
          <p:cNvPr id="5" name="圖片 4">
            <a:extLst>
              <a:ext uri="{FF2B5EF4-FFF2-40B4-BE49-F238E27FC236}">
                <a16:creationId xmlns:a16="http://schemas.microsoft.com/office/drawing/2014/main" id="{A84D3899-7B4A-4B3C-9E5A-A93626C65C8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41413" y="3752245"/>
            <a:ext cx="4990771" cy="1795547"/>
          </a:xfrm>
          <a:prstGeom prst="rect">
            <a:avLst/>
          </a:prstGeom>
        </p:spPr>
      </p:pic>
      <p:sp>
        <p:nvSpPr>
          <p:cNvPr id="6" name="橢圓 5">
            <a:extLst>
              <a:ext uri="{FF2B5EF4-FFF2-40B4-BE49-F238E27FC236}">
                <a16:creationId xmlns:a16="http://schemas.microsoft.com/office/drawing/2014/main" id="{C3F07970-86D8-4B34-A5C4-6014C6FC1254}"/>
              </a:ext>
            </a:extLst>
          </p:cNvPr>
          <p:cNvSpPr/>
          <p:nvPr/>
        </p:nvSpPr>
        <p:spPr>
          <a:xfrm>
            <a:off x="6556781" y="4202264"/>
            <a:ext cx="425367" cy="447754"/>
          </a:xfrm>
          <a:prstGeom prst="ellipse">
            <a:avLst/>
          </a:prstGeom>
          <a:solidFill>
            <a:schemeClr val="bg2">
              <a:lumMod val="20000"/>
              <a:lumOff val="8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 dirty="0"/>
          </a:p>
        </p:txBody>
      </p:sp>
      <p:sp>
        <p:nvSpPr>
          <p:cNvPr id="7" name="箭號: 向右 6">
            <a:extLst>
              <a:ext uri="{FF2B5EF4-FFF2-40B4-BE49-F238E27FC236}">
                <a16:creationId xmlns:a16="http://schemas.microsoft.com/office/drawing/2014/main" id="{828178B0-F448-4854-97A2-8197DD12EF0E}"/>
              </a:ext>
            </a:extLst>
          </p:cNvPr>
          <p:cNvSpPr/>
          <p:nvPr/>
        </p:nvSpPr>
        <p:spPr>
          <a:xfrm>
            <a:off x="6556781" y="4763463"/>
            <a:ext cx="515617" cy="237054"/>
          </a:xfrm>
          <a:prstGeom prst="rightArrow">
            <a:avLst/>
          </a:prstGeom>
          <a:solidFill>
            <a:srgbClr val="FF0000"/>
          </a:solidFill>
          <a:ln>
            <a:solidFill>
              <a:srgbClr val="C0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 dirty="0"/>
          </a:p>
        </p:txBody>
      </p:sp>
      <p:sp>
        <p:nvSpPr>
          <p:cNvPr id="8" name="文字方塊 7">
            <a:extLst>
              <a:ext uri="{FF2B5EF4-FFF2-40B4-BE49-F238E27FC236}">
                <a16:creationId xmlns:a16="http://schemas.microsoft.com/office/drawing/2014/main" id="{B8329671-B302-4864-AC34-D0C71DBFC3E1}"/>
              </a:ext>
            </a:extLst>
          </p:cNvPr>
          <p:cNvSpPr txBox="1"/>
          <p:nvPr/>
        </p:nvSpPr>
        <p:spPr>
          <a:xfrm>
            <a:off x="7179934" y="4241475"/>
            <a:ext cx="297068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TW" dirty="0">
                <a:latin typeface="Consolas" panose="020B0609020204030204" pitchFamily="49" charset="0"/>
              </a:rPr>
              <a:t>Node with its own data</a:t>
            </a:r>
            <a:endParaRPr lang="zh-TW" altLang="en-US" dirty="0">
              <a:latin typeface="Consolas" panose="020B0609020204030204" pitchFamily="49" charset="0"/>
            </a:endParaRPr>
          </a:p>
        </p:txBody>
      </p:sp>
      <p:sp>
        <p:nvSpPr>
          <p:cNvPr id="9" name="文字方塊 8">
            <a:extLst>
              <a:ext uri="{FF2B5EF4-FFF2-40B4-BE49-F238E27FC236}">
                <a16:creationId xmlns:a16="http://schemas.microsoft.com/office/drawing/2014/main" id="{6FD28F73-DFC7-4107-B89E-F26C913AF192}"/>
              </a:ext>
            </a:extLst>
          </p:cNvPr>
          <p:cNvSpPr txBox="1"/>
          <p:nvPr/>
        </p:nvSpPr>
        <p:spPr>
          <a:xfrm>
            <a:off x="7179934" y="4697324"/>
            <a:ext cx="233749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TW" dirty="0">
                <a:latin typeface="Consolas" panose="020B0609020204030204" pitchFamily="49" charset="0"/>
              </a:rPr>
              <a:t>Next node address</a:t>
            </a:r>
            <a:endParaRPr lang="zh-TW" altLang="en-US" dirty="0">
              <a:latin typeface="Consolas" panose="020B0609020204030204" pitchFamily="49" charset="0"/>
            </a:endParaRPr>
          </a:p>
        </p:txBody>
      </p:sp>
      <p:grpSp>
        <p:nvGrpSpPr>
          <p:cNvPr id="10" name="群組 9">
            <a:extLst>
              <a:ext uri="{FF2B5EF4-FFF2-40B4-BE49-F238E27FC236}">
                <a16:creationId xmlns:a16="http://schemas.microsoft.com/office/drawing/2014/main" id="{E0E8A901-122A-4242-88F1-0B8C1F0CE3CC}"/>
              </a:ext>
            </a:extLst>
          </p:cNvPr>
          <p:cNvGrpSpPr/>
          <p:nvPr/>
        </p:nvGrpSpPr>
        <p:grpSpPr>
          <a:xfrm>
            <a:off x="8070447" y="1847245"/>
            <a:ext cx="3570496" cy="1296005"/>
            <a:chOff x="7595095" y="4402039"/>
            <a:chExt cx="3570496" cy="1296005"/>
          </a:xfrm>
        </p:grpSpPr>
        <p:sp>
          <p:nvSpPr>
            <p:cNvPr id="11" name="橢圓 10">
              <a:extLst>
                <a:ext uri="{FF2B5EF4-FFF2-40B4-BE49-F238E27FC236}">
                  <a16:creationId xmlns:a16="http://schemas.microsoft.com/office/drawing/2014/main" id="{2E1C67D1-27A9-42BF-803D-A5B2571E2F8E}"/>
                </a:ext>
              </a:extLst>
            </p:cNvPr>
            <p:cNvSpPr/>
            <p:nvPr/>
          </p:nvSpPr>
          <p:spPr>
            <a:xfrm>
              <a:off x="7595095" y="4402039"/>
              <a:ext cx="425367" cy="447754"/>
            </a:xfrm>
            <a:prstGeom prst="ellipse">
              <a:avLst/>
            </a:prstGeom>
            <a:solidFill>
              <a:schemeClr val="bg2">
                <a:lumMod val="20000"/>
                <a:lumOff val="80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 dirty="0"/>
            </a:p>
          </p:txBody>
        </p:sp>
        <p:sp>
          <p:nvSpPr>
            <p:cNvPr id="12" name="箭號: 向右 11">
              <a:extLst>
                <a:ext uri="{FF2B5EF4-FFF2-40B4-BE49-F238E27FC236}">
                  <a16:creationId xmlns:a16="http://schemas.microsoft.com/office/drawing/2014/main" id="{9D21CFF3-3220-4D42-975E-F85D01DD9D39}"/>
                </a:ext>
              </a:extLst>
            </p:cNvPr>
            <p:cNvSpPr/>
            <p:nvPr/>
          </p:nvSpPr>
          <p:spPr>
            <a:xfrm>
              <a:off x="8030796" y="4507389"/>
              <a:ext cx="515617" cy="237054"/>
            </a:xfrm>
            <a:prstGeom prst="rightArrow">
              <a:avLst/>
            </a:prstGeom>
            <a:solidFill>
              <a:srgbClr val="FF0000"/>
            </a:solidFill>
            <a:ln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 dirty="0"/>
            </a:p>
          </p:txBody>
        </p:sp>
        <p:sp>
          <p:nvSpPr>
            <p:cNvPr id="13" name="橢圓 12">
              <a:extLst>
                <a:ext uri="{FF2B5EF4-FFF2-40B4-BE49-F238E27FC236}">
                  <a16:creationId xmlns:a16="http://schemas.microsoft.com/office/drawing/2014/main" id="{E340DC89-FD6C-469F-90F0-4E6C60194C3E}"/>
                </a:ext>
              </a:extLst>
            </p:cNvPr>
            <p:cNvSpPr/>
            <p:nvPr/>
          </p:nvSpPr>
          <p:spPr>
            <a:xfrm>
              <a:off x="8556747" y="4402039"/>
              <a:ext cx="425367" cy="447754"/>
            </a:xfrm>
            <a:prstGeom prst="ellipse">
              <a:avLst/>
            </a:prstGeom>
            <a:solidFill>
              <a:schemeClr val="bg2">
                <a:lumMod val="20000"/>
                <a:lumOff val="80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 dirty="0"/>
            </a:p>
          </p:txBody>
        </p:sp>
        <p:sp>
          <p:nvSpPr>
            <p:cNvPr id="14" name="箭號: 向右 13">
              <a:extLst>
                <a:ext uri="{FF2B5EF4-FFF2-40B4-BE49-F238E27FC236}">
                  <a16:creationId xmlns:a16="http://schemas.microsoft.com/office/drawing/2014/main" id="{FE1BFFE4-9C4B-42F5-AF60-47366A0F075A}"/>
                </a:ext>
              </a:extLst>
            </p:cNvPr>
            <p:cNvSpPr/>
            <p:nvPr/>
          </p:nvSpPr>
          <p:spPr>
            <a:xfrm>
              <a:off x="8992448" y="4507389"/>
              <a:ext cx="515617" cy="237054"/>
            </a:xfrm>
            <a:prstGeom prst="rightArrow">
              <a:avLst/>
            </a:prstGeom>
            <a:solidFill>
              <a:srgbClr val="FF0000"/>
            </a:solidFill>
            <a:ln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 dirty="0"/>
            </a:p>
          </p:txBody>
        </p:sp>
        <p:sp>
          <p:nvSpPr>
            <p:cNvPr id="15" name="橢圓 14">
              <a:extLst>
                <a:ext uri="{FF2B5EF4-FFF2-40B4-BE49-F238E27FC236}">
                  <a16:creationId xmlns:a16="http://schemas.microsoft.com/office/drawing/2014/main" id="{02C84B9F-F7F7-4AE1-93A8-29861F25938F}"/>
                </a:ext>
              </a:extLst>
            </p:cNvPr>
            <p:cNvSpPr/>
            <p:nvPr/>
          </p:nvSpPr>
          <p:spPr>
            <a:xfrm>
              <a:off x="9498005" y="4402039"/>
              <a:ext cx="425367" cy="447754"/>
            </a:xfrm>
            <a:prstGeom prst="ellipse">
              <a:avLst/>
            </a:prstGeom>
            <a:solidFill>
              <a:schemeClr val="bg2">
                <a:lumMod val="20000"/>
                <a:lumOff val="80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 dirty="0"/>
            </a:p>
          </p:txBody>
        </p:sp>
        <p:sp>
          <p:nvSpPr>
            <p:cNvPr id="16" name="箭號: 向右 15">
              <a:extLst>
                <a:ext uri="{FF2B5EF4-FFF2-40B4-BE49-F238E27FC236}">
                  <a16:creationId xmlns:a16="http://schemas.microsoft.com/office/drawing/2014/main" id="{C53AADE5-AF26-4497-8C14-CD9A8DD948B2}"/>
                </a:ext>
              </a:extLst>
            </p:cNvPr>
            <p:cNvSpPr/>
            <p:nvPr/>
          </p:nvSpPr>
          <p:spPr>
            <a:xfrm>
              <a:off x="9933706" y="4507389"/>
              <a:ext cx="515617" cy="237054"/>
            </a:xfrm>
            <a:prstGeom prst="rightArrow">
              <a:avLst/>
            </a:prstGeom>
            <a:solidFill>
              <a:srgbClr val="FF0000"/>
            </a:solidFill>
            <a:ln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 dirty="0"/>
            </a:p>
          </p:txBody>
        </p:sp>
        <p:sp>
          <p:nvSpPr>
            <p:cNvPr id="17" name="文字方塊 16">
              <a:extLst>
                <a:ext uri="{FF2B5EF4-FFF2-40B4-BE49-F238E27FC236}">
                  <a16:creationId xmlns:a16="http://schemas.microsoft.com/office/drawing/2014/main" id="{FFAA5B0E-AE59-46F5-97A1-797DB798A79D}"/>
                </a:ext>
              </a:extLst>
            </p:cNvPr>
            <p:cNvSpPr txBox="1"/>
            <p:nvPr/>
          </p:nvSpPr>
          <p:spPr>
            <a:xfrm>
              <a:off x="10474376" y="4441250"/>
              <a:ext cx="691215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altLang="zh-TW" dirty="0">
                  <a:latin typeface="Consolas" panose="020B0609020204030204" pitchFamily="49" charset="0"/>
                </a:rPr>
                <a:t>NULL</a:t>
              </a:r>
              <a:endParaRPr lang="zh-TW" altLang="en-US" dirty="0">
                <a:latin typeface="Consolas" panose="020B0609020204030204" pitchFamily="49" charset="0"/>
              </a:endParaRPr>
            </a:p>
          </p:txBody>
        </p:sp>
        <p:sp>
          <p:nvSpPr>
            <p:cNvPr id="18" name="文字方塊 17">
              <a:extLst>
                <a:ext uri="{FF2B5EF4-FFF2-40B4-BE49-F238E27FC236}">
                  <a16:creationId xmlns:a16="http://schemas.microsoft.com/office/drawing/2014/main" id="{CFBF60D3-A648-4FE0-A3F5-06E988AF4C2A}"/>
                </a:ext>
              </a:extLst>
            </p:cNvPr>
            <p:cNvSpPr txBox="1"/>
            <p:nvPr/>
          </p:nvSpPr>
          <p:spPr>
            <a:xfrm>
              <a:off x="8726106" y="5328712"/>
              <a:ext cx="157767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altLang="zh-TW" dirty="0">
                  <a:latin typeface="Consolas" panose="020B0609020204030204" pitchFamily="49" charset="0"/>
                </a:rPr>
                <a:t>Linked List</a:t>
              </a:r>
              <a:endParaRPr lang="zh-TW" altLang="en-US" dirty="0">
                <a:latin typeface="Consolas" panose="020B0609020204030204" pitchFamily="49" charset="0"/>
              </a:endParaRPr>
            </a:p>
          </p:txBody>
        </p:sp>
      </p:grpSp>
      <p:sp>
        <p:nvSpPr>
          <p:cNvPr id="21" name="箭號: 向右 20">
            <a:extLst>
              <a:ext uri="{FF2B5EF4-FFF2-40B4-BE49-F238E27FC236}">
                <a16:creationId xmlns:a16="http://schemas.microsoft.com/office/drawing/2014/main" id="{E42CFD68-4A0E-4BB6-BA57-241F0BF19C08}"/>
              </a:ext>
            </a:extLst>
          </p:cNvPr>
          <p:cNvSpPr/>
          <p:nvPr/>
        </p:nvSpPr>
        <p:spPr>
          <a:xfrm>
            <a:off x="4789159" y="4352320"/>
            <a:ext cx="1569836" cy="190500"/>
          </a:xfrm>
          <a:prstGeom prst="rightArrow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22" name="箭號: 向右 21">
            <a:extLst>
              <a:ext uri="{FF2B5EF4-FFF2-40B4-BE49-F238E27FC236}">
                <a16:creationId xmlns:a16="http://schemas.microsoft.com/office/drawing/2014/main" id="{D7C1D2FA-B06E-4506-AED2-9F765BBCAC24}"/>
              </a:ext>
            </a:extLst>
          </p:cNvPr>
          <p:cNvSpPr/>
          <p:nvPr/>
        </p:nvSpPr>
        <p:spPr>
          <a:xfrm>
            <a:off x="6039073" y="4756042"/>
            <a:ext cx="441508" cy="237054"/>
          </a:xfrm>
          <a:prstGeom prst="rightArrow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639974245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Char"/>
      </p:transition>
    </mc:Choice>
    <mc:Fallback xmlns="">
      <p:transition spd="slow">
        <p:fade/>
      </p:transition>
    </mc:Fallback>
  </mc:AlternateContent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F9E8DE3B-0212-4177-999F-ABB3CDCB479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 cap="none" dirty="0">
                <a:latin typeface="Consolas" panose="020B0609020204030204" pitchFamily="49" charset="0"/>
              </a:rPr>
              <a:t>Recursion – Example: Fibonacci Sequence</a:t>
            </a:r>
            <a:endParaRPr lang="zh-TW" altLang="en-US" cap="none" dirty="0">
              <a:latin typeface="Consolas" panose="020B0609020204030204" pitchFamily="49" charset="0"/>
            </a:endParaRPr>
          </a:p>
        </p:txBody>
      </p:sp>
      <p:pic>
        <p:nvPicPr>
          <p:cNvPr id="5" name="圖片 4">
            <a:extLst>
              <a:ext uri="{FF2B5EF4-FFF2-40B4-BE49-F238E27FC236}">
                <a16:creationId xmlns:a16="http://schemas.microsoft.com/office/drawing/2014/main" id="{9FD44C33-3EA6-4F1B-9E3A-22CAE5A5DAB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8200" y="2225079"/>
            <a:ext cx="6220693" cy="4267796"/>
          </a:xfrm>
          <a:prstGeom prst="rect">
            <a:avLst/>
          </a:prstGeom>
        </p:spPr>
      </p:pic>
      <p:pic>
        <p:nvPicPr>
          <p:cNvPr id="7" name="圖片 6">
            <a:extLst>
              <a:ext uri="{FF2B5EF4-FFF2-40B4-BE49-F238E27FC236}">
                <a16:creationId xmlns:a16="http://schemas.microsoft.com/office/drawing/2014/main" id="{FA30FFDD-97D2-4910-ABD5-194BE4F51A4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11622" y="3980961"/>
            <a:ext cx="4242178" cy="75603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41772491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Char"/>
      </p:transition>
    </mc:Choice>
    <mc:Fallback xmlns="">
      <p:transition spd="slow">
        <p:fade/>
      </p:transition>
    </mc:Fallback>
  </mc:AlternateContent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1B1593FE-A1A2-40C6-AAB5-9C1674DA94D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 cap="none" dirty="0">
                <a:latin typeface="Consolas" panose="020B0609020204030204" pitchFamily="49" charset="0"/>
              </a:rPr>
              <a:t>Recursion – Example: Prefix </a:t>
            </a:r>
            <a:r>
              <a:rPr lang="en-US" altLang="zh-TW" cap="none" dirty="0" err="1">
                <a:latin typeface="Consolas" panose="020B0609020204030204" pitchFamily="49" charset="0"/>
              </a:rPr>
              <a:t>Calaulator</a:t>
            </a:r>
            <a:endParaRPr lang="zh-TW" altLang="en-US" cap="none" dirty="0">
              <a:latin typeface="Consolas" panose="020B0609020204030204" pitchFamily="49" charset="0"/>
            </a:endParaRPr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31B4E122-4F4D-4E3E-8E2B-983C1F650DE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41413" y="2065420"/>
            <a:ext cx="9905998" cy="1447801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altLang="zh-TW" cap="none" dirty="0">
                <a:latin typeface="Consolas" panose="020B0609020204030204" pitchFamily="49" charset="0"/>
              </a:rPr>
              <a:t>What is prefix calculator?</a:t>
            </a:r>
          </a:p>
          <a:p>
            <a:pPr marL="0" indent="0">
              <a:buNone/>
            </a:pPr>
            <a:r>
              <a:rPr lang="en-US" altLang="zh-TW" cap="none" dirty="0">
                <a:latin typeface="Consolas" panose="020B0609020204030204" pitchFamily="49" charset="0"/>
              </a:rPr>
              <a:t>If we put operator to the front, and we call it prefix expression</a:t>
            </a:r>
          </a:p>
          <a:p>
            <a:pPr marL="0" indent="0">
              <a:buNone/>
            </a:pPr>
            <a:r>
              <a:rPr lang="en-US" altLang="zh-TW" cap="none" dirty="0">
                <a:latin typeface="Consolas" panose="020B0609020204030204" pitchFamily="49" charset="0"/>
              </a:rPr>
              <a:t>For example: (1 + 2) * 4 =&gt; * + 1 2 4</a:t>
            </a:r>
            <a:endParaRPr lang="zh-TW" altLang="en-US" cap="none" dirty="0">
              <a:latin typeface="Consolas" panose="020B0609020204030204" pitchFamily="49" charset="0"/>
            </a:endParaRPr>
          </a:p>
        </p:txBody>
      </p:sp>
      <p:pic>
        <p:nvPicPr>
          <p:cNvPr id="7" name="圖片 6">
            <a:extLst>
              <a:ext uri="{FF2B5EF4-FFF2-40B4-BE49-F238E27FC236}">
                <a16:creationId xmlns:a16="http://schemas.microsoft.com/office/drawing/2014/main" id="{AA0CC1DD-1634-426D-BDA0-2BF05CE0D11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4595" y="3513221"/>
            <a:ext cx="3886862" cy="2995207"/>
          </a:xfrm>
          <a:prstGeom prst="rect">
            <a:avLst/>
          </a:prstGeom>
        </p:spPr>
      </p:pic>
      <p:sp>
        <p:nvSpPr>
          <p:cNvPr id="8" name="橢圓 7">
            <a:extLst>
              <a:ext uri="{FF2B5EF4-FFF2-40B4-BE49-F238E27FC236}">
                <a16:creationId xmlns:a16="http://schemas.microsoft.com/office/drawing/2014/main" id="{D217B106-7CD2-4078-BD35-7945CE53A337}"/>
              </a:ext>
            </a:extLst>
          </p:cNvPr>
          <p:cNvSpPr/>
          <p:nvPr/>
        </p:nvSpPr>
        <p:spPr>
          <a:xfrm>
            <a:off x="2456865" y="3919961"/>
            <a:ext cx="657726" cy="689810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TW" dirty="0">
                <a:latin typeface="Consolas" panose="020B0609020204030204" pitchFamily="49" charset="0"/>
              </a:rPr>
              <a:t>*</a:t>
            </a:r>
            <a:endParaRPr lang="zh-TW" altLang="en-US" dirty="0">
              <a:latin typeface="Consolas" panose="020B0609020204030204" pitchFamily="49" charset="0"/>
            </a:endParaRPr>
          </a:p>
        </p:txBody>
      </p:sp>
      <p:grpSp>
        <p:nvGrpSpPr>
          <p:cNvPr id="23" name="群組 22">
            <a:extLst>
              <a:ext uri="{FF2B5EF4-FFF2-40B4-BE49-F238E27FC236}">
                <a16:creationId xmlns:a16="http://schemas.microsoft.com/office/drawing/2014/main" id="{C0B31EA6-895D-414C-B6B2-51FFDF89F388}"/>
              </a:ext>
            </a:extLst>
          </p:cNvPr>
          <p:cNvGrpSpPr/>
          <p:nvPr/>
        </p:nvGrpSpPr>
        <p:grpSpPr>
          <a:xfrm>
            <a:off x="1141413" y="5391066"/>
            <a:ext cx="754048" cy="983336"/>
            <a:chOff x="1141413" y="5391066"/>
            <a:chExt cx="754048" cy="983336"/>
          </a:xfrm>
        </p:grpSpPr>
        <p:sp>
          <p:nvSpPr>
            <p:cNvPr id="11" name="橢圓 10">
              <a:extLst>
                <a:ext uri="{FF2B5EF4-FFF2-40B4-BE49-F238E27FC236}">
                  <a16:creationId xmlns:a16="http://schemas.microsoft.com/office/drawing/2014/main" id="{7CDD7379-117D-4709-861E-65EE38978B4A}"/>
                </a:ext>
              </a:extLst>
            </p:cNvPr>
            <p:cNvSpPr/>
            <p:nvPr/>
          </p:nvSpPr>
          <p:spPr>
            <a:xfrm>
              <a:off x="1141413" y="5684592"/>
              <a:ext cx="657726" cy="689810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TW" dirty="0">
                  <a:latin typeface="Consolas" panose="020B0609020204030204" pitchFamily="49" charset="0"/>
                </a:rPr>
                <a:t>1</a:t>
              </a:r>
              <a:endParaRPr lang="zh-TW" altLang="en-US" dirty="0">
                <a:latin typeface="Consolas" panose="020B0609020204030204" pitchFamily="49" charset="0"/>
              </a:endParaRPr>
            </a:p>
          </p:txBody>
        </p:sp>
        <p:cxnSp>
          <p:nvCxnSpPr>
            <p:cNvPr id="14" name="直線接點 13">
              <a:extLst>
                <a:ext uri="{FF2B5EF4-FFF2-40B4-BE49-F238E27FC236}">
                  <a16:creationId xmlns:a16="http://schemas.microsoft.com/office/drawing/2014/main" id="{F852D76A-8FF3-4160-AD7B-B4DB608D03D0}"/>
                </a:ext>
              </a:extLst>
            </p:cNvPr>
            <p:cNvCxnSpPr>
              <a:stCxn id="11" idx="7"/>
              <a:endCxn id="10" idx="3"/>
            </p:cNvCxnSpPr>
            <p:nvPr/>
          </p:nvCxnSpPr>
          <p:spPr>
            <a:xfrm flipV="1">
              <a:off x="1702817" y="5391066"/>
              <a:ext cx="192644" cy="394546"/>
            </a:xfrm>
            <a:prstGeom prst="line">
              <a:avLst/>
            </a:prstGeom>
            <a:ln w="38100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4" name="群組 23">
            <a:extLst>
              <a:ext uri="{FF2B5EF4-FFF2-40B4-BE49-F238E27FC236}">
                <a16:creationId xmlns:a16="http://schemas.microsoft.com/office/drawing/2014/main" id="{F231A714-8A97-4B8D-B31F-6FDAEF61A9A8}"/>
              </a:ext>
            </a:extLst>
          </p:cNvPr>
          <p:cNvGrpSpPr/>
          <p:nvPr/>
        </p:nvGrpSpPr>
        <p:grpSpPr>
          <a:xfrm>
            <a:off x="2360543" y="5391066"/>
            <a:ext cx="754048" cy="983336"/>
            <a:chOff x="2360543" y="5391066"/>
            <a:chExt cx="754048" cy="983336"/>
          </a:xfrm>
        </p:grpSpPr>
        <p:sp>
          <p:nvSpPr>
            <p:cNvPr id="12" name="橢圓 11">
              <a:extLst>
                <a:ext uri="{FF2B5EF4-FFF2-40B4-BE49-F238E27FC236}">
                  <a16:creationId xmlns:a16="http://schemas.microsoft.com/office/drawing/2014/main" id="{036ADE93-09EA-47D2-AFEF-5EC4F159BF4D}"/>
                </a:ext>
              </a:extLst>
            </p:cNvPr>
            <p:cNvSpPr/>
            <p:nvPr/>
          </p:nvSpPr>
          <p:spPr>
            <a:xfrm>
              <a:off x="2456865" y="5684592"/>
              <a:ext cx="657726" cy="689810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TW" dirty="0">
                  <a:latin typeface="Consolas" panose="020B0609020204030204" pitchFamily="49" charset="0"/>
                </a:rPr>
                <a:t>2</a:t>
              </a:r>
              <a:endParaRPr lang="zh-TW" altLang="en-US" dirty="0">
                <a:latin typeface="Consolas" panose="020B0609020204030204" pitchFamily="49" charset="0"/>
              </a:endParaRPr>
            </a:p>
          </p:txBody>
        </p:sp>
        <p:cxnSp>
          <p:nvCxnSpPr>
            <p:cNvPr id="16" name="直線接點 15">
              <a:extLst>
                <a:ext uri="{FF2B5EF4-FFF2-40B4-BE49-F238E27FC236}">
                  <a16:creationId xmlns:a16="http://schemas.microsoft.com/office/drawing/2014/main" id="{B1622F75-6491-49DC-AACE-350798834F03}"/>
                </a:ext>
              </a:extLst>
            </p:cNvPr>
            <p:cNvCxnSpPr>
              <a:stCxn id="10" idx="5"/>
              <a:endCxn id="12" idx="1"/>
            </p:cNvCxnSpPr>
            <p:nvPr/>
          </p:nvCxnSpPr>
          <p:spPr>
            <a:xfrm>
              <a:off x="2360543" y="5391066"/>
              <a:ext cx="192644" cy="394546"/>
            </a:xfrm>
            <a:prstGeom prst="line">
              <a:avLst/>
            </a:prstGeom>
            <a:ln w="38100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2" name="群組 21">
            <a:extLst>
              <a:ext uri="{FF2B5EF4-FFF2-40B4-BE49-F238E27FC236}">
                <a16:creationId xmlns:a16="http://schemas.microsoft.com/office/drawing/2014/main" id="{E4FDB226-E7FB-4A88-B004-888E096CD949}"/>
              </a:ext>
            </a:extLst>
          </p:cNvPr>
          <p:cNvGrpSpPr/>
          <p:nvPr/>
        </p:nvGrpSpPr>
        <p:grpSpPr>
          <a:xfrm>
            <a:off x="1799139" y="4508751"/>
            <a:ext cx="754048" cy="983335"/>
            <a:chOff x="1799139" y="4508751"/>
            <a:chExt cx="754048" cy="983335"/>
          </a:xfrm>
        </p:grpSpPr>
        <p:sp>
          <p:nvSpPr>
            <p:cNvPr id="10" name="橢圓 9">
              <a:extLst>
                <a:ext uri="{FF2B5EF4-FFF2-40B4-BE49-F238E27FC236}">
                  <a16:creationId xmlns:a16="http://schemas.microsoft.com/office/drawing/2014/main" id="{5FFB3162-F636-413A-AFB8-D3B1964B3F24}"/>
                </a:ext>
              </a:extLst>
            </p:cNvPr>
            <p:cNvSpPr/>
            <p:nvPr/>
          </p:nvSpPr>
          <p:spPr>
            <a:xfrm>
              <a:off x="1799139" y="4802276"/>
              <a:ext cx="657726" cy="689810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TW" dirty="0">
                  <a:latin typeface="Consolas" panose="020B0609020204030204" pitchFamily="49" charset="0"/>
                </a:rPr>
                <a:t>+</a:t>
              </a:r>
              <a:endParaRPr lang="zh-TW" altLang="en-US" dirty="0">
                <a:latin typeface="Consolas" panose="020B0609020204030204" pitchFamily="49" charset="0"/>
              </a:endParaRPr>
            </a:p>
          </p:txBody>
        </p:sp>
        <p:cxnSp>
          <p:nvCxnSpPr>
            <p:cNvPr id="18" name="直線接點 17">
              <a:extLst>
                <a:ext uri="{FF2B5EF4-FFF2-40B4-BE49-F238E27FC236}">
                  <a16:creationId xmlns:a16="http://schemas.microsoft.com/office/drawing/2014/main" id="{5575861C-5B76-4F07-B2CF-57BCA5CCBA7B}"/>
                </a:ext>
              </a:extLst>
            </p:cNvPr>
            <p:cNvCxnSpPr>
              <a:stCxn id="10" idx="7"/>
              <a:endCxn id="8" idx="3"/>
            </p:cNvCxnSpPr>
            <p:nvPr/>
          </p:nvCxnSpPr>
          <p:spPr>
            <a:xfrm flipV="1">
              <a:off x="2360543" y="4508751"/>
              <a:ext cx="192644" cy="394545"/>
            </a:xfrm>
            <a:prstGeom prst="line">
              <a:avLst/>
            </a:prstGeom>
            <a:ln w="38100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5" name="群組 24">
            <a:extLst>
              <a:ext uri="{FF2B5EF4-FFF2-40B4-BE49-F238E27FC236}">
                <a16:creationId xmlns:a16="http://schemas.microsoft.com/office/drawing/2014/main" id="{25F1C42B-8800-4ADA-8C2E-90D6DFEC9B72}"/>
              </a:ext>
            </a:extLst>
          </p:cNvPr>
          <p:cNvGrpSpPr/>
          <p:nvPr/>
        </p:nvGrpSpPr>
        <p:grpSpPr>
          <a:xfrm>
            <a:off x="3018269" y="4508751"/>
            <a:ext cx="754048" cy="983335"/>
            <a:chOff x="3018269" y="4508751"/>
            <a:chExt cx="754048" cy="983335"/>
          </a:xfrm>
        </p:grpSpPr>
        <p:sp>
          <p:nvSpPr>
            <p:cNvPr id="9" name="橢圓 8">
              <a:extLst>
                <a:ext uri="{FF2B5EF4-FFF2-40B4-BE49-F238E27FC236}">
                  <a16:creationId xmlns:a16="http://schemas.microsoft.com/office/drawing/2014/main" id="{E9145981-C3A1-45C6-ABD9-F6D3DFE0FA6E}"/>
                </a:ext>
              </a:extLst>
            </p:cNvPr>
            <p:cNvSpPr/>
            <p:nvPr/>
          </p:nvSpPr>
          <p:spPr>
            <a:xfrm>
              <a:off x="3114591" y="4802276"/>
              <a:ext cx="657726" cy="689810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TW" dirty="0">
                  <a:latin typeface="Consolas" panose="020B0609020204030204" pitchFamily="49" charset="0"/>
                </a:rPr>
                <a:t>4</a:t>
              </a:r>
              <a:endParaRPr lang="zh-TW" altLang="en-US" dirty="0">
                <a:latin typeface="Consolas" panose="020B0609020204030204" pitchFamily="49" charset="0"/>
              </a:endParaRPr>
            </a:p>
          </p:txBody>
        </p:sp>
        <p:cxnSp>
          <p:nvCxnSpPr>
            <p:cNvPr id="20" name="直線接點 19">
              <a:extLst>
                <a:ext uri="{FF2B5EF4-FFF2-40B4-BE49-F238E27FC236}">
                  <a16:creationId xmlns:a16="http://schemas.microsoft.com/office/drawing/2014/main" id="{E0D9474D-4824-43D2-A728-05A8C3594878}"/>
                </a:ext>
              </a:extLst>
            </p:cNvPr>
            <p:cNvCxnSpPr>
              <a:stCxn id="9" idx="1"/>
              <a:endCxn id="8" idx="5"/>
            </p:cNvCxnSpPr>
            <p:nvPr/>
          </p:nvCxnSpPr>
          <p:spPr>
            <a:xfrm flipH="1" flipV="1">
              <a:off x="3018269" y="4508751"/>
              <a:ext cx="192644" cy="394545"/>
            </a:xfrm>
            <a:prstGeom prst="line">
              <a:avLst/>
            </a:prstGeom>
            <a:ln w="38100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4" name="矩形 3">
            <a:extLst>
              <a:ext uri="{FF2B5EF4-FFF2-40B4-BE49-F238E27FC236}">
                <a16:creationId xmlns:a16="http://schemas.microsoft.com/office/drawing/2014/main" id="{A6D2D815-134C-4E47-A0C1-3F2D41D0714E}"/>
              </a:ext>
            </a:extLst>
          </p:cNvPr>
          <p:cNvSpPr/>
          <p:nvPr/>
        </p:nvSpPr>
        <p:spPr>
          <a:xfrm>
            <a:off x="5367528" y="3072384"/>
            <a:ext cx="804672" cy="356616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4190264006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Char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5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1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1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1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 fmla="#ppt_x+(cos(-2*pi*(1-$))*-#ppt_x-sin(-2*pi*(1-$))*(1-#ppt_y))*(1-$)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0" dur="1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 fmla="#ppt_y+(sin(-2*pi*(1-$))*-#ppt_x+cos(-2*pi*(1-$))*(1-#ppt_y))*(1-$)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3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800" decel="1000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6" dur="800" decel="1000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style.rotation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-90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7" dur="800" decel="1000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+0.4"/>
                                          </p:val>
                                        </p:tav>
                                        <p:tav tm="100000">
                                          <p:val>
                                            <p:strVal val="#ppt_x-0.05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8" dur="800" decel="1000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-0.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+0.1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9" dur="200" accel="100000" fill="hold">
                                          <p:stCondLst>
                                            <p:cond delay="80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-0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0" dur="200" accel="100000" fill="hold">
                                          <p:stCondLst>
                                            <p:cond delay="80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3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800" decel="1000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6" dur="800" decel="1000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style.rotation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-90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7" dur="800" decel="1000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+0.4"/>
                                          </p:val>
                                        </p:tav>
                                        <p:tav tm="100000">
                                          <p:val>
                                            <p:strVal val="#ppt_x-0.05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8" dur="800" decel="1000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-0.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+0.1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9" dur="200" accel="100000" fill="hold">
                                          <p:stCondLst>
                                            <p:cond delay="80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-0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0" dur="200" accel="100000" fill="hold">
                                          <p:stCondLst>
                                            <p:cond delay="80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3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800" decel="1000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6" dur="800" decel="10000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style.rotation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-90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7" dur="800" decel="10000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+0.4"/>
                                          </p:val>
                                        </p:tav>
                                        <p:tav tm="100000">
                                          <p:val>
                                            <p:strVal val="#ppt_x-0.05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8" dur="800" decel="10000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-0.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+0.1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9" dur="200" accel="100000" fill="hold">
                                          <p:stCondLst>
                                            <p:cond delay="80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-0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0" dur="200" accel="100000" fill="hold">
                                          <p:stCondLst>
                                            <p:cond delay="80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4" fill="hold">
                      <p:stCondLst>
                        <p:cond delay="indefinite"/>
                      </p:stCondLst>
                      <p:childTnLst>
                        <p:par>
                          <p:cTn id="45" fill="hold">
                            <p:stCondLst>
                              <p:cond delay="0"/>
                            </p:stCondLst>
                            <p:childTnLst>
                              <p:par>
                                <p:cTn id="46" presetID="3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8" dur="800" decel="1000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9" dur="800" decel="10000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style.rotation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-90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0" dur="800" decel="10000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+0.4"/>
                                          </p:val>
                                        </p:tav>
                                        <p:tav tm="100000">
                                          <p:val>
                                            <p:strVal val="#ppt_x-0.05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1" dur="800" decel="10000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-0.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+0.1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2" dur="200" accel="100000" fill="hold">
                                          <p:stCondLst>
                                            <p:cond delay="80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-0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3" dur="200" accel="100000" fill="hold">
                                          <p:stCondLst>
                                            <p:cond delay="80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4" presetID="10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55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7" fill="hold">
                      <p:stCondLst>
                        <p:cond delay="indefinite"/>
                      </p:stCondLst>
                      <p:childTnLst>
                        <p:par>
                          <p:cTn id="58" fill="hold">
                            <p:stCondLst>
                              <p:cond delay="0"/>
                            </p:stCondLst>
                            <p:childTnLst>
                              <p:par>
                                <p:cTn id="59" presetID="14" presetClass="entr" presetSubtype="1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randombar(horizontal)">
                                      <p:cBhvr>
                                        <p:cTn id="61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  <p:bldP spid="4" grpId="0" animBg="1"/>
      <p:bldP spid="4" grpId="1" animBg="1"/>
    </p:bldLst>
  </p:timing>
</p:sld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網狀">
  <a:themeElements>
    <a:clrScheme name="網狀">
      <a:dk1>
        <a:sysClr val="windowText" lastClr="000000"/>
      </a:dk1>
      <a:lt1>
        <a:sysClr val="window" lastClr="FFFFFF"/>
      </a:lt1>
      <a:dk2>
        <a:srgbClr val="363D46"/>
      </a:dk2>
      <a:lt2>
        <a:srgbClr val="EBEBEB"/>
      </a:lt2>
      <a:accent1>
        <a:srgbClr val="6F6F6F"/>
      </a:accent1>
      <a:accent2>
        <a:srgbClr val="BFBFA5"/>
      </a:accent2>
      <a:accent3>
        <a:srgbClr val="DCD084"/>
      </a:accent3>
      <a:accent4>
        <a:srgbClr val="E7BF5F"/>
      </a:accent4>
      <a:accent5>
        <a:srgbClr val="E9A039"/>
      </a:accent5>
      <a:accent6>
        <a:srgbClr val="CF7133"/>
      </a:accent6>
      <a:hlink>
        <a:srgbClr val="F28943"/>
      </a:hlink>
      <a:folHlink>
        <a:srgbClr val="F1B76C"/>
      </a:folHlink>
    </a:clrScheme>
    <a:fontScheme name="網狀">
      <a:majorFont>
        <a:latin typeface="Century Gothic" panose="020B0502020202020204"/>
        <a:ea typeface=""/>
        <a:cs typeface=""/>
        <a:font script="Jpan" typeface="ＭＳ ゴシック"/>
        <a:font script="Hang" typeface="맑은 고딕"/>
        <a:font script="Hans" typeface="宋体"/>
        <a:font script="Hant" typeface="新細明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Century Gothic" panose="020B0502020202020204"/>
        <a:ea typeface=""/>
        <a:cs typeface=""/>
        <a:font script="Jpan" typeface="ＭＳ ゴシック"/>
        <a:font script="Hang" typeface="맑은 고딕"/>
        <a:font script="Hans" typeface="宋体"/>
        <a:font script="Hant" typeface="新細明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Verdana"/>
        <a:font script="Uigh" typeface="Microsoft Uighur"/>
        <a:font script="Geor" typeface="Sylfaen"/>
      </a:minorFont>
    </a:fontScheme>
    <a:fmtScheme name="網狀">
      <a:fillStyleLst>
        <a:solidFill>
          <a:schemeClr val="phClr"/>
        </a:solidFill>
        <a:gradFill rotWithShape="1">
          <a:gsLst>
            <a:gs pos="0">
              <a:schemeClr val="phClr">
                <a:tint val="60000"/>
                <a:lumMod val="110000"/>
              </a:schemeClr>
            </a:gs>
            <a:gs pos="100000">
              <a:schemeClr val="phClr">
                <a:tint val="82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6000"/>
                <a:lumMod val="104000"/>
              </a:schemeClr>
            </a:gs>
            <a:gs pos="100000">
              <a:schemeClr val="phClr">
                <a:shade val="84000"/>
                <a:lumMod val="84000"/>
              </a:schemeClr>
            </a:gs>
          </a:gsLst>
          <a:lin ang="5400000" scaled="0"/>
        </a:gradFill>
      </a:fillStyleLst>
      <a:lnStyleLst>
        <a:ln w="9525" cap="rnd" cmpd="sng" algn="ctr">
          <a:solidFill>
            <a:schemeClr val="phClr"/>
          </a:solidFill>
          <a:prstDash val="solid"/>
        </a:ln>
        <a:ln w="19050" cap="rnd" cmpd="sng" algn="ctr">
          <a:solidFill>
            <a:schemeClr val="phClr"/>
          </a:solidFill>
          <a:prstDash val="solid"/>
        </a:ln>
        <a:ln w="25400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innerShdw blurRad="50800" dist="25400" dir="13500000">
              <a:srgbClr val="000000">
                <a:alpha val="55000"/>
              </a:srgbClr>
            </a:innerShdw>
          </a:effectLst>
        </a:effectStyle>
        <a:effectStyle>
          <a:effectLst>
            <a:outerShdw blurRad="50800" dist="38100" dir="5400000" rotWithShape="0">
              <a:srgbClr val="000000">
                <a:alpha val="60000"/>
              </a:srgbClr>
            </a:outerShdw>
          </a:effectLst>
          <a:scene3d>
            <a:camera prst="orthographicFront">
              <a:rot lat="0" lon="0" rev="0"/>
            </a:camera>
            <a:lightRig rig="threePt" dir="tl"/>
          </a:scene3d>
          <a:sp3d>
            <a:bevelT w="25400" h="25400" prst="slope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0000"/>
                <a:lumMod val="110000"/>
              </a:schemeClr>
            </a:gs>
            <a:gs pos="100000">
              <a:schemeClr val="phClr">
                <a:shade val="64000"/>
                <a:lumMod val="98000"/>
              </a:schemeClr>
            </a:gs>
          </a:gsLst>
          <a:lin ang="5400000" scaled="0"/>
        </a:gradFill>
        <a:blipFill rotWithShape="1">
          <a:blip xmlns:r="http://schemas.openxmlformats.org/officeDocument/2006/relationships" r:embed="rId1">
            <a:duotone>
              <a:schemeClr val="phClr">
                <a:shade val="28000"/>
                <a:satMod val="94000"/>
                <a:lumMod val="20000"/>
              </a:schemeClr>
              <a:schemeClr val="phClr">
                <a:tint val="94000"/>
                <a:shade val="84000"/>
                <a:satMod val="148000"/>
                <a:lumMod val="114000"/>
              </a:schemeClr>
            </a:duotone>
          </a:blip>
          <a:stretch/>
        </a:blip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Mesh" id="{789EC3FE-34FD-429C-9918-760025E6C145}" vid="{B8BE45C0-8141-4D58-8C71-A009BC26FBBB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TM03457485[[fn=網狀]]</Template>
  <TotalTime>4821</TotalTime>
  <Words>1506</Words>
  <Application>Microsoft Office PowerPoint</Application>
  <PresentationFormat>寬螢幕</PresentationFormat>
  <Paragraphs>356</Paragraphs>
  <Slides>73</Slides>
  <Notes>0</Notes>
  <HiddenSlides>0</HiddenSlides>
  <MMClips>0</MMClips>
  <ScaleCrop>false</ScaleCrop>
  <HeadingPairs>
    <vt:vector size="6" baseType="variant">
      <vt:variant>
        <vt:lpstr>使用字型</vt:lpstr>
      </vt:variant>
      <vt:variant>
        <vt:i4>5</vt:i4>
      </vt:variant>
      <vt:variant>
        <vt:lpstr>佈景主題</vt:lpstr>
      </vt:variant>
      <vt:variant>
        <vt:i4>1</vt:i4>
      </vt:variant>
      <vt:variant>
        <vt:lpstr>投影片標題</vt:lpstr>
      </vt:variant>
      <vt:variant>
        <vt:i4>73</vt:i4>
      </vt:variant>
    </vt:vector>
  </HeadingPairs>
  <TitlesOfParts>
    <vt:vector size="79" baseType="lpstr">
      <vt:lpstr>STHeiti</vt:lpstr>
      <vt:lpstr>STHeiti TC</vt:lpstr>
      <vt:lpstr>Arial</vt:lpstr>
      <vt:lpstr>Century Gothic</vt:lpstr>
      <vt:lpstr>Consolas</vt:lpstr>
      <vt:lpstr>網狀</vt:lpstr>
      <vt:lpstr>C語言 II</vt:lpstr>
      <vt:lpstr>大綱</vt:lpstr>
      <vt:lpstr>迴圈</vt:lpstr>
      <vt:lpstr>迴圈的應用</vt:lpstr>
      <vt:lpstr>While 迴圈</vt:lpstr>
      <vt:lpstr>While 迴圈 – 範例</vt:lpstr>
      <vt:lpstr>For 迴圈</vt:lpstr>
      <vt:lpstr>For 迴圈執行順序</vt:lpstr>
      <vt:lpstr>For 迴圈 – 範例</vt:lpstr>
      <vt:lpstr>For 迴圈 – 範例</vt:lpstr>
      <vt:lpstr>迴圈控制 - break</vt:lpstr>
      <vt:lpstr>迴圈控制 - break</vt:lpstr>
      <vt:lpstr>迴圈控制 - continue</vt:lpstr>
      <vt:lpstr>迴圈控制 - continue</vt:lpstr>
      <vt:lpstr>雙重迴圈</vt:lpstr>
      <vt:lpstr>陣列</vt:lpstr>
      <vt:lpstr>什麼是陣列？</vt:lpstr>
      <vt:lpstr>陣列的應用</vt:lpstr>
      <vt:lpstr>陣列 – 宣告</vt:lpstr>
      <vt:lpstr>陣列 – 初始化</vt:lpstr>
      <vt:lpstr>陣列 – 初始化範例</vt:lpstr>
      <vt:lpstr>陣列 – 操作</vt:lpstr>
      <vt:lpstr>陣列 – 範例：費波納契數列</vt:lpstr>
      <vt:lpstr>陣列 – 二維陣列</vt:lpstr>
      <vt:lpstr>陣列 – 二維陣列範例</vt:lpstr>
      <vt:lpstr>陣列 – 字串（字元陣列）</vt:lpstr>
      <vt:lpstr>陣列 – 字串（字元陣列）- 輸入 / 輸出</vt:lpstr>
      <vt:lpstr>陣列 – 字串（字元陣列）- 輸入 / 輸出</vt:lpstr>
      <vt:lpstr>單引號 ' 與雙引號 "</vt:lpstr>
      <vt:lpstr>陣列 – 冷知識</vt:lpstr>
      <vt:lpstr>函式</vt:lpstr>
      <vt:lpstr>函式 – 宣告</vt:lpstr>
      <vt:lpstr>函式 – 呼叫函式</vt:lpstr>
      <vt:lpstr>函式 – 範例</vt:lpstr>
      <vt:lpstr>函式 – 宣告順序問題</vt:lpstr>
      <vt:lpstr>函式 – 宣告順序問題的解法</vt:lpstr>
      <vt:lpstr>遞迴</vt:lpstr>
      <vt:lpstr>遞迴</vt:lpstr>
      <vt:lpstr>遞迴 – 範例：階乘</vt:lpstr>
      <vt:lpstr>遞迴 – 範例：迷宮 (深度優先搜尋)</vt:lpstr>
      <vt:lpstr>遞迴 – 範例：迷宮 | 變數</vt:lpstr>
      <vt:lpstr>遞迴 – 範例：迷宮 | Main 函式</vt:lpstr>
      <vt:lpstr>遞迴 – 範例：迷宮 | Main 函式</vt:lpstr>
      <vt:lpstr>遞迴 – 範例：迷宮 | 遞迴函式</vt:lpstr>
      <vt:lpstr>遞迴 – 範例：迷宮 | 遞迴函式</vt:lpstr>
      <vt:lpstr>遞迴 – 範例：迷宮 | 遞迴函式</vt:lpstr>
      <vt:lpstr>遞迴 – 範例：迷宮 | 遞迴函式</vt:lpstr>
      <vt:lpstr>遞迴 – 範例：迷宮 | 遞迴函式</vt:lpstr>
      <vt:lpstr>遞迴 – 範例：迷宮 | 遞迴函式</vt:lpstr>
      <vt:lpstr>遞迴 – 範例：迷宮 | 遞迴函式</vt:lpstr>
      <vt:lpstr>遞迴 – 範例：迷宮 | 遞迴函式</vt:lpstr>
      <vt:lpstr>遞迴 – 範例：迷宮 | 遞迴函式</vt:lpstr>
      <vt:lpstr>遞迴 – 範例：迷宮 | 遞迴函式</vt:lpstr>
      <vt:lpstr>遞迴 – 範例：迷宮 | 遞迴函式</vt:lpstr>
      <vt:lpstr>指標</vt:lpstr>
      <vt:lpstr>指標</vt:lpstr>
      <vt:lpstr>取址 &amp;  取值 *</vt:lpstr>
      <vt:lpstr>指標 – 範例</vt:lpstr>
      <vt:lpstr>指標 &amp; 函式</vt:lpstr>
      <vt:lpstr>指標 &amp; 函式 範例</vt:lpstr>
      <vt:lpstr>指標 &amp; 函式 範例</vt:lpstr>
      <vt:lpstr>指標 &amp; 函式 範例</vt:lpstr>
      <vt:lpstr>指標 &amp; 函式 範例</vt:lpstr>
      <vt:lpstr>PowerPoint 簡報</vt:lpstr>
      <vt:lpstr>資料結構</vt:lpstr>
      <vt:lpstr>資料結構</vt:lpstr>
      <vt:lpstr>資料結構 - struct</vt:lpstr>
      <vt:lpstr>資料結構 - struct</vt:lpstr>
      <vt:lpstr>資料結構 - typedef</vt:lpstr>
      <vt:lpstr>資料結構 - typedef</vt:lpstr>
      <vt:lpstr>資料結構 – 連結串列</vt:lpstr>
      <vt:lpstr>Recursion – Example: Fibonacci Sequence</vt:lpstr>
      <vt:lpstr>Recursion – Example: Prefix Calaulator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簡報</dc:title>
  <dc:creator>祐廷 劉</dc:creator>
  <cp:lastModifiedBy>祐廷 劉</cp:lastModifiedBy>
  <cp:revision>104</cp:revision>
  <dcterms:created xsi:type="dcterms:W3CDTF">2023-04-22T11:49:35Z</dcterms:created>
  <dcterms:modified xsi:type="dcterms:W3CDTF">2023-07-21T15:21:05Z</dcterms:modified>
</cp:coreProperties>
</file>