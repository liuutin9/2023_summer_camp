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13" r:id="rId6"/>
    <p:sldId id="314" r:id="rId7"/>
    <p:sldId id="315" r:id="rId8"/>
    <p:sldId id="336" r:id="rId9"/>
    <p:sldId id="316" r:id="rId10"/>
    <p:sldId id="317" r:id="rId11"/>
    <p:sldId id="319" r:id="rId12"/>
    <p:sldId id="318" r:id="rId13"/>
    <p:sldId id="320" r:id="rId14"/>
    <p:sldId id="326" r:id="rId15"/>
    <p:sldId id="258" r:id="rId16"/>
    <p:sldId id="287" r:id="rId17"/>
    <p:sldId id="295" r:id="rId18"/>
    <p:sldId id="257" r:id="rId19"/>
    <p:sldId id="259" r:id="rId20"/>
    <p:sldId id="278" r:id="rId21"/>
    <p:sldId id="260" r:id="rId22"/>
    <p:sldId id="262" r:id="rId23"/>
    <p:sldId id="289" r:id="rId24"/>
    <p:sldId id="288" r:id="rId25"/>
    <p:sldId id="264" r:id="rId26"/>
    <p:sldId id="327" r:id="rId27"/>
    <p:sldId id="328" r:id="rId28"/>
    <p:sldId id="334" r:id="rId29"/>
    <p:sldId id="266" r:id="rId30"/>
    <p:sldId id="267" r:id="rId31"/>
    <p:sldId id="268" r:id="rId32"/>
    <p:sldId id="291" r:id="rId33"/>
    <p:sldId id="269" r:id="rId34"/>
    <p:sldId id="271" r:id="rId35"/>
    <p:sldId id="272" r:id="rId36"/>
    <p:sldId id="273" r:id="rId37"/>
    <p:sldId id="274" r:id="rId38"/>
    <p:sldId id="292" r:id="rId39"/>
    <p:sldId id="296" r:id="rId40"/>
    <p:sldId id="297" r:id="rId41"/>
    <p:sldId id="300" r:id="rId42"/>
    <p:sldId id="298" r:id="rId43"/>
    <p:sldId id="299" r:id="rId44"/>
    <p:sldId id="301" r:id="rId45"/>
    <p:sldId id="303" r:id="rId46"/>
    <p:sldId id="304" r:id="rId47"/>
    <p:sldId id="305" r:id="rId48"/>
    <p:sldId id="306" r:id="rId49"/>
    <p:sldId id="307" r:id="rId50"/>
    <p:sldId id="310" r:id="rId51"/>
    <p:sldId id="308" r:id="rId52"/>
    <p:sldId id="311" r:id="rId53"/>
    <p:sldId id="302" r:id="rId54"/>
    <p:sldId id="279" r:id="rId55"/>
    <p:sldId id="280" r:id="rId56"/>
    <p:sldId id="321" r:id="rId57"/>
    <p:sldId id="281" r:id="rId58"/>
    <p:sldId id="329" r:id="rId59"/>
    <p:sldId id="330" r:id="rId60"/>
    <p:sldId id="332" r:id="rId61"/>
    <p:sldId id="331" r:id="rId62"/>
    <p:sldId id="333" r:id="rId63"/>
    <p:sldId id="284" r:id="rId64"/>
    <p:sldId id="285" r:id="rId65"/>
    <p:sldId id="324" r:id="rId66"/>
    <p:sldId id="322" r:id="rId67"/>
    <p:sldId id="323" r:id="rId68"/>
    <p:sldId id="325" r:id="rId69"/>
    <p:sldId id="286" r:id="rId70"/>
    <p:sldId id="277" r:id="rId71"/>
    <p:sldId id="290" r:id="rId7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2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delSld modSld">
      <pc:chgData name="祐廷 劉" userId="55b9f2413b94badf" providerId="LiveId" clId="{5EA86210-9012-4E68-BCD1-7347BE0E642C}" dt="2023-07-17T03:37:24.603" v="5035"/>
      <pc:docMkLst>
        <pc:docMk/>
      </pc:docMkLst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6:14.424" v="23" actId="2711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addSp modSp mod modTransition modAnim">
        <pc:chgData name="祐廷 劉" userId="55b9f2413b94badf" providerId="LiveId" clId="{5EA86210-9012-4E68-BCD1-7347BE0E642C}" dt="2023-07-17T03:37:24.603" v="5035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  <pc:picChg chg="add mod">
          <ac:chgData name="祐廷 劉" userId="55b9f2413b94badf" providerId="LiveId" clId="{5EA86210-9012-4E68-BCD1-7347BE0E642C}" dt="2023-07-17T03:37:18.374" v="5034" actId="1076"/>
          <ac:picMkLst>
            <pc:docMk/>
            <pc:sldMk cId="8053510" sldId="269"/>
            <ac:picMk id="7" creationId="{404A38EE-9D19-489C-B289-27CA14E14DE2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7:31.213" v="3958" actId="2711"/>
          <ac:spMkLst>
            <pc:docMk/>
            <pc:sldMk cId="3124783487" sldId="281"/>
            <ac:spMk id="3" creationId="{0E5B272C-E588-4538-9F92-1CF0F1BBEA59}"/>
          </ac:spMkLst>
        </pc:spChg>
      </pc:sldChg>
      <pc:sldChg chg="modSp del mod modTransition">
        <pc:chgData name="祐廷 劉" userId="55b9f2413b94badf" providerId="LiveId" clId="{5EA86210-9012-4E68-BCD1-7347BE0E642C}" dt="2023-07-17T03:32:44.520" v="5000" actId="47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  <pc:picChg chg="mod">
          <ac:chgData name="祐廷 劉" userId="55b9f2413b94badf" providerId="LiveId" clId="{5EA86210-9012-4E68-BCD1-7347BE0E642C}" dt="2023-07-17T03:25:08.262" v="4962" actId="1076"/>
          <ac:picMkLst>
            <pc:docMk/>
            <pc:sldMk cId="1773413331" sldId="282"/>
            <ac:picMk id="11" creationId="{70439831-5010-4C16-91D8-8BAB0FCFFA14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10.609" v="4937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10T16:06:12.406" v="4559" actId="1076"/>
          <ac:spMkLst>
            <pc:docMk/>
            <pc:sldMk cId="773901686" sldId="326"/>
            <ac:spMk id="4" creationId="{EDF44081-F897-437F-9B5D-59B0333B8F93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20.547" v="5011"/>
        <pc:sldMkLst>
          <pc:docMk/>
          <pc:sldMk cId="1942163099" sldId="329"/>
        </pc:sldMkLst>
        <pc:spChg chg="mod">
          <ac:chgData name="祐廷 劉" userId="55b9f2413b94badf" providerId="LiveId" clId="{5EA86210-9012-4E68-BCD1-7347BE0E642C}" dt="2023-07-17T03:22:17.697" v="4957"/>
          <ac:spMkLst>
            <pc:docMk/>
            <pc:sldMk cId="1942163099" sldId="329"/>
            <ac:spMk id="2" creationId="{A74FC5DA-B2E7-4C6E-98B3-1679237869DD}"/>
          </ac:spMkLst>
        </pc:spChg>
        <pc:spChg chg="del">
          <ac:chgData name="祐廷 劉" userId="55b9f2413b94badf" providerId="LiveId" clId="{5EA86210-9012-4E68-BCD1-7347BE0E642C}" dt="2023-07-17T03:25:13.250" v="4963" actId="478"/>
          <ac:spMkLst>
            <pc:docMk/>
            <pc:sldMk cId="1942163099" sldId="329"/>
            <ac:spMk id="3" creationId="{9921F672-5632-45B2-9DCA-E5625DD61A5E}"/>
          </ac:spMkLst>
        </pc:spChg>
        <pc:picChg chg="add mod">
          <ac:chgData name="祐廷 劉" userId="55b9f2413b94badf" providerId="LiveId" clId="{5EA86210-9012-4E68-BCD1-7347BE0E642C}" dt="2023-07-17T03:27:39.423" v="4977" actId="1076"/>
          <ac:picMkLst>
            <pc:docMk/>
            <pc:sldMk cId="1942163099" sldId="329"/>
            <ac:picMk id="5" creationId="{FB18D4A3-61B9-44C2-B234-622FE01172BB}"/>
          </ac:picMkLst>
        </pc:picChg>
        <pc:picChg chg="add mod">
          <ac:chgData name="祐廷 劉" userId="55b9f2413b94badf" providerId="LiveId" clId="{5EA86210-9012-4E68-BCD1-7347BE0E642C}" dt="2023-07-17T03:26:24.514" v="4972" actId="1076"/>
          <ac:picMkLst>
            <pc:docMk/>
            <pc:sldMk cId="1942163099" sldId="329"/>
            <ac:picMk id="7" creationId="{A3200C4A-9DFA-47C7-B93F-01524E71A369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31.240" v="5017"/>
        <pc:sldMkLst>
          <pc:docMk/>
          <pc:sldMk cId="3557610081" sldId="330"/>
        </pc:sldMkLst>
        <pc:spChg chg="mod">
          <ac:chgData name="祐廷 劉" userId="55b9f2413b94badf" providerId="LiveId" clId="{5EA86210-9012-4E68-BCD1-7347BE0E642C}" dt="2023-07-17T03:22:19.368" v="4958"/>
          <ac:spMkLst>
            <pc:docMk/>
            <pc:sldMk cId="3557610081" sldId="330"/>
            <ac:spMk id="2" creationId="{4F4BEBE2-D32E-4CCB-B817-53CF4484524D}"/>
          </ac:spMkLst>
        </pc:spChg>
        <pc:spChg chg="del">
          <ac:chgData name="祐廷 劉" userId="55b9f2413b94badf" providerId="LiveId" clId="{5EA86210-9012-4E68-BCD1-7347BE0E642C}" dt="2023-07-17T03:26:41.633" v="4974" actId="478"/>
          <ac:spMkLst>
            <pc:docMk/>
            <pc:sldMk cId="3557610081" sldId="330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7:46.068" v="4979" actId="14100"/>
          <ac:picMkLst>
            <pc:docMk/>
            <pc:sldMk cId="3557610081" sldId="330"/>
            <ac:picMk id="5" creationId="{A097003F-668F-41CD-B588-64DD82655A34}"/>
          </ac:picMkLst>
        </pc:picChg>
        <pc:picChg chg="add mod">
          <ac:chgData name="祐廷 劉" userId="55b9f2413b94badf" providerId="LiveId" clId="{5EA86210-9012-4E68-BCD1-7347BE0E642C}" dt="2023-07-17T03:28:12.867" v="4984" actId="1076"/>
          <ac:picMkLst>
            <pc:docMk/>
            <pc:sldMk cId="3557610081" sldId="330"/>
            <ac:picMk id="7" creationId="{34C64A46-FA2A-479F-8204-9017150D5A91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45.553" v="5029"/>
        <pc:sldMkLst>
          <pc:docMk/>
          <pc:sldMk cId="1414329666" sldId="331"/>
        </pc:sldMkLst>
        <pc:spChg chg="mod">
          <ac:chgData name="祐廷 劉" userId="55b9f2413b94badf" providerId="LiveId" clId="{5EA86210-9012-4E68-BCD1-7347BE0E642C}" dt="2023-07-17T03:22:23.205" v="4961"/>
          <ac:spMkLst>
            <pc:docMk/>
            <pc:sldMk cId="1414329666" sldId="331"/>
            <ac:spMk id="2" creationId="{D92D452F-F9C6-4BCB-9039-202188DD51AE}"/>
          </ac:spMkLst>
        </pc:spChg>
        <pc:spChg chg="del">
          <ac:chgData name="祐廷 劉" userId="55b9f2413b94badf" providerId="LiveId" clId="{5EA86210-9012-4E68-BCD1-7347BE0E642C}" dt="2023-07-17T03:30:35.041" v="4994" actId="478"/>
          <ac:spMkLst>
            <pc:docMk/>
            <pc:sldMk cId="1414329666" sldId="331"/>
            <ac:spMk id="3" creationId="{D324CEA2-CF70-4383-A52F-1C6CA2C504D4}"/>
          </ac:spMkLst>
        </pc:spChg>
        <pc:spChg chg="add del">
          <ac:chgData name="祐廷 劉" userId="55b9f2413b94badf" providerId="LiveId" clId="{5EA86210-9012-4E68-BCD1-7347BE0E642C}" dt="2023-07-17T03:22:21.469" v="4960" actId="22"/>
          <ac:spMkLst>
            <pc:docMk/>
            <pc:sldMk cId="1414329666" sldId="331"/>
            <ac:spMk id="5" creationId="{FA0C452C-5ACD-4B55-AE6C-C65067A7737A}"/>
          </ac:spMkLst>
        </pc:spChg>
        <pc:picChg chg="add mod">
          <ac:chgData name="祐廷 劉" userId="55b9f2413b94badf" providerId="LiveId" clId="{5EA86210-9012-4E68-BCD1-7347BE0E642C}" dt="2023-07-17T03:32:25.527" v="4997" actId="14100"/>
          <ac:picMkLst>
            <pc:docMk/>
            <pc:sldMk cId="1414329666" sldId="331"/>
            <ac:picMk id="7" creationId="{09F504D8-47BF-411F-B650-80D015FAC9A0}"/>
          </ac:picMkLst>
        </pc:picChg>
        <pc:picChg chg="add mod">
          <ac:chgData name="祐廷 劉" userId="55b9f2413b94badf" providerId="LiveId" clId="{5EA86210-9012-4E68-BCD1-7347BE0E642C}" dt="2023-07-17T03:32:40.348" v="4999" actId="1076"/>
          <ac:picMkLst>
            <pc:docMk/>
            <pc:sldMk cId="1414329666" sldId="331"/>
            <ac:picMk id="8" creationId="{AC102D70-B3F8-4DF7-96FA-D8A53EDA1D82}"/>
          </ac:picMkLst>
        </pc:picChg>
      </pc:sldChg>
      <pc:sldChg chg="addSp delSp modSp add mod modTransition modAnim">
        <pc:chgData name="祐廷 劉" userId="55b9f2413b94badf" providerId="LiveId" clId="{5EA86210-9012-4E68-BCD1-7347BE0E642C}" dt="2023-07-17T03:33:38.242" v="5023"/>
        <pc:sldMkLst>
          <pc:docMk/>
          <pc:sldMk cId="192552324" sldId="332"/>
        </pc:sldMkLst>
        <pc:spChg chg="del">
          <ac:chgData name="祐廷 劉" userId="55b9f2413b94badf" providerId="LiveId" clId="{5EA86210-9012-4E68-BCD1-7347BE0E642C}" dt="2023-07-17T03:28:34.150" v="4985" actId="478"/>
          <ac:spMkLst>
            <pc:docMk/>
            <pc:sldMk cId="192552324" sldId="332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9:46.313" v="4989" actId="1076"/>
          <ac:picMkLst>
            <pc:docMk/>
            <pc:sldMk cId="192552324" sldId="332"/>
            <ac:picMk id="5" creationId="{59C86C9B-29F7-4FF0-937E-152E6EE067FE}"/>
          </ac:picMkLst>
        </pc:picChg>
        <pc:picChg chg="add mod">
          <ac:chgData name="祐廷 劉" userId="55b9f2413b94badf" providerId="LiveId" clId="{5EA86210-9012-4E68-BCD1-7347BE0E642C}" dt="2023-07-17T03:30:30.114" v="4993" actId="1076"/>
          <ac:picMkLst>
            <pc:docMk/>
            <pc:sldMk cId="192552324" sldId="332"/>
            <ac:picMk id="6" creationId="{791037D6-471E-4BEA-8232-286C344F0B0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2023/7/19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劉祐廷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迴圈執行順序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50CE26-34D1-45AF-8D5B-D8A9335B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31" y="433771"/>
            <a:ext cx="6766925" cy="20808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77FB6AE-3C04-41E1-A59B-247B1BA67B76}"/>
              </a:ext>
            </a:extLst>
          </p:cNvPr>
          <p:cNvSpPr/>
          <p:nvPr/>
        </p:nvSpPr>
        <p:spPr>
          <a:xfrm>
            <a:off x="6208776" y="452059"/>
            <a:ext cx="2086211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FB640F3-B439-4835-9C5F-D7218976D806}"/>
              </a:ext>
            </a:extLst>
          </p:cNvPr>
          <p:cNvSpPr/>
          <p:nvPr/>
        </p:nvSpPr>
        <p:spPr>
          <a:xfrm>
            <a:off x="1141413" y="2866644"/>
            <a:ext cx="2029968" cy="1124713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給初始值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DBB7C36-106D-4DF0-BE4C-09CC811BD8CC}"/>
              </a:ext>
            </a:extLst>
          </p:cNvPr>
          <p:cNvSpPr/>
          <p:nvPr/>
        </p:nvSpPr>
        <p:spPr>
          <a:xfrm>
            <a:off x="4569546" y="2866643"/>
            <a:ext cx="249936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判斷執行條件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7D17EA-D734-4D38-B0D4-EEF5A8E278AD}"/>
              </a:ext>
            </a:extLst>
          </p:cNvPr>
          <p:cNvSpPr/>
          <p:nvPr/>
        </p:nvSpPr>
        <p:spPr>
          <a:xfrm>
            <a:off x="1093739" y="5114540"/>
            <a:ext cx="4017392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執行大括號內的程式碼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3649853-281A-47F9-AE9A-2BC2B17BF8B6}"/>
              </a:ext>
            </a:extLst>
          </p:cNvPr>
          <p:cNvSpPr/>
          <p:nvPr/>
        </p:nvSpPr>
        <p:spPr>
          <a:xfrm>
            <a:off x="6509296" y="5123687"/>
            <a:ext cx="475488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迴圈結束要自動執行的動作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990B529-CFDB-4C24-B0EC-8A07AF897F2C}"/>
              </a:ext>
            </a:extLst>
          </p:cNvPr>
          <p:cNvSpPr/>
          <p:nvPr/>
        </p:nvSpPr>
        <p:spPr>
          <a:xfrm>
            <a:off x="8467072" y="2866644"/>
            <a:ext cx="2029968" cy="1124713"/>
          </a:xfrm>
          <a:prstGeom prst="roundRect">
            <a:avLst/>
          </a:prstGeom>
          <a:solidFill>
            <a:schemeClr val="tx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離開迴圈</a:t>
            </a:r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DFF9927A-F3A4-4DDC-B8F0-CAECB333E5FA}"/>
              </a:ext>
            </a:extLst>
          </p:cNvPr>
          <p:cNvSpPr/>
          <p:nvPr/>
        </p:nvSpPr>
        <p:spPr>
          <a:xfrm>
            <a:off x="3171381" y="3282696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7AFE52C-AA5B-4370-B728-B3B92A979FF4}"/>
              </a:ext>
            </a:extLst>
          </p:cNvPr>
          <p:cNvSpPr/>
          <p:nvPr/>
        </p:nvSpPr>
        <p:spPr>
          <a:xfrm>
            <a:off x="7063404" y="3284980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不符合</a:t>
            </a:r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535D139-405E-47B7-878D-C954C0EEF4E3}"/>
              </a:ext>
            </a:extLst>
          </p:cNvPr>
          <p:cNvSpPr/>
          <p:nvPr/>
        </p:nvSpPr>
        <p:spPr>
          <a:xfrm>
            <a:off x="5111131" y="5539739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箭號: 向右 19">
            <a:extLst>
              <a:ext uri="{FF2B5EF4-FFF2-40B4-BE49-F238E27FC236}">
                <a16:creationId xmlns:a16="http://schemas.microsoft.com/office/drawing/2014/main" id="{0C274132-834A-41C8-A8C9-444774A034BB}"/>
              </a:ext>
            </a:extLst>
          </p:cNvPr>
          <p:cNvSpPr/>
          <p:nvPr/>
        </p:nvSpPr>
        <p:spPr>
          <a:xfrm rot="7987985">
            <a:off x="3360357" y="4367188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C12F9A55-5801-427E-B08A-F263B1ACC2F1}"/>
              </a:ext>
            </a:extLst>
          </p:cNvPr>
          <p:cNvSpPr/>
          <p:nvPr/>
        </p:nvSpPr>
        <p:spPr>
          <a:xfrm rot="13385969">
            <a:off x="6846105" y="4367187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85F5C74-4487-4F61-80D9-53B9803C6FBD}"/>
              </a:ext>
            </a:extLst>
          </p:cNvPr>
          <p:cNvSpPr txBox="1"/>
          <p:nvPr/>
        </p:nvSpPr>
        <p:spPr>
          <a:xfrm>
            <a:off x="3666735" y="4145798"/>
            <a:ext cx="1097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符合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5F1482-A3EC-425A-AE0A-9D622042D2B2}"/>
              </a:ext>
            </a:extLst>
          </p:cNvPr>
          <p:cNvSpPr/>
          <p:nvPr/>
        </p:nvSpPr>
        <p:spPr>
          <a:xfrm>
            <a:off x="8333417" y="452059"/>
            <a:ext cx="1450663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5B94E9-DEB4-4925-B621-EDEA439EFC31}"/>
              </a:ext>
            </a:extLst>
          </p:cNvPr>
          <p:cNvSpPr/>
          <p:nvPr/>
        </p:nvSpPr>
        <p:spPr>
          <a:xfrm>
            <a:off x="9830275" y="457273"/>
            <a:ext cx="831629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A78375-59D6-49D1-86F5-9BDE1BB11D5B}"/>
              </a:ext>
            </a:extLst>
          </p:cNvPr>
          <p:cNvSpPr/>
          <p:nvPr/>
        </p:nvSpPr>
        <p:spPr>
          <a:xfrm>
            <a:off x="5916168" y="963076"/>
            <a:ext cx="5961888" cy="1067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4748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3" grpId="1" animBg="1"/>
      <p:bldP spid="23" grpId="2" animBg="1"/>
      <p:bldP spid="23" grpId="3" animBg="1"/>
      <p:bldP spid="24" grpId="0" animBg="1"/>
      <p:bldP spid="24" grpId="1" animBg="1"/>
      <p:bldP spid="25" grpId="0" animBg="1"/>
      <p:bldP spid="25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1141413" y="3424989"/>
            <a:ext cx="20990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</a:p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</a:p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724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&amp;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sz="28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不含空格或換行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sz="28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</a:p>
          <a:p>
            <a:pPr marL="0" indent="0">
              <a:buNone/>
            </a:pPr>
            <a:endParaRPr lang="en-US" altLang="zh-TW" sz="2800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87" y="2686414"/>
            <a:ext cx="5608919" cy="35619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58" y="3969590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958096" y="4744453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25382-48E5-4BA6-93DA-07AD2A6F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與雙引號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"</a:t>
            </a:r>
            <a:endParaRPr lang="zh-TW" altLang="en-US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E978D0-6E1D-4D39-812B-E40D568C3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單引號用來放字元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A'</a:t>
            </a:r>
            <a:r>
              <a:rPr lang="en-US" altLang="zh-TW" sz="2800" cap="none" dirty="0">
                <a:latin typeface="Consolas" panose="020B0609020204030204" pitchFamily="49" charset="0"/>
              </a:rPr>
              <a:t>,</a:t>
            </a:r>
            <a:r>
              <a:rPr lang="zh-TW" altLang="en-US" sz="2800" cap="none" dirty="0">
                <a:latin typeface="Consolas" panose="020B0609020204030204" pitchFamily="49" charset="0"/>
              </a:rPr>
              <a:t>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'#'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 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'\n'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'\0'</a:t>
            </a:r>
          </a:p>
          <a:p>
            <a:pPr marL="0" indent="0">
              <a:buNone/>
            </a:pPr>
            <a:endParaRPr lang="en-US" altLang="zh-TW" sz="2800" cap="none" dirty="0"/>
          </a:p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雙引號用來放字串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"ABCD"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"#$%^"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"\n"</a:t>
            </a:r>
          </a:p>
        </p:txBody>
      </p:sp>
    </p:spTree>
    <p:extLst>
      <p:ext uri="{BB962C8B-B14F-4D97-AF65-F5344CB8AC3E}">
        <p14:creationId xmlns:p14="http://schemas.microsoft.com/office/powerpoint/2010/main" val="9751560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04A38EE-9D19-489C-B289-27CA14E1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79" y="1113335"/>
            <a:ext cx="6392046" cy="75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2260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dirty="0">
                <a:latin typeface="Consolas" panose="020B0609020204030204" pitchFamily="49" charset="0"/>
              </a:rPr>
              <a:t>main</a:t>
            </a:r>
            <a:r>
              <a:rPr lang="zh-TW" altLang="en-US" dirty="0">
                <a:latin typeface="Consolas" panose="020B0609020204030204" pitchFamily="49" charset="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582159"/>
            <a:ext cx="1836821" cy="1592047"/>
            <a:chOff x="3949357" y="3582159"/>
            <a:chExt cx="1836821" cy="15920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338378" y="358215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316300"/>
            <a:ext cx="1846080" cy="1577001"/>
            <a:chOff x="5776919" y="4316300"/>
            <a:chExt cx="1846080" cy="1577001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145513" y="431630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534803"/>
            <a:chOff x="2813370" y="4587242"/>
            <a:chExt cx="1402283" cy="534803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530550"/>
            <a:chOff x="4734114" y="5318161"/>
            <a:chExt cx="1285078" cy="530550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1796248" cy="768784"/>
            <a:chOff x="7668558" y="5479616"/>
            <a:chExt cx="1796248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4FC5DA-B2E7-4C6E-98B3-16792378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18D4A3-61B9-44C2-B234-622FE0117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49905"/>
            <a:ext cx="4561966" cy="438698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3200C4A-9DFA-47C7-B93F-01524E71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987" y="4015273"/>
            <a:ext cx="5735082" cy="65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16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97003F-668F-41CD-B588-64DD8265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230370"/>
            <a:ext cx="4497387" cy="412162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4C64A46-FA2A-479F-8204-9017150D5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824" y="3920830"/>
            <a:ext cx="6218840" cy="74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610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9C86C9B-29F7-4FF0-937E-152E6EE0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48447"/>
            <a:ext cx="4802187" cy="418990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91037D6-471E-4BEA-8232-286C344F0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9888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2D452F-F9C6-4BCB-9039-202188DD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F504D8-47BF-411F-B650-80D015FA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33607"/>
            <a:ext cx="3959976" cy="435710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C102D70-B3F8-4DF7-96FA-D8A53EDA1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84" y="406764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2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EC54DEF-DBCA-4D53-903C-3AD242BA6652}"/>
              </a:ext>
            </a:extLst>
          </p:cNvPr>
          <p:cNvSpPr txBox="1"/>
          <p:nvPr/>
        </p:nvSpPr>
        <p:spPr>
          <a:xfrm>
            <a:off x="2874606" y="3013501"/>
            <a:ext cx="6442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8000" dirty="0">
                <a:latin typeface="STHeiti TC" panose="02000000000000000000" pitchFamily="2" charset="-120"/>
                <a:ea typeface="STHeiti TC" panose="02000000000000000000" pitchFamily="2" charset="-120"/>
              </a:rPr>
              <a:t>上機 </a:t>
            </a:r>
            <a:r>
              <a:rPr lang="en-US" altLang="zh-TW" sz="8000" dirty="0">
                <a:latin typeface="Consolas" panose="020B0609020204030204" pitchFamily="49" charset="0"/>
                <a:ea typeface="STHeiti TC" panose="02000000000000000000" pitchFamily="2" charset="-120"/>
              </a:rPr>
              <a:t>GOGO!!!</a:t>
            </a:r>
            <a:endParaRPr lang="zh-TW" altLang="en-US" sz="8000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56309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4771</TotalTime>
  <Words>1473</Words>
  <Application>Microsoft Office PowerPoint</Application>
  <PresentationFormat>寬螢幕</PresentationFormat>
  <Paragraphs>351</Paragraphs>
  <Slides>71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71</vt:i4>
      </vt:variant>
    </vt:vector>
  </HeadingPairs>
  <TitlesOfParts>
    <vt:vector size="77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While 迴圈</vt:lpstr>
      <vt:lpstr>While 迴圈 – 範例</vt:lpstr>
      <vt:lpstr>For 迴圈</vt:lpstr>
      <vt:lpstr>For 迴圈執行順序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單引號 ' 與雙引號 "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指標 – 範例</vt:lpstr>
      <vt:lpstr>指標 &amp; 函式</vt:lpstr>
      <vt:lpstr>指標 &amp; 函式 範例</vt:lpstr>
      <vt:lpstr>指標 &amp; 函式 範例</vt:lpstr>
      <vt:lpstr>指標 &amp; 函式 範例</vt:lpstr>
      <vt:lpstr>指標 &amp; 函式 範例</vt:lpstr>
      <vt:lpstr>PowerPoint 簡報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100</cp:revision>
  <dcterms:created xsi:type="dcterms:W3CDTF">2023-04-22T11:49:35Z</dcterms:created>
  <dcterms:modified xsi:type="dcterms:W3CDTF">2023-07-19T06:55:02Z</dcterms:modified>
</cp:coreProperties>
</file>