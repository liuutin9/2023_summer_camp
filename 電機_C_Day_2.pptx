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13" r:id="rId6"/>
    <p:sldId id="314" r:id="rId7"/>
    <p:sldId id="315" r:id="rId8"/>
    <p:sldId id="316" r:id="rId9"/>
    <p:sldId id="317" r:id="rId10"/>
    <p:sldId id="319" r:id="rId11"/>
    <p:sldId id="318" r:id="rId12"/>
    <p:sldId id="320" r:id="rId13"/>
    <p:sldId id="326" r:id="rId14"/>
    <p:sldId id="258" r:id="rId15"/>
    <p:sldId id="287" r:id="rId16"/>
    <p:sldId id="295" r:id="rId17"/>
    <p:sldId id="257" r:id="rId18"/>
    <p:sldId id="259" r:id="rId19"/>
    <p:sldId id="278" r:id="rId20"/>
    <p:sldId id="260" r:id="rId21"/>
    <p:sldId id="262" r:id="rId22"/>
    <p:sldId id="289" r:id="rId23"/>
    <p:sldId id="288" r:id="rId24"/>
    <p:sldId id="264" r:id="rId25"/>
    <p:sldId id="327" r:id="rId26"/>
    <p:sldId id="328" r:id="rId27"/>
    <p:sldId id="266" r:id="rId28"/>
    <p:sldId id="267" r:id="rId29"/>
    <p:sldId id="268" r:id="rId30"/>
    <p:sldId id="291" r:id="rId31"/>
    <p:sldId id="269" r:id="rId32"/>
    <p:sldId id="271" r:id="rId33"/>
    <p:sldId id="272" r:id="rId34"/>
    <p:sldId id="273" r:id="rId35"/>
    <p:sldId id="274" r:id="rId36"/>
    <p:sldId id="292" r:id="rId37"/>
    <p:sldId id="296" r:id="rId38"/>
    <p:sldId id="297" r:id="rId39"/>
    <p:sldId id="300" r:id="rId40"/>
    <p:sldId id="298" r:id="rId41"/>
    <p:sldId id="299" r:id="rId42"/>
    <p:sldId id="301" r:id="rId43"/>
    <p:sldId id="303" r:id="rId44"/>
    <p:sldId id="304" r:id="rId45"/>
    <p:sldId id="305" r:id="rId46"/>
    <p:sldId id="306" r:id="rId47"/>
    <p:sldId id="307" r:id="rId48"/>
    <p:sldId id="310" r:id="rId49"/>
    <p:sldId id="308" r:id="rId50"/>
    <p:sldId id="311" r:id="rId51"/>
    <p:sldId id="302" r:id="rId52"/>
    <p:sldId id="279" r:id="rId53"/>
    <p:sldId id="280" r:id="rId54"/>
    <p:sldId id="321" r:id="rId55"/>
    <p:sldId id="281" r:id="rId56"/>
    <p:sldId id="282" r:id="rId57"/>
    <p:sldId id="284" r:id="rId58"/>
    <p:sldId id="285" r:id="rId59"/>
    <p:sldId id="324" r:id="rId60"/>
    <p:sldId id="322" r:id="rId61"/>
    <p:sldId id="323" r:id="rId62"/>
    <p:sldId id="325" r:id="rId63"/>
    <p:sldId id="286" r:id="rId64"/>
    <p:sldId id="277" r:id="rId65"/>
    <p:sldId id="290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modSld">
      <pc:chgData name="祐廷 劉" userId="55b9f2413b94badf" providerId="LiveId" clId="{5EA86210-9012-4E68-BCD1-7347BE0E642C}" dt="2023-07-10T16:18:30.997" v="4953"/>
      <pc:docMkLst>
        <pc:docMk/>
      </pc:docMkLst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6:14.424" v="23" actId="2711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7:31.213" v="3958" actId="2711"/>
          <ac:spMkLst>
            <pc:docMk/>
            <pc:sldMk cId="3124783487" sldId="281"/>
            <ac:spMk id="3" creationId="{0E5B272C-E588-4538-9F92-1CF0F1BBEA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10.609" v="4937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10T16:06:12.406" v="4559" actId="1076"/>
          <ac:spMkLst>
            <pc:docMk/>
            <pc:sldMk cId="773901686" sldId="326"/>
            <ac:spMk id="4" creationId="{EDF44081-F897-437F-9B5D-59B0333B8F93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2023/7/11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劉祐廷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1141413" y="3424989"/>
            <a:ext cx="20990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</a:p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</a:p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Cha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1676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</a:t>
            </a:r>
            <a:r>
              <a:rPr lang="en-US" altLang="zh-TW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不含空格以及換行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陣列名稱是陣列開頭的指標，故使用 </a:t>
            </a:r>
            <a:r>
              <a:rPr lang="en-US" altLang="zh-TW" cap="none" dirty="0" err="1">
                <a:latin typeface="Consolas" panose="020B0609020204030204" pitchFamily="49" charset="0"/>
                <a:ea typeface="STHeiti TC" panose="02000000000000000000" pitchFamily="2" charset="-120"/>
              </a:rPr>
              <a:t>scanf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的時候不需要加取址符號 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</a:p>
          <a:p>
            <a:pPr marL="0" indent="0">
              <a:buNone/>
            </a:pPr>
            <a:r>
              <a:rPr lang="en-US" altLang="zh-TW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Char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242614"/>
            <a:ext cx="4733093" cy="30057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506" y="4171586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874506" y="49730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Cha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dirty="0">
                <a:latin typeface="Consolas" panose="020B0609020204030204" pitchFamily="49" charset="0"/>
              </a:rPr>
              <a:t>main</a:t>
            </a:r>
            <a:r>
              <a:rPr lang="zh-TW" altLang="en-US" dirty="0">
                <a:latin typeface="Consolas" panose="020B0609020204030204" pitchFamily="49" charset="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582159"/>
            <a:ext cx="1836821" cy="1592047"/>
            <a:chOff x="3949357" y="3582159"/>
            <a:chExt cx="1836821" cy="15920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338378" y="358215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316300"/>
            <a:ext cx="1846080" cy="1577001"/>
            <a:chOff x="5776919" y="4316300"/>
            <a:chExt cx="1846080" cy="1577001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145513" y="431630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534803"/>
            <a:chOff x="2813370" y="4587242"/>
            <a:chExt cx="1402283" cy="534803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530550"/>
            <a:chOff x="4734114" y="5318161"/>
            <a:chExt cx="1285078" cy="530550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1796248" cy="768784"/>
            <a:chOff x="7668558" y="5479616"/>
            <a:chExt cx="1796248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0439831-5010-4C16-91D8-8BAB0FCFF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107" y="2121390"/>
            <a:ext cx="2957696" cy="4208498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BB40DCA-D1B4-4473-9227-70240643D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630" y="2121390"/>
            <a:ext cx="4111111" cy="420849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EA967881-5E0C-4231-B017-17A9AD831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4568" y="2121390"/>
            <a:ext cx="2072843" cy="420849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27347B1-5714-44CB-B72C-E372B844CDD6}"/>
              </a:ext>
            </a:extLst>
          </p:cNvPr>
          <p:cNvSpPr/>
          <p:nvPr/>
        </p:nvSpPr>
        <p:spPr>
          <a:xfrm>
            <a:off x="10651958" y="2646947"/>
            <a:ext cx="288758" cy="489285"/>
          </a:xfrm>
          <a:prstGeom prst="rect">
            <a:avLst/>
          </a:prstGeom>
          <a:solidFill>
            <a:srgbClr val="FFFF00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9944B2-2734-46BE-8A75-581CF142D175}"/>
              </a:ext>
            </a:extLst>
          </p:cNvPr>
          <p:cNvSpPr/>
          <p:nvPr/>
        </p:nvSpPr>
        <p:spPr>
          <a:xfrm>
            <a:off x="10659979" y="3718066"/>
            <a:ext cx="288758" cy="489285"/>
          </a:xfrm>
          <a:prstGeom prst="rect">
            <a:avLst/>
          </a:prstGeom>
          <a:solidFill>
            <a:srgbClr val="FFFF00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C1F87C7-B514-4210-B426-38B10A7DC073}"/>
              </a:ext>
            </a:extLst>
          </p:cNvPr>
          <p:cNvSpPr/>
          <p:nvPr/>
        </p:nvSpPr>
        <p:spPr>
          <a:xfrm>
            <a:off x="10659979" y="4761753"/>
            <a:ext cx="288758" cy="489285"/>
          </a:xfrm>
          <a:prstGeom prst="rect">
            <a:avLst/>
          </a:prstGeom>
          <a:solidFill>
            <a:srgbClr val="FFFF00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7BC5BAD-1A5C-4004-8030-4F67C1B250B4}"/>
              </a:ext>
            </a:extLst>
          </p:cNvPr>
          <p:cNvSpPr/>
          <p:nvPr/>
        </p:nvSpPr>
        <p:spPr>
          <a:xfrm>
            <a:off x="10659979" y="5776595"/>
            <a:ext cx="288758" cy="489285"/>
          </a:xfrm>
          <a:prstGeom prst="rect">
            <a:avLst/>
          </a:prstGeom>
          <a:solidFill>
            <a:srgbClr val="FFFF00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413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4699</TotalTime>
  <Words>1403</Words>
  <Application>Microsoft Office PowerPoint</Application>
  <PresentationFormat>寬螢幕</PresentationFormat>
  <Paragraphs>336</Paragraphs>
  <Slides>65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65</vt:i4>
      </vt:variant>
    </vt:vector>
  </HeadingPairs>
  <TitlesOfParts>
    <vt:vector size="71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While 迴圈</vt:lpstr>
      <vt:lpstr>While 迴圈 – 範例</vt:lpstr>
      <vt:lpstr>For 迴圈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指標 – 範例</vt:lpstr>
      <vt:lpstr>指標 &amp; 函式</vt:lpstr>
      <vt:lpstr>指標 &amp; 函式 範例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92</cp:revision>
  <dcterms:created xsi:type="dcterms:W3CDTF">2023-04-22T11:49:35Z</dcterms:created>
  <dcterms:modified xsi:type="dcterms:W3CDTF">2023-07-10T16:18:34Z</dcterms:modified>
</cp:coreProperties>
</file>