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93" r:id="rId3"/>
    <p:sldId id="294" r:id="rId4"/>
    <p:sldId id="312" r:id="rId5"/>
    <p:sldId id="339" r:id="rId6"/>
    <p:sldId id="313" r:id="rId7"/>
    <p:sldId id="314" r:id="rId8"/>
    <p:sldId id="315" r:id="rId9"/>
    <p:sldId id="336" r:id="rId10"/>
    <p:sldId id="316" r:id="rId11"/>
    <p:sldId id="337" r:id="rId12"/>
    <p:sldId id="317" r:id="rId13"/>
    <p:sldId id="319" r:id="rId14"/>
    <p:sldId id="318" r:id="rId15"/>
    <p:sldId id="320" r:id="rId16"/>
    <p:sldId id="326" r:id="rId17"/>
    <p:sldId id="258" r:id="rId18"/>
    <p:sldId id="287" r:id="rId19"/>
    <p:sldId id="295" r:id="rId20"/>
    <p:sldId id="257" r:id="rId21"/>
    <p:sldId id="259" r:id="rId22"/>
    <p:sldId id="278" r:id="rId23"/>
    <p:sldId id="260" r:id="rId24"/>
    <p:sldId id="262" r:id="rId25"/>
    <p:sldId id="289" r:id="rId26"/>
    <p:sldId id="288" r:id="rId27"/>
    <p:sldId id="264" r:id="rId28"/>
    <p:sldId id="327" r:id="rId29"/>
    <p:sldId id="328" r:id="rId30"/>
    <p:sldId id="334" r:id="rId31"/>
    <p:sldId id="266" r:id="rId32"/>
    <p:sldId id="267" r:id="rId33"/>
    <p:sldId id="268" r:id="rId34"/>
    <p:sldId id="291" r:id="rId35"/>
    <p:sldId id="269" r:id="rId36"/>
    <p:sldId id="271" r:id="rId37"/>
    <p:sldId id="272" r:id="rId38"/>
    <p:sldId id="273" r:id="rId39"/>
    <p:sldId id="274" r:id="rId40"/>
    <p:sldId id="292" r:id="rId41"/>
    <p:sldId id="296" r:id="rId42"/>
    <p:sldId id="297" r:id="rId43"/>
    <p:sldId id="300" r:id="rId44"/>
    <p:sldId id="298" r:id="rId45"/>
    <p:sldId id="299" r:id="rId46"/>
    <p:sldId id="301" r:id="rId47"/>
    <p:sldId id="303" r:id="rId48"/>
    <p:sldId id="304" r:id="rId49"/>
    <p:sldId id="305" r:id="rId50"/>
    <p:sldId id="306" r:id="rId51"/>
    <p:sldId id="307" r:id="rId52"/>
    <p:sldId id="310" r:id="rId53"/>
    <p:sldId id="308" r:id="rId54"/>
    <p:sldId id="311" r:id="rId55"/>
    <p:sldId id="302" r:id="rId56"/>
    <p:sldId id="279" r:id="rId57"/>
    <p:sldId id="280" r:id="rId58"/>
    <p:sldId id="338" r:id="rId59"/>
    <p:sldId id="321" r:id="rId60"/>
    <p:sldId id="281" r:id="rId61"/>
    <p:sldId id="329" r:id="rId62"/>
    <p:sldId id="330" r:id="rId63"/>
    <p:sldId id="332" r:id="rId64"/>
    <p:sldId id="331" r:id="rId65"/>
    <p:sldId id="333" r:id="rId66"/>
    <p:sldId id="284" r:id="rId67"/>
    <p:sldId id="285" r:id="rId68"/>
    <p:sldId id="324" r:id="rId69"/>
    <p:sldId id="322" r:id="rId70"/>
    <p:sldId id="323" r:id="rId71"/>
    <p:sldId id="325" r:id="rId72"/>
    <p:sldId id="286" r:id="rId73"/>
    <p:sldId id="277" r:id="rId74"/>
    <p:sldId id="290" r:id="rId7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84" d="100"/>
          <a:sy n="84" d="100"/>
        </p:scale>
        <p:origin x="51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祐廷 劉" userId="55b9f2413b94badf" providerId="LiveId" clId="{FAE82E77-E966-4517-B31B-C9DB4C5134D8}"/>
    <pc:docChg chg="undo redo custSel addSld delSld modSld">
      <pc:chgData name="祐廷 劉" userId="55b9f2413b94badf" providerId="LiveId" clId="{FAE82E77-E966-4517-B31B-C9DB4C5134D8}" dt="2023-04-22T16:17:31.323" v="972" actId="478"/>
      <pc:docMkLst>
        <pc:docMk/>
      </pc:docMkLst>
      <pc:sldChg chg="modSp mod">
        <pc:chgData name="祐廷 劉" userId="55b9f2413b94badf" providerId="LiveId" clId="{FAE82E77-E966-4517-B31B-C9DB4C5134D8}" dt="2023-04-22T15:58:28.649" v="511" actId="20577"/>
        <pc:sldMkLst>
          <pc:docMk/>
          <pc:sldMk cId="2439948278" sldId="256"/>
        </pc:sldMkLst>
        <pc:spChg chg="mod">
          <ac:chgData name="祐廷 劉" userId="55b9f2413b94badf" providerId="LiveId" clId="{FAE82E77-E966-4517-B31B-C9DB4C5134D8}" dt="2023-04-22T15:58:21.606" v="49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5:58:28.649" v="511" actId="20577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7:48.485" v="456" actId="255"/>
        <pc:sldMkLst>
          <pc:docMk/>
          <pc:sldMk cId="4268384832" sldId="257"/>
        </pc:sldMkLst>
        <pc:spChg chg="mod">
          <ac:chgData name="祐廷 劉" userId="55b9f2413b94badf" providerId="LiveId" clId="{FAE82E77-E966-4517-B31B-C9DB4C5134D8}" dt="2023-04-22T15:57:48.485" v="456" actId="255"/>
          <ac:spMkLst>
            <pc:docMk/>
            <pc:sldMk cId="4268384832" sldId="257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6:03:48.827" v="623" actId="20577"/>
        <pc:sldMkLst>
          <pc:docMk/>
          <pc:sldMk cId="1688687825" sldId="258"/>
        </pc:sldMkLst>
        <pc:spChg chg="mod">
          <ac:chgData name="祐廷 劉" userId="55b9f2413b94badf" providerId="LiveId" clId="{FAE82E77-E966-4517-B31B-C9DB4C5134D8}" dt="2023-04-22T16:03:48.827" v="623" actId="20577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9:00.668" v="517" actId="20577"/>
        <pc:sldMkLst>
          <pc:docMk/>
          <pc:sldMk cId="3033534473" sldId="259"/>
        </pc:sldMkLst>
        <pc:spChg chg="mod">
          <ac:chgData name="祐廷 劉" userId="55b9f2413b94badf" providerId="LiveId" clId="{FAE82E77-E966-4517-B31B-C9DB4C5134D8}" dt="2023-04-22T15:59:00.668" v="517" actId="2057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4:00.145" v="421" actId="255"/>
        <pc:sldMkLst>
          <pc:docMk/>
          <pc:sldMk cId="2304028743" sldId="260"/>
        </pc:sldMkLst>
        <pc:spChg chg="mod">
          <ac:chgData name="祐廷 劉" userId="55b9f2413b94badf" providerId="LiveId" clId="{FAE82E77-E966-4517-B31B-C9DB4C5134D8}" dt="2023-04-22T15:54:00.145" v="421" actId="255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29:21.002" v="205" actId="20577"/>
        <pc:sldMkLst>
          <pc:docMk/>
          <pc:sldMk cId="3881002959" sldId="262"/>
        </pc:sldMkLst>
        <pc:spChg chg="mod">
          <ac:chgData name="祐廷 劉" userId="55b9f2413b94badf" providerId="LiveId" clId="{FAE82E77-E966-4517-B31B-C9DB4C5134D8}" dt="2023-04-22T15:29:21.002" v="205" actId="20577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FAE82E77-E966-4517-B31B-C9DB4C5134D8}" dt="2023-04-22T15:53:36.134" v="417" actId="20577"/>
        <pc:sldMkLst>
          <pc:docMk/>
          <pc:sldMk cId="2864515312" sldId="263"/>
        </pc:sldMkLst>
        <pc:spChg chg="mod">
          <ac:chgData name="祐廷 劉" userId="55b9f2413b94badf" providerId="LiveId" clId="{FAE82E77-E966-4517-B31B-C9DB4C5134D8}" dt="2023-04-22T15:53:36.134" v="417" actId="20577"/>
          <ac:spMkLst>
            <pc:docMk/>
            <pc:sldMk cId="2864515312" sldId="263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9:15.591" v="519" actId="113"/>
        <pc:sldMkLst>
          <pc:docMk/>
          <pc:sldMk cId="672116585" sldId="264"/>
        </pc:sldMkLst>
        <pc:spChg chg="mod">
          <ac:chgData name="祐廷 劉" userId="55b9f2413b94badf" providerId="LiveId" clId="{FAE82E77-E966-4517-B31B-C9DB4C5134D8}" dt="2023-04-22T15:59:15.591" v="519" actId="113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FAE82E77-E966-4517-B31B-C9DB4C5134D8}" dt="2023-04-22T16:00:55.704" v="539" actId="1076"/>
        <pc:sldMkLst>
          <pc:docMk/>
          <pc:sldMk cId="593513117" sldId="266"/>
        </pc:sldMkLst>
        <pc:spChg chg="mod">
          <ac:chgData name="祐廷 劉" userId="55b9f2413b94badf" providerId="LiveId" clId="{FAE82E77-E966-4517-B31B-C9DB4C5134D8}" dt="2023-04-22T16:00:46.007" v="537" actId="5793"/>
          <ac:spMkLst>
            <pc:docMk/>
            <pc:sldMk cId="593513117" sldId="266"/>
            <ac:spMk id="3" creationId="{061B9E1D-3BE2-49AA-9338-D8B135E76119}"/>
          </ac:spMkLst>
        </pc:spChg>
        <pc:picChg chg="mod">
          <ac:chgData name="祐廷 劉" userId="55b9f2413b94badf" providerId="LiveId" clId="{FAE82E77-E966-4517-B31B-C9DB4C5134D8}" dt="2023-04-22T16:00:52.394" v="538" actId="1076"/>
          <ac:picMkLst>
            <pc:docMk/>
            <pc:sldMk cId="593513117" sldId="266"/>
            <ac:picMk id="5" creationId="{7F678122-11A5-4A03-AA79-38476905298C}"/>
          </ac:picMkLst>
        </pc:picChg>
        <pc:picChg chg="mod">
          <ac:chgData name="祐廷 劉" userId="55b9f2413b94badf" providerId="LiveId" clId="{FAE82E77-E966-4517-B31B-C9DB4C5134D8}" dt="2023-04-22T16:00:55.704" v="539" actId="1076"/>
          <ac:picMkLst>
            <pc:docMk/>
            <pc:sldMk cId="593513117" sldId="266"/>
            <ac:picMk id="7" creationId="{32B08B26-05B7-44B0-A9E8-2439B038F55D}"/>
          </ac:picMkLst>
        </pc:picChg>
      </pc:sldChg>
      <pc:sldChg chg="modSp mod">
        <pc:chgData name="祐廷 劉" userId="55b9f2413b94badf" providerId="LiveId" clId="{FAE82E77-E966-4517-B31B-C9DB4C5134D8}" dt="2023-04-22T16:03:28.947" v="609" actId="20577"/>
        <pc:sldMkLst>
          <pc:docMk/>
          <pc:sldMk cId="3963719163" sldId="267"/>
        </pc:sldMkLst>
        <pc:spChg chg="mod">
          <ac:chgData name="祐廷 劉" userId="55b9f2413b94badf" providerId="LiveId" clId="{FAE82E77-E966-4517-B31B-C9DB4C5134D8}" dt="2023-04-22T16:03:28.947" v="609" actId="20577"/>
          <ac:spMkLst>
            <pc:docMk/>
            <pc:sldMk cId="3963719163" sldId="267"/>
            <ac:spMk id="3" creationId="{B2631129-228D-401D-83D2-17746602C315}"/>
          </ac:spMkLst>
        </pc:spChg>
      </pc:sldChg>
      <pc:sldChg chg="addSp delSp modSp mod">
        <pc:chgData name="祐廷 劉" userId="55b9f2413b94badf" providerId="LiveId" clId="{FAE82E77-E966-4517-B31B-C9DB4C5134D8}" dt="2023-04-22T14:58:06.687" v="25" actId="1076"/>
        <pc:sldMkLst>
          <pc:docMk/>
          <pc:sldMk cId="8053510" sldId="269"/>
        </pc:sldMkLst>
        <pc:picChg chg="del">
          <ac:chgData name="祐廷 劉" userId="55b9f2413b94badf" providerId="LiveId" clId="{FAE82E77-E966-4517-B31B-C9DB4C5134D8}" dt="2023-04-22T14:56:44.509" v="16" actId="478"/>
          <ac:picMkLst>
            <pc:docMk/>
            <pc:sldMk cId="8053510" sldId="269"/>
            <ac:picMk id="7" creationId="{B60EB933-0DA3-423E-87FD-0D50B6C44A58}"/>
          </ac:picMkLst>
        </pc:picChg>
        <pc:picChg chg="del">
          <ac:chgData name="祐廷 劉" userId="55b9f2413b94badf" providerId="LiveId" clId="{FAE82E77-E966-4517-B31B-C9DB4C5134D8}" dt="2023-04-22T14:56:46.782" v="17" actId="478"/>
          <ac:picMkLst>
            <pc:docMk/>
            <pc:sldMk cId="8053510" sldId="269"/>
            <ac:picMk id="9" creationId="{54353B1F-998D-4BB2-8C6C-C37FD07D9A90}"/>
          </ac:picMkLst>
        </pc:picChg>
        <pc:picChg chg="add mod">
          <ac:chgData name="祐廷 劉" userId="55b9f2413b94badf" providerId="LiveId" clId="{FAE82E77-E966-4517-B31B-C9DB4C5134D8}" dt="2023-04-22T14:56:56.467" v="21" actId="1076"/>
          <ac:picMkLst>
            <pc:docMk/>
            <pc:sldMk cId="8053510" sldId="269"/>
            <ac:picMk id="11" creationId="{70439831-5010-4C16-91D8-8BAB0FCFFA14}"/>
          </ac:picMkLst>
        </pc:picChg>
        <pc:picChg chg="add mod">
          <ac:chgData name="祐廷 劉" userId="55b9f2413b94badf" providerId="LiveId" clId="{FAE82E77-E966-4517-B31B-C9DB4C5134D8}" dt="2023-04-22T14:58:06.687" v="25" actId="1076"/>
          <ac:picMkLst>
            <pc:docMk/>
            <pc:sldMk cId="8053510" sldId="269"/>
            <ac:picMk id="13" creationId="{0BB40DCA-D1B4-4473-9227-70240643DEBE}"/>
          </ac:picMkLst>
        </pc:picChg>
      </pc:sldChg>
      <pc:sldChg chg="addSp delSp modSp add mod">
        <pc:chgData name="祐廷 劉" userId="55b9f2413b94badf" providerId="LiveId" clId="{FAE82E77-E966-4517-B31B-C9DB4C5134D8}" dt="2023-04-22T14:48:26.288" v="15" actId="1076"/>
        <pc:sldMkLst>
          <pc:docMk/>
          <pc:sldMk cId="2751198659" sldId="272"/>
        </pc:sldMkLst>
        <pc:picChg chg="add del mod">
          <ac:chgData name="祐廷 劉" userId="55b9f2413b94badf" providerId="LiveId" clId="{FAE82E77-E966-4517-B31B-C9DB4C5134D8}" dt="2023-04-22T14:47:39.391" v="8" actId="478"/>
          <ac:picMkLst>
            <pc:docMk/>
            <pc:sldMk cId="2751198659" sldId="272"/>
            <ac:picMk id="4" creationId="{DE0DA708-843F-4D0A-BA0D-81E8E4ADEDE3}"/>
          </ac:picMkLst>
        </pc:picChg>
        <pc:picChg chg="del">
          <ac:chgData name="祐廷 劉" userId="55b9f2413b94badf" providerId="LiveId" clId="{FAE82E77-E966-4517-B31B-C9DB4C5134D8}" dt="2023-04-22T14:44:28.544" v="3" actId="478"/>
          <ac:picMkLst>
            <pc:docMk/>
            <pc:sldMk cId="2751198659" sldId="272"/>
            <ac:picMk id="5" creationId="{4BEBD9F9-C2D8-408F-956C-909D73910EA7}"/>
          </ac:picMkLst>
        </pc:picChg>
        <pc:picChg chg="del">
          <ac:chgData name="祐廷 劉" userId="55b9f2413b94badf" providerId="LiveId" clId="{FAE82E77-E966-4517-B31B-C9DB4C5134D8}" dt="2023-04-22T14:44:29.155" v="4" actId="478"/>
          <ac:picMkLst>
            <pc:docMk/>
            <pc:sldMk cId="2751198659" sldId="272"/>
            <ac:picMk id="7" creationId="{5969664E-2D07-4A14-9954-A489D301E58B}"/>
          </ac:picMkLst>
        </pc:picChg>
        <pc:picChg chg="add mod">
          <ac:chgData name="祐廷 劉" userId="55b9f2413b94badf" providerId="LiveId" clId="{FAE82E77-E966-4517-B31B-C9DB4C5134D8}" dt="2023-04-22T14:47:54.874" v="12" actId="1076"/>
          <ac:picMkLst>
            <pc:docMk/>
            <pc:sldMk cId="2751198659" sldId="272"/>
            <ac:picMk id="8" creationId="{85A0E612-F1CD-4B2D-AED1-6B61CC959FDD}"/>
          </ac:picMkLst>
        </pc:picChg>
        <pc:picChg chg="add mod">
          <ac:chgData name="祐廷 劉" userId="55b9f2413b94badf" providerId="LiveId" clId="{FAE82E77-E966-4517-B31B-C9DB4C5134D8}" dt="2023-04-22T14:48:26.288" v="15" actId="1076"/>
          <ac:picMkLst>
            <pc:docMk/>
            <pc:sldMk cId="2751198659" sldId="272"/>
            <ac:picMk id="10" creationId="{57BB33D1-AD1A-4B16-9385-9265A44292D7}"/>
          </ac:picMkLst>
        </pc:picChg>
      </pc:sldChg>
      <pc:sldChg chg="new del">
        <pc:chgData name="祐廷 劉" userId="55b9f2413b94badf" providerId="LiveId" clId="{FAE82E77-E966-4517-B31B-C9DB4C5134D8}" dt="2023-04-22T14:43:15.401" v="1" actId="47"/>
        <pc:sldMkLst>
          <pc:docMk/>
          <pc:sldMk cId="3487719790" sldId="272"/>
        </pc:sldMkLst>
      </pc:sldChg>
      <pc:sldChg chg="modSp add mod">
        <pc:chgData name="祐廷 劉" userId="55b9f2413b94badf" providerId="LiveId" clId="{FAE82E77-E966-4517-B31B-C9DB4C5134D8}" dt="2023-04-22T14:59:42.601" v="78" actId="20577"/>
        <pc:sldMkLst>
          <pc:docMk/>
          <pc:sldMk cId="3255012270" sldId="273"/>
        </pc:sldMkLst>
        <pc:spChg chg="mod">
          <ac:chgData name="祐廷 劉" userId="55b9f2413b94badf" providerId="LiveId" clId="{FAE82E77-E966-4517-B31B-C9DB4C5134D8}" dt="2023-04-22T14:59:24.767" v="48" actId="20577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4:59:42.601" v="78" actId="20577"/>
          <ac:spMkLst>
            <pc:docMk/>
            <pc:sldMk cId="3255012270" sldId="273"/>
            <ac:spMk id="3" creationId="{B2631129-228D-401D-83D2-17746602C315}"/>
          </ac:spMkLst>
        </pc:spChg>
      </pc:sldChg>
      <pc:sldChg chg="new del">
        <pc:chgData name="祐廷 劉" userId="55b9f2413b94badf" providerId="LiveId" clId="{FAE82E77-E966-4517-B31B-C9DB4C5134D8}" dt="2023-04-22T14:59:04.144" v="27" actId="47"/>
        <pc:sldMkLst>
          <pc:docMk/>
          <pc:sldMk cId="4287791276" sldId="273"/>
        </pc:sldMkLst>
      </pc:sldChg>
      <pc:sldChg chg="addSp delSp modSp new mod">
        <pc:chgData name="祐廷 劉" userId="55b9f2413b94badf" providerId="LiveId" clId="{FAE82E77-E966-4517-B31B-C9DB4C5134D8}" dt="2023-04-22T15:46:00.223" v="370" actId="1076"/>
        <pc:sldMkLst>
          <pc:docMk/>
          <pc:sldMk cId="1316587971" sldId="274"/>
        </pc:sldMkLst>
        <pc:spChg chg="mod">
          <ac:chgData name="祐廷 劉" userId="55b9f2413b94badf" providerId="LiveId" clId="{FAE82E77-E966-4517-B31B-C9DB4C5134D8}" dt="2023-04-22T14:59:58.416" v="94" actId="20577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FAE82E77-E966-4517-B31B-C9DB4C5134D8}" dt="2023-04-22T15:00:33.832" v="143" actId="20577"/>
          <ac:spMkLst>
            <pc:docMk/>
            <pc:sldMk cId="1316587971" sldId="274"/>
            <ac:spMk id="3" creationId="{1A6E9D2E-8F06-488F-A6E5-FB21C03C7AC7}"/>
          </ac:spMkLst>
        </pc:spChg>
        <pc:spChg chg="add mod">
          <ac:chgData name="祐廷 劉" userId="55b9f2413b94badf" providerId="LiveId" clId="{FAE82E77-E966-4517-B31B-C9DB4C5134D8}" dt="2023-04-22T15:42:58.697" v="274" actId="20577"/>
          <ac:spMkLst>
            <pc:docMk/>
            <pc:sldMk cId="1316587971" sldId="274"/>
            <ac:spMk id="4" creationId="{75E1A584-AD4E-4217-96B1-46B976CE84A4}"/>
          </ac:spMkLst>
        </pc:spChg>
        <pc:spChg chg="add mod">
          <ac:chgData name="祐廷 劉" userId="55b9f2413b94badf" providerId="LiveId" clId="{FAE82E77-E966-4517-B31B-C9DB4C5134D8}" dt="2023-04-22T15:43:04.896" v="283" actId="20577"/>
          <ac:spMkLst>
            <pc:docMk/>
            <pc:sldMk cId="1316587971" sldId="274"/>
            <ac:spMk id="5" creationId="{848FE28D-8B9C-473F-810C-2C9E48A70F68}"/>
          </ac:spMkLst>
        </pc:spChg>
        <pc:spChg chg="add mod">
          <ac:chgData name="祐廷 劉" userId="55b9f2413b94badf" providerId="LiveId" clId="{FAE82E77-E966-4517-B31B-C9DB4C5134D8}" dt="2023-04-22T15:43:13.728" v="292" actId="20577"/>
          <ac:spMkLst>
            <pc:docMk/>
            <pc:sldMk cId="1316587971" sldId="274"/>
            <ac:spMk id="6" creationId="{9BCD5172-DCF5-4505-9E3E-144EEC192B28}"/>
          </ac:spMkLst>
        </pc:spChg>
        <pc:spChg chg="add mod">
          <ac:chgData name="祐廷 劉" userId="55b9f2413b94badf" providerId="LiveId" clId="{FAE82E77-E966-4517-B31B-C9DB4C5134D8}" dt="2023-04-22T15:30:41.426" v="213" actId="688"/>
          <ac:spMkLst>
            <pc:docMk/>
            <pc:sldMk cId="1316587971" sldId="274"/>
            <ac:spMk id="7" creationId="{A7150539-314E-4D80-A3CB-B9D9D4E6114A}"/>
          </ac:spMkLst>
        </pc:spChg>
        <pc:spChg chg="add mod">
          <ac:chgData name="祐廷 劉" userId="55b9f2413b94badf" providerId="LiveId" clId="{FAE82E77-E966-4517-B31B-C9DB4C5134D8}" dt="2023-04-22T15:30:48.394" v="215" actId="1076"/>
          <ac:spMkLst>
            <pc:docMk/>
            <pc:sldMk cId="1316587971" sldId="274"/>
            <ac:spMk id="8" creationId="{069AB269-5848-47C1-9733-FFFA8BAC5AAE}"/>
          </ac:spMkLst>
        </pc:spChg>
        <pc:spChg chg="add mod">
          <ac:chgData name="祐廷 劉" userId="55b9f2413b94badf" providerId="LiveId" clId="{FAE82E77-E966-4517-B31B-C9DB4C5134D8}" dt="2023-04-22T15:31:01.456" v="221" actId="1076"/>
          <ac:spMkLst>
            <pc:docMk/>
            <pc:sldMk cId="1316587971" sldId="274"/>
            <ac:spMk id="9" creationId="{8EF4FF62-FC10-43CD-9FF3-C4C796F2BD84}"/>
          </ac:spMkLst>
        </pc:spChg>
        <pc:spChg chg="add del mod">
          <ac:chgData name="祐廷 劉" userId="55b9f2413b94badf" providerId="LiveId" clId="{FAE82E77-E966-4517-B31B-C9DB4C5134D8}" dt="2023-04-22T15:30:51.626" v="218"/>
          <ac:spMkLst>
            <pc:docMk/>
            <pc:sldMk cId="1316587971" sldId="274"/>
            <ac:spMk id="10" creationId="{5E22735A-CDDF-4FC8-93E2-8CC713F41C84}"/>
          </ac:spMkLst>
        </pc:spChg>
        <pc:spChg chg="add mod">
          <ac:chgData name="祐廷 劉" userId="55b9f2413b94badf" providerId="LiveId" clId="{FAE82E77-E966-4517-B31B-C9DB4C5134D8}" dt="2023-04-22T15:31:09.069" v="223" actId="1076"/>
          <ac:spMkLst>
            <pc:docMk/>
            <pc:sldMk cId="1316587971" sldId="274"/>
            <ac:spMk id="11" creationId="{953A6FCA-6030-4D2A-A774-B28BE1F544B8}"/>
          </ac:spMkLst>
        </pc:spChg>
        <pc:spChg chg="add mod">
          <ac:chgData name="祐廷 劉" userId="55b9f2413b94badf" providerId="LiveId" clId="{FAE82E77-E966-4517-B31B-C9DB4C5134D8}" dt="2023-04-22T15:42:10.569" v="253" actId="1076"/>
          <ac:spMkLst>
            <pc:docMk/>
            <pc:sldMk cId="1316587971" sldId="274"/>
            <ac:spMk id="12" creationId="{05A72444-7CF2-4523-9A69-38DA227511D8}"/>
          </ac:spMkLst>
        </pc:spChg>
        <pc:spChg chg="add mod">
          <ac:chgData name="祐廷 劉" userId="55b9f2413b94badf" providerId="LiveId" clId="{FAE82E77-E966-4517-B31B-C9DB4C5134D8}" dt="2023-04-22T15:42:16.627" v="255" actId="1076"/>
          <ac:spMkLst>
            <pc:docMk/>
            <pc:sldMk cId="1316587971" sldId="274"/>
            <ac:spMk id="13" creationId="{4C736AAA-7CF8-4713-9137-98A7CC1F157F}"/>
          </ac:spMkLst>
        </pc:spChg>
        <pc:spChg chg="add mod">
          <ac:chgData name="祐廷 劉" userId="55b9f2413b94badf" providerId="LiveId" clId="{FAE82E77-E966-4517-B31B-C9DB4C5134D8}" dt="2023-04-22T15:42:31.713" v="263" actId="1076"/>
          <ac:spMkLst>
            <pc:docMk/>
            <pc:sldMk cId="1316587971" sldId="274"/>
            <ac:spMk id="14" creationId="{B4B64A92-2B2C-4F2F-92DA-9D3759462535}"/>
          </ac:spMkLst>
        </pc:spChg>
        <pc:spChg chg="add mod">
          <ac:chgData name="祐廷 劉" userId="55b9f2413b94badf" providerId="LiveId" clId="{FAE82E77-E966-4517-B31B-C9DB4C5134D8}" dt="2023-04-22T15:42:38.558" v="265" actId="1076"/>
          <ac:spMkLst>
            <pc:docMk/>
            <pc:sldMk cId="1316587971" sldId="274"/>
            <ac:spMk id="15" creationId="{D562A568-2A06-4D3D-B404-1F818C65E59B}"/>
          </ac:spMkLst>
        </pc:spChg>
        <pc:spChg chg="add mod">
          <ac:chgData name="祐廷 劉" userId="55b9f2413b94badf" providerId="LiveId" clId="{FAE82E77-E966-4517-B31B-C9DB4C5134D8}" dt="2023-04-22T15:43:28.101" v="294" actId="1076"/>
          <ac:spMkLst>
            <pc:docMk/>
            <pc:sldMk cId="1316587971" sldId="274"/>
            <ac:spMk id="16" creationId="{93F0582A-72C3-43E5-9BB8-A53AAE355755}"/>
          </ac:spMkLst>
        </pc:spChg>
        <pc:spChg chg="add mod">
          <ac:chgData name="祐廷 劉" userId="55b9f2413b94badf" providerId="LiveId" clId="{FAE82E77-E966-4517-B31B-C9DB4C5134D8}" dt="2023-04-22T15:44:15.985" v="313" actId="1076"/>
          <ac:spMkLst>
            <pc:docMk/>
            <pc:sldMk cId="1316587971" sldId="274"/>
            <ac:spMk id="17" creationId="{7A77FBA3-15CD-4469-A389-92D7BEF66CB1}"/>
          </ac:spMkLst>
        </pc:spChg>
        <pc:spChg chg="add del">
          <ac:chgData name="祐廷 劉" userId="55b9f2413b94badf" providerId="LiveId" clId="{FAE82E77-E966-4517-B31B-C9DB4C5134D8}" dt="2023-04-22T15:44:37.270" v="315" actId="478"/>
          <ac:spMkLst>
            <pc:docMk/>
            <pc:sldMk cId="1316587971" sldId="274"/>
            <ac:spMk id="18" creationId="{FF9F1880-4BE5-493A-BD91-E6F31AE0D199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19" creationId="{7E7495BB-40BA-4AD3-88A1-4FC50BA48135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20" creationId="{BAAA8F5F-78A1-4341-839F-D74119B9A5AD}"/>
          </ac:spMkLst>
        </pc:spChg>
        <pc:grpChg chg="add mod">
          <ac:chgData name="祐廷 劉" userId="55b9f2413b94badf" providerId="LiveId" clId="{FAE82E77-E966-4517-B31B-C9DB4C5134D8}" dt="2023-04-22T15:46:00.223" v="370" actId="1076"/>
          <ac:grpSpMkLst>
            <pc:docMk/>
            <pc:sldMk cId="1316587971" sldId="274"/>
            <ac:grpSpMk id="21" creationId="{385602CB-4A95-46D8-AEE4-E0F60069BF63}"/>
          </ac:grpSpMkLst>
        </pc:grpChg>
      </pc:sldChg>
      <pc:sldChg chg="new del">
        <pc:chgData name="祐廷 劉" userId="55b9f2413b94badf" providerId="LiveId" clId="{FAE82E77-E966-4517-B31B-C9DB4C5134D8}" dt="2023-04-22T15:00:46.404" v="146" actId="47"/>
        <pc:sldMkLst>
          <pc:docMk/>
          <pc:sldMk cId="361309165" sldId="275"/>
        </pc:sldMkLst>
      </pc:sldChg>
      <pc:sldChg chg="addSp delSp modSp add mod">
        <pc:chgData name="祐廷 劉" userId="55b9f2413b94badf" providerId="LiveId" clId="{FAE82E77-E966-4517-B31B-C9DB4C5134D8}" dt="2023-04-22T15:17:14.315" v="185" actId="1076"/>
        <pc:sldMkLst>
          <pc:docMk/>
          <pc:sldMk cId="4165867379" sldId="276"/>
        </pc:sldMkLst>
        <pc:spChg chg="mod">
          <ac:chgData name="祐廷 劉" userId="55b9f2413b94badf" providerId="LiveId" clId="{FAE82E77-E966-4517-B31B-C9DB4C5134D8}" dt="2023-04-22T15:03:02.001" v="170"/>
          <ac:spMkLst>
            <pc:docMk/>
            <pc:sldMk cId="4165867379" sldId="276"/>
            <ac:spMk id="2" creationId="{A2F40727-A2E0-4DFE-BAAE-1DB58A855993}"/>
          </ac:spMkLst>
        </pc:spChg>
        <pc:spChg chg="del mod">
          <ac:chgData name="祐廷 劉" userId="55b9f2413b94badf" providerId="LiveId" clId="{FAE82E77-E966-4517-B31B-C9DB4C5134D8}" dt="2023-04-22T15:09:02.922" v="173" actId="478"/>
          <ac:spMkLst>
            <pc:docMk/>
            <pc:sldMk cId="4165867379" sldId="276"/>
            <ac:spMk id="3" creationId="{1A6E9D2E-8F06-488F-A6E5-FB21C03C7AC7}"/>
          </ac:spMkLst>
        </pc:spChg>
        <pc:picChg chg="add mod">
          <ac:chgData name="祐廷 劉" userId="55b9f2413b94badf" providerId="LiveId" clId="{FAE82E77-E966-4517-B31B-C9DB4C5134D8}" dt="2023-04-22T15:09:23.322" v="179" actId="1076"/>
          <ac:picMkLst>
            <pc:docMk/>
            <pc:sldMk cId="4165867379" sldId="276"/>
            <ac:picMk id="5" creationId="{AFC7194C-DD38-4917-BCB4-ACCE5C1D066E}"/>
          </ac:picMkLst>
        </pc:picChg>
        <pc:picChg chg="add mod">
          <ac:chgData name="祐廷 劉" userId="55b9f2413b94badf" providerId="LiveId" clId="{FAE82E77-E966-4517-B31B-C9DB4C5134D8}" dt="2023-04-22T15:17:14.315" v="185" actId="1076"/>
          <ac:picMkLst>
            <pc:docMk/>
            <pc:sldMk cId="4165867379" sldId="276"/>
            <ac:picMk id="9" creationId="{7E7887C0-67CA-4A8E-A9C1-D40D2329732F}"/>
          </ac:picMkLst>
        </pc:picChg>
        <pc:cxnChg chg="add del">
          <ac:chgData name="祐廷 劉" userId="55b9f2413b94badf" providerId="LiveId" clId="{FAE82E77-E966-4517-B31B-C9DB4C5134D8}" dt="2023-04-22T15:13:46.029" v="181" actId="11529"/>
          <ac:cxnSpMkLst>
            <pc:docMk/>
            <pc:sldMk cId="4165867379" sldId="276"/>
            <ac:cxnSpMk id="7" creationId="{B41A0CD6-2DFC-4C9E-9B84-99E629F8E96B}"/>
          </ac:cxnSpMkLst>
        </pc:cxnChg>
      </pc:sldChg>
      <pc:sldChg chg="addSp delSp modSp new mod">
        <pc:chgData name="祐廷 劉" userId="55b9f2413b94badf" providerId="LiveId" clId="{FAE82E77-E966-4517-B31B-C9DB4C5134D8}" dt="2023-04-22T15:29:30.062" v="206"/>
        <pc:sldMkLst>
          <pc:docMk/>
          <pc:sldMk cId="741772491" sldId="277"/>
        </pc:sldMkLst>
        <pc:spChg chg="mod">
          <ac:chgData name="祐廷 劉" userId="55b9f2413b94badf" providerId="LiveId" clId="{FAE82E77-E966-4517-B31B-C9DB4C5134D8}" dt="2023-04-22T15:29:30.062" v="206"/>
          <ac:spMkLst>
            <pc:docMk/>
            <pc:sldMk cId="741772491" sldId="277"/>
            <ac:spMk id="2" creationId="{F9E8DE3B-0212-4177-999F-ABB3CDCB4791}"/>
          </ac:spMkLst>
        </pc:spChg>
        <pc:spChg chg="del">
          <ac:chgData name="祐廷 劉" userId="55b9f2413b94badf" providerId="LiveId" clId="{FAE82E77-E966-4517-B31B-C9DB4C5134D8}" dt="2023-04-22T15:27:42.803" v="187" actId="478"/>
          <ac:spMkLst>
            <pc:docMk/>
            <pc:sldMk cId="741772491" sldId="277"/>
            <ac:spMk id="3" creationId="{A4966A35-EDB9-4493-BE37-D9817E184BF4}"/>
          </ac:spMkLst>
        </pc:spChg>
        <pc:picChg chg="add mod">
          <ac:chgData name="祐廷 劉" userId="55b9f2413b94badf" providerId="LiveId" clId="{FAE82E77-E966-4517-B31B-C9DB4C5134D8}" dt="2023-04-22T15:27:47.502" v="189" actId="1076"/>
          <ac:picMkLst>
            <pc:docMk/>
            <pc:sldMk cId="741772491" sldId="277"/>
            <ac:picMk id="5" creationId="{9FD44C33-3EA6-4F1B-9E3A-22CAE5A5DAB3}"/>
          </ac:picMkLst>
        </pc:picChg>
        <pc:picChg chg="add mod">
          <ac:chgData name="祐廷 劉" userId="55b9f2413b94badf" providerId="LiveId" clId="{FAE82E77-E966-4517-B31B-C9DB4C5134D8}" dt="2023-04-22T15:28:37.136" v="194" actId="1076"/>
          <ac:picMkLst>
            <pc:docMk/>
            <pc:sldMk cId="741772491" sldId="277"/>
            <ac:picMk id="7" creationId="{FA30FFDD-97D2-4910-ABD5-194BE4F51A4F}"/>
          </ac:picMkLst>
        </pc:picChg>
      </pc:sldChg>
      <pc:sldChg chg="addSp delSp modSp new mod">
        <pc:chgData name="祐廷 劉" userId="55b9f2413b94badf" providerId="LiveId" clId="{FAE82E77-E966-4517-B31B-C9DB4C5134D8}" dt="2023-04-22T15:50:08.031" v="392" actId="20577"/>
        <pc:sldMkLst>
          <pc:docMk/>
          <pc:sldMk cId="4222768340" sldId="278"/>
        </pc:sldMkLst>
        <pc:spChg chg="mod">
          <ac:chgData name="祐廷 劉" userId="55b9f2413b94badf" providerId="LiveId" clId="{FAE82E77-E966-4517-B31B-C9DB4C5134D8}" dt="2023-04-22T15:50:08.031" v="392" actId="20577"/>
          <ac:spMkLst>
            <pc:docMk/>
            <pc:sldMk cId="4222768340" sldId="278"/>
            <ac:spMk id="2" creationId="{DBA85197-9A25-44B5-A028-9296B1EEE06D}"/>
          </ac:spMkLst>
        </pc:spChg>
        <pc:spChg chg="del">
          <ac:chgData name="祐廷 劉" userId="55b9f2413b94badf" providerId="LiveId" clId="{FAE82E77-E966-4517-B31B-C9DB4C5134D8}" dt="2023-04-22T15:48:33.025" v="372" actId="478"/>
          <ac:spMkLst>
            <pc:docMk/>
            <pc:sldMk cId="4222768340" sldId="278"/>
            <ac:spMk id="3" creationId="{D7F79AA6-1496-442B-BC41-AEF1957425BF}"/>
          </ac:spMkLst>
        </pc:spChg>
        <pc:picChg chg="add mod">
          <ac:chgData name="祐廷 劉" userId="55b9f2413b94badf" providerId="LiveId" clId="{FAE82E77-E966-4517-B31B-C9DB4C5134D8}" dt="2023-04-22T15:48:40.751" v="376" actId="1076"/>
          <ac:picMkLst>
            <pc:docMk/>
            <pc:sldMk cId="4222768340" sldId="278"/>
            <ac:picMk id="5" creationId="{38ED3261-09B2-4FBE-9264-1188AB463CA2}"/>
          </ac:picMkLst>
        </pc:picChg>
        <pc:picChg chg="add mod">
          <ac:chgData name="祐廷 劉" userId="55b9f2413b94badf" providerId="LiveId" clId="{FAE82E77-E966-4517-B31B-C9DB4C5134D8}" dt="2023-04-22T15:49:15.585" v="380" actId="1076"/>
          <ac:picMkLst>
            <pc:docMk/>
            <pc:sldMk cId="4222768340" sldId="278"/>
            <ac:picMk id="7" creationId="{CC33EA00-1775-426C-B64C-B32BB15F973B}"/>
          </ac:picMkLst>
        </pc:picChg>
        <pc:picChg chg="add mod">
          <ac:chgData name="祐廷 劉" userId="55b9f2413b94badf" providerId="LiveId" clId="{FAE82E77-E966-4517-B31B-C9DB4C5134D8}" dt="2023-04-22T15:49:49.790" v="382" actId="1076"/>
          <ac:picMkLst>
            <pc:docMk/>
            <pc:sldMk cId="4222768340" sldId="278"/>
            <ac:picMk id="9" creationId="{05B7CE11-E0BB-47D2-B6EA-BA4761AACB68}"/>
          </ac:picMkLst>
        </pc:picChg>
      </pc:sldChg>
      <pc:sldChg chg="new del">
        <pc:chgData name="祐廷 劉" userId="55b9f2413b94badf" providerId="LiveId" clId="{FAE82E77-E966-4517-B31B-C9DB4C5134D8}" dt="2023-04-22T16:02:45.751" v="573" actId="47"/>
        <pc:sldMkLst>
          <pc:docMk/>
          <pc:sldMk cId="671357147" sldId="279"/>
        </pc:sldMkLst>
      </pc:sldChg>
      <pc:sldChg chg="modSp add mod">
        <pc:chgData name="祐廷 劉" userId="55b9f2413b94badf" providerId="LiveId" clId="{FAE82E77-E966-4517-B31B-C9DB4C5134D8}" dt="2023-04-22T16:03:16.369" v="603" actId="20577"/>
        <pc:sldMkLst>
          <pc:docMk/>
          <pc:sldMk cId="1988659488" sldId="279"/>
        </pc:sldMkLst>
        <pc:spChg chg="mod">
          <ac:chgData name="祐廷 劉" userId="55b9f2413b94badf" providerId="LiveId" clId="{FAE82E77-E966-4517-B31B-C9DB4C5134D8}" dt="2023-04-22T16:02:53.835" v="581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6:03:16.369" v="603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new mod">
        <pc:chgData name="祐廷 劉" userId="55b9f2413b94badf" providerId="LiveId" clId="{FAE82E77-E966-4517-B31B-C9DB4C5134D8}" dt="2023-04-22T16:14:51.576" v="951" actId="20577"/>
        <pc:sldMkLst>
          <pc:docMk/>
          <pc:sldMk cId="2714440831" sldId="280"/>
        </pc:sldMkLst>
        <pc:spChg chg="mod">
          <ac:chgData name="祐廷 劉" userId="55b9f2413b94badf" providerId="LiveId" clId="{FAE82E77-E966-4517-B31B-C9DB4C5134D8}" dt="2023-04-22T16:04:35.302" v="631" actId="20577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14:51.576" v="951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addSp delSp modSp add mod">
        <pc:chgData name="祐廷 劉" userId="55b9f2413b94badf" providerId="LiveId" clId="{FAE82E77-E966-4517-B31B-C9DB4C5134D8}" dt="2023-04-22T16:16:49.461" v="956"/>
        <pc:sldMkLst>
          <pc:docMk/>
          <pc:sldMk cId="3124783487" sldId="281"/>
        </pc:sldMkLst>
        <pc:spChg chg="mod">
          <ac:chgData name="祐廷 劉" userId="55b9f2413b94badf" providerId="LiveId" clId="{FAE82E77-E966-4517-B31B-C9DB4C5134D8}" dt="2023-04-22T16:04:58.230" v="648" actId="20577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05:16.850" v="674" actId="20577"/>
          <ac:spMkLst>
            <pc:docMk/>
            <pc:sldMk cId="3124783487" sldId="281"/>
            <ac:spMk id="3" creationId="{0E5B272C-E588-4538-9F92-1CF0F1BBEA59}"/>
          </ac:spMkLst>
        </pc:sp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4" creationId="{35A97372-04E0-4BD2-B8A9-D97D737676C1}"/>
          </ac:picMkLst>
        </pc:pic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5" creationId="{0DC0B5C1-62E7-4D64-9B73-C325D28981AF}"/>
          </ac:picMkLst>
        </pc:picChg>
      </pc:sldChg>
      <pc:sldChg chg="modSp add mod">
        <pc:chgData name="祐廷 劉" userId="55b9f2413b94badf" providerId="LiveId" clId="{FAE82E77-E966-4517-B31B-C9DB4C5134D8}" dt="2023-04-22T16:17:06.830" v="967" actId="20577"/>
        <pc:sldMkLst>
          <pc:docMk/>
          <pc:sldMk cId="1773413331" sldId="282"/>
        </pc:sldMkLst>
        <pc:spChg chg="mod">
          <ac:chgData name="祐廷 劉" userId="55b9f2413b94badf" providerId="LiveId" clId="{FAE82E77-E966-4517-B31B-C9DB4C5134D8}" dt="2023-04-22T16:17:06.830" v="967" actId="20577"/>
          <ac:spMkLst>
            <pc:docMk/>
            <pc:sldMk cId="1773413331" sldId="282"/>
            <ac:spMk id="2" creationId="{91541DDF-9217-4176-9BAC-35EE0C8B7419}"/>
          </ac:spMkLst>
        </pc:spChg>
      </pc:sldChg>
      <pc:sldChg chg="new del">
        <pc:chgData name="祐廷 劉" userId="55b9f2413b94badf" providerId="LiveId" clId="{FAE82E77-E966-4517-B31B-C9DB4C5134D8}" dt="2023-04-22T16:16:36.009" v="953" actId="680"/>
        <pc:sldMkLst>
          <pc:docMk/>
          <pc:sldMk cId="2510594950" sldId="282"/>
        </pc:sldMkLst>
      </pc:sldChg>
      <pc:sldChg chg="delSp modSp add mod delAnim">
        <pc:chgData name="祐廷 劉" userId="55b9f2413b94badf" providerId="LiveId" clId="{FAE82E77-E966-4517-B31B-C9DB4C5134D8}" dt="2023-04-22T16:17:31.323" v="972" actId="478"/>
        <pc:sldMkLst>
          <pc:docMk/>
          <pc:sldMk cId="4131467385" sldId="283"/>
        </pc:sldMkLst>
        <pc:spChg chg="mod">
          <ac:chgData name="祐廷 劉" userId="55b9f2413b94badf" providerId="LiveId" clId="{FAE82E77-E966-4517-B31B-C9DB4C5134D8}" dt="2023-04-22T16:17:20.042" v="968"/>
          <ac:spMkLst>
            <pc:docMk/>
            <pc:sldMk cId="4131467385" sldId="283"/>
            <ac:spMk id="2" creationId="{91541DDF-9217-4176-9BAC-35EE0C8B7419}"/>
          </ac:spMkLst>
        </pc:spChg>
        <pc:spChg chg="del">
          <ac:chgData name="祐廷 劉" userId="55b9f2413b94badf" providerId="LiveId" clId="{FAE82E77-E966-4517-B31B-C9DB4C5134D8}" dt="2023-04-22T16:17:29.410" v="969" actId="478"/>
          <ac:spMkLst>
            <pc:docMk/>
            <pc:sldMk cId="4131467385" sldId="283"/>
            <ac:spMk id="8" creationId="{A5A31845-0DC0-47F6-8A7B-9FBB391A6391}"/>
          </ac:spMkLst>
        </pc:spChg>
        <pc:spChg chg="del">
          <ac:chgData name="祐廷 劉" userId="55b9f2413b94badf" providerId="LiveId" clId="{FAE82E77-E966-4517-B31B-C9DB4C5134D8}" dt="2023-04-22T16:17:29.860" v="970" actId="478"/>
          <ac:spMkLst>
            <pc:docMk/>
            <pc:sldMk cId="4131467385" sldId="283"/>
            <ac:spMk id="9" creationId="{5C76223A-5DFD-4E35-A75C-589EC0FA56B1}"/>
          </ac:spMkLst>
        </pc:spChg>
        <pc:spChg chg="del">
          <ac:chgData name="祐廷 劉" userId="55b9f2413b94badf" providerId="LiveId" clId="{FAE82E77-E966-4517-B31B-C9DB4C5134D8}" dt="2023-04-22T16:17:30.445" v="971" actId="478"/>
          <ac:spMkLst>
            <pc:docMk/>
            <pc:sldMk cId="4131467385" sldId="283"/>
            <ac:spMk id="10" creationId="{7027D98E-C4E9-493D-A449-67729D84EDA8}"/>
          </ac:spMkLst>
        </pc:spChg>
        <pc:spChg chg="del">
          <ac:chgData name="祐廷 劉" userId="55b9f2413b94badf" providerId="LiveId" clId="{FAE82E77-E966-4517-B31B-C9DB4C5134D8}" dt="2023-04-22T16:17:31.323" v="972" actId="478"/>
          <ac:spMkLst>
            <pc:docMk/>
            <pc:sldMk cId="4131467385" sldId="283"/>
            <ac:spMk id="11" creationId="{89790E1B-E481-4EB4-95C4-2C4456F8679F}"/>
          </ac:spMkLst>
        </pc:spChg>
      </pc:sldChg>
    </pc:docChg>
  </pc:docChgLst>
  <pc:docChgLst>
    <pc:chgData name="祐廷 劉" userId="55b9f2413b94badf" providerId="LiveId" clId="{5EA86210-9012-4E68-BCD1-7347BE0E642C}"/>
    <pc:docChg chg="undo custSel addSld delSld modSld">
      <pc:chgData name="祐廷 劉" userId="55b9f2413b94badf" providerId="LiveId" clId="{5EA86210-9012-4E68-BCD1-7347BE0E642C}" dt="2023-07-21T15:21:00.832" v="5226" actId="255"/>
      <pc:docMkLst>
        <pc:docMk/>
      </pc:docMkLst>
      <pc:sldChg chg="modSp mod modTransition">
        <pc:chgData name="祐廷 劉" userId="55b9f2413b94badf" providerId="LiveId" clId="{5EA86210-9012-4E68-BCD1-7347BE0E642C}" dt="2023-07-21T15:21:00.832" v="5226" actId="255"/>
        <pc:sldMkLst>
          <pc:docMk/>
          <pc:sldMk cId="2439948278" sldId="256"/>
        </pc:sldMkLst>
        <pc:spChg chg="mod">
          <ac:chgData name="祐廷 劉" userId="55b9f2413b94badf" providerId="LiveId" clId="{5EA86210-9012-4E68-BCD1-7347BE0E642C}" dt="2023-06-25T15:25:28.993" v="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7-21T15:21:00.832" v="5226" actId="255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68384832" sldId="257"/>
        </pc:sldMkLst>
        <pc:spChg chg="mod">
          <ac:chgData name="祐廷 劉" userId="55b9f2413b94badf" providerId="LiveId" clId="{5EA86210-9012-4E68-BCD1-7347BE0E642C}" dt="2023-06-25T15:42:48.732" v="1114" actId="2711"/>
          <ac:spMkLst>
            <pc:docMk/>
            <pc:sldMk cId="4268384832" sldId="257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688687825" sldId="258"/>
        </pc:sldMkLst>
        <pc:spChg chg="mod">
          <ac:chgData name="祐廷 劉" userId="55b9f2413b94badf" providerId="LiveId" clId="{5EA86210-9012-4E68-BCD1-7347BE0E642C}" dt="2023-06-25T15:35:59.923" v="647" actId="2711"/>
          <ac:spMkLst>
            <pc:docMk/>
            <pc:sldMk cId="1688687825" sldId="258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36:33.641" v="687" actId="2711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033534473" sldId="259"/>
        </pc:sldMkLst>
        <pc:spChg chg="mod">
          <ac:chgData name="祐廷 劉" userId="55b9f2413b94badf" providerId="LiveId" clId="{5EA86210-9012-4E68-BCD1-7347BE0E642C}" dt="2023-06-25T15:43:08.722" v="1135" actId="2711"/>
          <ac:spMkLst>
            <pc:docMk/>
            <pc:sldMk cId="3033534473" sldId="259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46:36.213" v="1451" actId="20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04028743" sldId="260"/>
        </pc:sldMkLst>
        <pc:spChg chg="mod">
          <ac:chgData name="祐廷 劉" userId="55b9f2413b94badf" providerId="LiveId" clId="{5EA86210-9012-4E68-BCD1-7347BE0E642C}" dt="2023-06-25T15:47:31.033" v="1502" actId="2711"/>
          <ac:spMkLst>
            <pc:docMk/>
            <pc:sldMk cId="2304028743" sldId="260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52:54.375" v="1766" actId="207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81002959" sldId="262"/>
        </pc:sldMkLst>
        <pc:spChg chg="mod">
          <ac:chgData name="祐廷 劉" userId="55b9f2413b94badf" providerId="LiveId" clId="{5EA86210-9012-4E68-BCD1-7347BE0E642C}" dt="2023-06-25T15:53:39.894" v="1814" actId="2711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72116585" sldId="264"/>
        </pc:sldMkLst>
        <pc:spChg chg="mod">
          <ac:chgData name="祐廷 劉" userId="55b9f2413b94badf" providerId="LiveId" clId="{5EA86210-9012-4E68-BCD1-7347BE0E642C}" dt="2023-06-25T15:55:20.291" v="1948" actId="2711"/>
          <ac:spMkLst>
            <pc:docMk/>
            <pc:sldMk cId="672116585" sldId="264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6:09.954" v="2023" actId="20577"/>
          <ac:spMkLst>
            <pc:docMk/>
            <pc:sldMk cId="672116585" sldId="264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593513117" sldId="266"/>
        </pc:sldMkLst>
        <pc:spChg chg="mod">
          <ac:chgData name="祐廷 劉" userId="55b9f2413b94badf" providerId="LiveId" clId="{5EA86210-9012-4E68-BCD1-7347BE0E642C}" dt="2023-06-25T15:56:44.138" v="2041" actId="2711"/>
          <ac:spMkLst>
            <pc:docMk/>
            <pc:sldMk cId="593513117" sldId="266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8:45.955" v="2164" actId="2711"/>
          <ac:spMkLst>
            <pc:docMk/>
            <pc:sldMk cId="593513117" sldId="266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63719163" sldId="267"/>
        </pc:sldMkLst>
        <pc:spChg chg="mod">
          <ac:chgData name="祐廷 劉" userId="55b9f2413b94badf" providerId="LiveId" clId="{5EA86210-9012-4E68-BCD1-7347BE0E642C}" dt="2023-06-25T15:59:16.050" v="2212" actId="2711"/>
          <ac:spMkLst>
            <pc:docMk/>
            <pc:sldMk cId="3963719163" sldId="267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59:19.606" v="2213" actId="2711"/>
          <ac:spMkLst>
            <pc:docMk/>
            <pc:sldMk cId="3963719163" sldId="267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8657498" sldId="268"/>
        </pc:sldMkLst>
        <pc:spChg chg="mod">
          <ac:chgData name="祐廷 劉" userId="55b9f2413b94badf" providerId="LiveId" clId="{5EA86210-9012-4E68-BCD1-7347BE0E642C}" dt="2023-06-25T15:59:54.379" v="2230" actId="2711"/>
          <ac:spMkLst>
            <pc:docMk/>
            <pc:sldMk cId="3458657498" sldId="268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1:36.565" v="2358" actId="207"/>
          <ac:spMkLst>
            <pc:docMk/>
            <pc:sldMk cId="3458657498" sldId="268"/>
            <ac:spMk id="3" creationId="{CF5A194C-9C6C-43FC-976B-D1D9D9FE204A}"/>
          </ac:spMkLst>
        </pc:spChg>
      </pc:sldChg>
      <pc:sldChg chg="addSp modSp mod modTransition modAnim">
        <pc:chgData name="祐廷 劉" userId="55b9f2413b94badf" providerId="LiveId" clId="{5EA86210-9012-4E68-BCD1-7347BE0E642C}" dt="2023-07-17T03:37:24.603" v="5035"/>
        <pc:sldMkLst>
          <pc:docMk/>
          <pc:sldMk cId="8053510" sldId="269"/>
        </pc:sldMkLst>
        <pc:spChg chg="mod">
          <ac:chgData name="祐廷 劉" userId="55b9f2413b94badf" providerId="LiveId" clId="{5EA86210-9012-4E68-BCD1-7347BE0E642C}" dt="2023-06-25T16:02:14.882" v="2395" actId="2711"/>
          <ac:spMkLst>
            <pc:docMk/>
            <pc:sldMk cId="8053510" sldId="269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6:52.245" v="2713" actId="2711"/>
          <ac:spMkLst>
            <pc:docMk/>
            <pc:sldMk cId="8053510" sldId="269"/>
            <ac:spMk id="20" creationId="{19064D7A-7739-4831-81E2-9ABCD1178DD7}"/>
          </ac:spMkLst>
        </pc:spChg>
        <pc:spChg chg="mod">
          <ac:chgData name="祐廷 劉" userId="55b9f2413b94badf" providerId="LiveId" clId="{5EA86210-9012-4E68-BCD1-7347BE0E642C}" dt="2023-06-25T16:06:43.739" v="2711" actId="2711"/>
          <ac:spMkLst>
            <pc:docMk/>
            <pc:sldMk cId="8053510" sldId="269"/>
            <ac:spMk id="21" creationId="{F73BE5C1-3B8B-43F3-B653-6AD8D5884538}"/>
          </ac:spMkLst>
        </pc:spChg>
        <pc:picChg chg="add mod">
          <ac:chgData name="祐廷 劉" userId="55b9f2413b94badf" providerId="LiveId" clId="{5EA86210-9012-4E68-BCD1-7347BE0E642C}" dt="2023-07-17T03:37:18.374" v="5034" actId="1076"/>
          <ac:picMkLst>
            <pc:docMk/>
            <pc:sldMk cId="8053510" sldId="269"/>
            <ac:picMk id="7" creationId="{404A38EE-9D19-489C-B289-27CA14E14DE2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11433078" sldId="271"/>
        </pc:sldMkLst>
        <pc:spChg chg="mod">
          <ac:chgData name="祐廷 劉" userId="55b9f2413b94badf" providerId="LiveId" clId="{5EA86210-9012-4E68-BCD1-7347BE0E642C}" dt="2023-06-25T16:02:37.428" v="2424" actId="2711"/>
          <ac:spMkLst>
            <pc:docMk/>
            <pc:sldMk cId="4011433078" sldId="271"/>
            <ac:spMk id="2" creationId="{BBAF934C-D35A-4F26-8DFD-D4C7805BD4E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51198659" sldId="272"/>
        </pc:sldMkLst>
        <pc:spChg chg="mod">
          <ac:chgData name="祐廷 劉" userId="55b9f2413b94badf" providerId="LiveId" clId="{5EA86210-9012-4E68-BCD1-7347BE0E642C}" dt="2023-06-25T16:03:02.134" v="2463" actId="2711"/>
          <ac:spMkLst>
            <pc:docMk/>
            <pc:sldMk cId="2751198659" sldId="272"/>
            <ac:spMk id="2" creationId="{BBAF934C-D35A-4F26-8DFD-D4C7805BD4E7}"/>
          </ac:spMkLst>
        </pc:spChg>
        <pc:spChg chg="mod">
          <ac:chgData name="祐廷 劉" userId="55b9f2413b94badf" providerId="LiveId" clId="{5EA86210-9012-4E68-BCD1-7347BE0E642C}" dt="2023-06-25T16:04:57.741" v="2600" actId="2711"/>
          <ac:spMkLst>
            <pc:docMk/>
            <pc:sldMk cId="2751198659" sldId="272"/>
            <ac:spMk id="5" creationId="{F069CFF5-26E1-4339-9A12-1AF150D42789}"/>
          </ac:spMkLst>
        </pc:spChg>
        <pc:spChg chg="mod">
          <ac:chgData name="祐廷 劉" userId="55b9f2413b94badf" providerId="LiveId" clId="{5EA86210-9012-4E68-BCD1-7347BE0E642C}" dt="2023-06-25T16:05:29.487" v="2650" actId="2711"/>
          <ac:spMkLst>
            <pc:docMk/>
            <pc:sldMk cId="2751198659" sldId="272"/>
            <ac:spMk id="11" creationId="{6346C7ED-651E-44C8-9862-58FA8340B97A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255012270" sldId="273"/>
        </pc:sldMkLst>
        <pc:spChg chg="mod">
          <ac:chgData name="祐廷 劉" userId="55b9f2413b94badf" providerId="LiveId" clId="{5EA86210-9012-4E68-BCD1-7347BE0E642C}" dt="2023-06-25T16:03:18.794" v="2476" actId="2711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03:33.770" v="2500" actId="2711"/>
          <ac:spMkLst>
            <pc:docMk/>
            <pc:sldMk cId="3255012270" sldId="273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16587971" sldId="274"/>
        </pc:sldMkLst>
        <pc:spChg chg="mod">
          <ac:chgData name="祐廷 劉" userId="55b9f2413b94badf" providerId="LiveId" clId="{5EA86210-9012-4E68-BCD1-7347BE0E642C}" dt="2023-06-25T16:03:43.353" v="2509" actId="2711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5EA86210-9012-4E68-BCD1-7347BE0E642C}" dt="2023-06-25T16:04:04.177" v="2549" actId="2711"/>
          <ac:spMkLst>
            <pc:docMk/>
            <pc:sldMk cId="1316587971" sldId="274"/>
            <ac:spMk id="3" creationId="{1A6E9D2E-8F06-488F-A6E5-FB21C03C7AC7}"/>
          </ac:spMkLst>
        </pc:spChg>
        <pc:spChg chg="mod">
          <ac:chgData name="祐廷 劉" userId="55b9f2413b94badf" providerId="LiveId" clId="{5EA86210-9012-4E68-BCD1-7347BE0E642C}" dt="2023-06-25T16:07:44.638" v="2726" actId="2711"/>
          <ac:spMkLst>
            <pc:docMk/>
            <pc:sldMk cId="1316587971" sldId="274"/>
            <ac:spMk id="12" creationId="{05A72444-7CF2-4523-9A69-38DA227511D8}"/>
          </ac:spMkLst>
        </pc:spChg>
        <pc:spChg chg="mod">
          <ac:chgData name="祐廷 劉" userId="55b9f2413b94badf" providerId="LiveId" clId="{5EA86210-9012-4E68-BCD1-7347BE0E642C}" dt="2023-06-25T16:07:53.785" v="2735" actId="2711"/>
          <ac:spMkLst>
            <pc:docMk/>
            <pc:sldMk cId="1316587971" sldId="274"/>
            <ac:spMk id="13" creationId="{4C736AAA-7CF8-4713-9137-98A7CC1F157F}"/>
          </ac:spMkLst>
        </pc:spChg>
        <pc:spChg chg="mod">
          <ac:chgData name="祐廷 劉" userId="55b9f2413b94badf" providerId="LiveId" clId="{5EA86210-9012-4E68-BCD1-7347BE0E642C}" dt="2023-06-25T16:08:11.501" v="2760" actId="2711"/>
          <ac:spMkLst>
            <pc:docMk/>
            <pc:sldMk cId="1316587971" sldId="274"/>
            <ac:spMk id="14" creationId="{B4B64A92-2B2C-4F2F-92DA-9D3759462535}"/>
          </ac:spMkLst>
        </pc:spChg>
        <pc:spChg chg="mod">
          <ac:chgData name="祐廷 劉" userId="55b9f2413b94badf" providerId="LiveId" clId="{5EA86210-9012-4E68-BCD1-7347BE0E642C}" dt="2023-06-25T16:08:03.053" v="2747" actId="2711"/>
          <ac:spMkLst>
            <pc:docMk/>
            <pc:sldMk cId="1316587971" sldId="274"/>
            <ac:spMk id="15" creationId="{D562A568-2A06-4D3D-B404-1F818C65E59B}"/>
          </ac:spMkLst>
        </pc:spChg>
        <pc:spChg chg="mod">
          <ac:chgData name="祐廷 劉" userId="55b9f2413b94badf" providerId="LiveId" clId="{5EA86210-9012-4E68-BCD1-7347BE0E642C}" dt="2023-06-25T16:04:18.217" v="2565" actId="2711"/>
          <ac:spMkLst>
            <pc:docMk/>
            <pc:sldMk cId="1316587971" sldId="274"/>
            <ac:spMk id="17" creationId="{7A77FBA3-15CD-4469-A389-92D7BEF66CB1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741772491" sldId="277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22768340" sldId="278"/>
        </pc:sldMkLst>
        <pc:spChg chg="mod">
          <ac:chgData name="祐廷 劉" userId="55b9f2413b94badf" providerId="LiveId" clId="{5EA86210-9012-4E68-BCD1-7347BE0E642C}" dt="2023-06-25T15:47:10.692" v="1483" actId="2711"/>
          <ac:spMkLst>
            <pc:docMk/>
            <pc:sldMk cId="4222768340" sldId="278"/>
            <ac:spMk id="2" creationId="{DBA85197-9A25-44B5-A028-9296B1EEE06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8659488" sldId="279"/>
        </pc:sldMkLst>
        <pc:spChg chg="mod">
          <ac:chgData name="祐廷 劉" userId="55b9f2413b94badf" providerId="LiveId" clId="{5EA86210-9012-4E68-BCD1-7347BE0E642C}" dt="2023-06-26T14:11:34.580" v="3534" actId="2711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1:56.253" v="3567" actId="2711"/>
          <ac:spMkLst>
            <pc:docMk/>
            <pc:sldMk cId="1988659488" sldId="279"/>
            <ac:spMk id="3" creationId="{B2631129-228D-401D-83D2-17746602C315}"/>
          </ac:spMkLst>
        </pc:spChg>
      </pc:sldChg>
      <pc:sldChg chg="addSp modSp mod modTransition modAnim">
        <pc:chgData name="祐廷 劉" userId="55b9f2413b94badf" providerId="LiveId" clId="{5EA86210-9012-4E68-BCD1-7347BE0E642C}" dt="2023-07-21T15:05:53.485" v="5057"/>
        <pc:sldMkLst>
          <pc:docMk/>
          <pc:sldMk cId="2714440831" sldId="280"/>
        </pc:sldMkLst>
        <pc:spChg chg="mod">
          <ac:chgData name="祐廷 劉" userId="55b9f2413b94badf" providerId="LiveId" clId="{5EA86210-9012-4E68-BCD1-7347BE0E642C}" dt="2023-06-26T14:12:17.021" v="3580" actId="2711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4:18.157" v="3783" actId="20577"/>
          <ac:spMkLst>
            <pc:docMk/>
            <pc:sldMk cId="2714440831" sldId="280"/>
            <ac:spMk id="3" creationId="{0E5B272C-E588-4538-9F92-1CF0F1BBEA59}"/>
          </ac:spMkLst>
        </pc:spChg>
        <pc:picChg chg="add mod">
          <ac:chgData name="祐廷 劉" userId="55b9f2413b94badf" providerId="LiveId" clId="{5EA86210-9012-4E68-BCD1-7347BE0E642C}" dt="2023-07-21T15:05:44.986" v="5056" actId="1076"/>
          <ac:picMkLst>
            <pc:docMk/>
            <pc:sldMk cId="2714440831" sldId="280"/>
            <ac:picMk id="5" creationId="{D193152F-896C-4016-9EDF-AE112CDA7863}"/>
          </ac:picMkLst>
        </pc:picChg>
      </pc:sldChg>
      <pc:sldChg chg="modSp mod modTransition">
        <pc:chgData name="祐廷 劉" userId="55b9f2413b94badf" providerId="LiveId" clId="{5EA86210-9012-4E68-BCD1-7347BE0E642C}" dt="2023-07-21T15:08:37.466" v="5207" actId="255"/>
        <pc:sldMkLst>
          <pc:docMk/>
          <pc:sldMk cId="3124783487" sldId="281"/>
        </pc:sldMkLst>
        <pc:spChg chg="mod">
          <ac:chgData name="祐廷 劉" userId="55b9f2413b94badf" providerId="LiveId" clId="{5EA86210-9012-4E68-BCD1-7347BE0E642C}" dt="2023-06-26T14:17:25.846" v="3957" actId="2711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7-21T15:08:37.466" v="5207" actId="255"/>
          <ac:spMkLst>
            <pc:docMk/>
            <pc:sldMk cId="3124783487" sldId="281"/>
            <ac:spMk id="3" creationId="{0E5B272C-E588-4538-9F92-1CF0F1BBEA59}"/>
          </ac:spMkLst>
        </pc:spChg>
      </pc:sldChg>
      <pc:sldChg chg="modSp del mod modTransition">
        <pc:chgData name="祐廷 劉" userId="55b9f2413b94badf" providerId="LiveId" clId="{5EA86210-9012-4E68-BCD1-7347BE0E642C}" dt="2023-07-17T03:32:44.520" v="5000" actId="47"/>
        <pc:sldMkLst>
          <pc:docMk/>
          <pc:sldMk cId="1773413331" sldId="282"/>
        </pc:sldMkLst>
        <pc:spChg chg="mod">
          <ac:chgData name="祐廷 劉" userId="55b9f2413b94badf" providerId="LiveId" clId="{5EA86210-9012-4E68-BCD1-7347BE0E642C}" dt="2023-06-26T14:18:01.363" v="3983" actId="2711"/>
          <ac:spMkLst>
            <pc:docMk/>
            <pc:sldMk cId="1773413331" sldId="282"/>
            <ac:spMk id="2" creationId="{91541DDF-9217-4176-9BAC-35EE0C8B7419}"/>
          </ac:spMkLst>
        </pc:spChg>
        <pc:picChg chg="mod">
          <ac:chgData name="祐廷 劉" userId="55b9f2413b94badf" providerId="LiveId" clId="{5EA86210-9012-4E68-BCD1-7347BE0E642C}" dt="2023-07-17T03:25:08.262" v="4962" actId="1076"/>
          <ac:picMkLst>
            <pc:docMk/>
            <pc:sldMk cId="1773413331" sldId="282"/>
            <ac:picMk id="11" creationId="{70439831-5010-4C16-91D8-8BAB0FCFFA14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78927778" sldId="284"/>
        </pc:sldMkLst>
        <pc:spChg chg="mod">
          <ac:chgData name="祐廷 劉" userId="55b9f2413b94badf" providerId="LiveId" clId="{5EA86210-9012-4E68-BCD1-7347BE0E642C}" dt="2023-06-26T14:18:18.249" v="4010" actId="2711"/>
          <ac:spMkLst>
            <pc:docMk/>
            <pc:sldMk cId="2178927778" sldId="28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8:40.402" v="4048" actId="2711"/>
          <ac:spMkLst>
            <pc:docMk/>
            <pc:sldMk cId="2178927778" sldId="28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202354560" sldId="285"/>
        </pc:sldMkLst>
        <pc:spChg chg="mod">
          <ac:chgData name="祐廷 劉" userId="55b9f2413b94badf" providerId="LiveId" clId="{5EA86210-9012-4E68-BCD1-7347BE0E642C}" dt="2023-06-26T14:19:34.368" v="4123" actId="2711"/>
          <ac:spMkLst>
            <pc:docMk/>
            <pc:sldMk cId="2202354560" sldId="285"/>
            <ac:spMk id="2" creationId="{3233419F-F054-4754-9DC3-9959B801B9F7}"/>
          </ac:spMkLst>
        </pc:spChg>
        <pc:spChg chg="mod">
          <ac:chgData name="祐廷 劉" userId="55b9f2413b94badf" providerId="LiveId" clId="{5EA86210-9012-4E68-BCD1-7347BE0E642C}" dt="2023-06-26T14:19:31.196" v="4122" actId="2711"/>
          <ac:spMkLst>
            <pc:docMk/>
            <pc:sldMk cId="2202354560" sldId="285"/>
            <ac:spMk id="3" creationId="{E0008044-5C99-4F96-9A04-EC06768304F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39974245" sldId="286"/>
        </pc:sldMkLst>
        <pc:spChg chg="mod">
          <ac:chgData name="祐廷 劉" userId="55b9f2413b94badf" providerId="LiveId" clId="{5EA86210-9012-4E68-BCD1-7347BE0E642C}" dt="2023-06-26T14:21:56.298" v="4352" actId="2711"/>
          <ac:spMkLst>
            <pc:docMk/>
            <pc:sldMk cId="639974245" sldId="286"/>
            <ac:spMk id="2" creationId="{0D173691-B0F6-4D01-A39A-9F2D12A6FFB0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20271265" sldId="287"/>
        </pc:sldMkLst>
        <pc:spChg chg="mod">
          <ac:chgData name="祐廷 劉" userId="55b9f2413b94badf" providerId="LiveId" clId="{5EA86210-9012-4E68-BCD1-7347BE0E642C}" dt="2023-06-25T15:36:59.662" v="714" actId="2711"/>
          <ac:spMkLst>
            <pc:docMk/>
            <pc:sldMk cId="2920271265" sldId="287"/>
            <ac:spMk id="2" creationId="{5862A0F0-E3BA-4ED0-9850-622702AD2AD0}"/>
          </ac:spMkLst>
        </pc:spChg>
        <pc:spChg chg="mod">
          <ac:chgData name="祐廷 劉" userId="55b9f2413b94badf" providerId="LiveId" clId="{5EA86210-9012-4E68-BCD1-7347BE0E642C}" dt="2023-06-25T15:39:02.673" v="844" actId="2711"/>
          <ac:spMkLst>
            <pc:docMk/>
            <pc:sldMk cId="2920271265" sldId="287"/>
            <ac:spMk id="3" creationId="{32BF4F77-F0C2-4F47-B8A6-68CEEA00DF5D}"/>
          </ac:spMkLst>
        </pc:spChg>
        <pc:graphicFrameChg chg="mod modGraphic">
          <ac:chgData name="祐廷 劉" userId="55b9f2413b94badf" providerId="LiveId" clId="{5EA86210-9012-4E68-BCD1-7347BE0E642C}" dt="2023-06-25T15:40:24.990" v="902" actId="2711"/>
          <ac:graphicFrameMkLst>
            <pc:docMk/>
            <pc:sldMk cId="2920271265" sldId="287"/>
            <ac:graphicFrameMk id="4" creationId="{6612ABFC-CA6F-40B8-AEA2-60251FA2E813}"/>
          </ac:graphicFrameMkLst>
        </pc:graphicFrame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65727836" sldId="288"/>
        </pc:sldMkLst>
        <pc:spChg chg="mod">
          <ac:chgData name="祐廷 劉" userId="55b9f2413b94badf" providerId="LiveId" clId="{5EA86210-9012-4E68-BCD1-7347BE0E642C}" dt="2023-06-25T15:54:43.244" v="1896" actId="2711"/>
          <ac:spMkLst>
            <pc:docMk/>
            <pc:sldMk cId="2565727836" sldId="288"/>
            <ac:spMk id="2" creationId="{6C201346-2A0C-4D4A-8BF0-1C4DB8967D96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50123762" sldId="289"/>
        </pc:sldMkLst>
        <pc:spChg chg="mod">
          <ac:chgData name="祐廷 劉" userId="55b9f2413b94badf" providerId="LiveId" clId="{5EA86210-9012-4E68-BCD1-7347BE0E642C}" dt="2023-06-25T15:54:14.872" v="1861" actId="2711"/>
          <ac:spMkLst>
            <pc:docMk/>
            <pc:sldMk cId="2450123762" sldId="289"/>
            <ac:spMk id="2" creationId="{578159BF-AB76-4EE8-95F5-64A21103BB58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4190264006" sldId="290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68461706" sldId="291"/>
        </pc:sldMkLst>
        <pc:spChg chg="mod">
          <ac:chgData name="祐廷 劉" userId="55b9f2413b94badf" providerId="LiveId" clId="{5EA86210-9012-4E68-BCD1-7347BE0E642C}" dt="2023-06-25T16:01:59.323" v="2379" actId="2711"/>
          <ac:spMkLst>
            <pc:docMk/>
            <pc:sldMk cId="3768461706" sldId="291"/>
            <ac:spMk id="2" creationId="{7D454111-2EE3-46FE-8A8D-8C61CA13A81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9369078" sldId="292"/>
        </pc:sldMkLst>
        <pc:spChg chg="mod">
          <ac:chgData name="祐廷 劉" userId="55b9f2413b94badf" providerId="LiveId" clId="{5EA86210-9012-4E68-BCD1-7347BE0E642C}" dt="2023-06-25T16:09:01.600" v="2811" actId="2711"/>
          <ac:spMkLst>
            <pc:docMk/>
            <pc:sldMk cId="419369078" sldId="292"/>
            <ac:spMk id="2" creationId="{6FAD0BC9-4F9F-4E50-9D96-1477E2CD01B9}"/>
          </ac:spMkLst>
        </pc:spChg>
        <pc:spChg chg="mod">
          <ac:chgData name="祐廷 劉" userId="55b9f2413b94badf" providerId="LiveId" clId="{5EA86210-9012-4E68-BCD1-7347BE0E642C}" dt="2023-06-25T16:10:10.565" v="2876" actId="2711"/>
          <ac:spMkLst>
            <pc:docMk/>
            <pc:sldMk cId="419369078" sldId="292"/>
            <ac:spMk id="3" creationId="{D45443B8-DF88-4C4F-B7F4-888A9E0775C1}"/>
          </ac:spMkLst>
        </pc:spChg>
        <pc:spChg chg="mod">
          <ac:chgData name="祐廷 劉" userId="55b9f2413b94badf" providerId="LiveId" clId="{5EA86210-9012-4E68-BCD1-7347BE0E642C}" dt="2023-06-25T16:13:04.752" v="2898" actId="2711"/>
          <ac:spMkLst>
            <pc:docMk/>
            <pc:sldMk cId="419369078" sldId="292"/>
            <ac:spMk id="26" creationId="{D798E979-7841-4E27-BF40-77395C5098CB}"/>
          </ac:spMkLst>
        </pc:spChg>
        <pc:spChg chg="mod">
          <ac:chgData name="祐廷 劉" userId="55b9f2413b94badf" providerId="LiveId" clId="{5EA86210-9012-4E68-BCD1-7347BE0E642C}" dt="2023-06-25T16:13:01.895" v="2897" actId="2711"/>
          <ac:spMkLst>
            <pc:docMk/>
            <pc:sldMk cId="419369078" sldId="292"/>
            <ac:spMk id="27" creationId="{C36B98C1-EAD6-42DE-B3EC-2636ADC94DD3}"/>
          </ac:spMkLst>
        </pc:spChg>
        <pc:spChg chg="mod">
          <ac:chgData name="祐廷 劉" userId="55b9f2413b94badf" providerId="LiveId" clId="{5EA86210-9012-4E68-BCD1-7347BE0E642C}" dt="2023-06-25T16:12:58.981" v="2896" actId="2711"/>
          <ac:spMkLst>
            <pc:docMk/>
            <pc:sldMk cId="419369078" sldId="292"/>
            <ac:spMk id="28" creationId="{39665D42-B9E4-4642-968F-A819DFE8FAD1}"/>
          </ac:spMkLst>
        </pc:spChg>
        <pc:spChg chg="mod">
          <ac:chgData name="祐廷 劉" userId="55b9f2413b94badf" providerId="LiveId" clId="{5EA86210-9012-4E68-BCD1-7347BE0E642C}" dt="2023-06-25T16:12:55.628" v="2895" actId="2711"/>
          <ac:spMkLst>
            <pc:docMk/>
            <pc:sldMk cId="419369078" sldId="292"/>
            <ac:spMk id="29" creationId="{8C71A2B5-0B5A-4741-9253-7BF58A6045BD}"/>
          </ac:spMkLst>
        </pc:spChg>
        <pc:spChg chg="mod">
          <ac:chgData name="祐廷 劉" userId="55b9f2413b94badf" providerId="LiveId" clId="{5EA86210-9012-4E68-BCD1-7347BE0E642C}" dt="2023-06-25T16:12:51.432" v="2894" actId="2711"/>
          <ac:spMkLst>
            <pc:docMk/>
            <pc:sldMk cId="419369078" sldId="292"/>
            <ac:spMk id="30" creationId="{CE56E485-3384-4B17-8D87-6572EBBF74B0}"/>
          </ac:spMkLst>
        </pc:spChg>
        <pc:spChg chg="mod">
          <ac:chgData name="祐廷 劉" userId="55b9f2413b94badf" providerId="LiveId" clId="{5EA86210-9012-4E68-BCD1-7347BE0E642C}" dt="2023-06-25T16:12:45.706" v="2891" actId="2711"/>
          <ac:spMkLst>
            <pc:docMk/>
            <pc:sldMk cId="419369078" sldId="292"/>
            <ac:spMk id="31" creationId="{EDC2CD12-F812-4BA4-838D-97DF1FA6E605}"/>
          </ac:spMkLst>
        </pc:spChg>
        <pc:spChg chg="mod">
          <ac:chgData name="祐廷 劉" userId="55b9f2413b94badf" providerId="LiveId" clId="{5EA86210-9012-4E68-BCD1-7347BE0E642C}" dt="2023-06-25T16:12:40.632" v="2890" actId="2711"/>
          <ac:spMkLst>
            <pc:docMk/>
            <pc:sldMk cId="419369078" sldId="292"/>
            <ac:spMk id="32" creationId="{F53E5F62-686D-4F3D-A67E-F552F936218F}"/>
          </ac:spMkLst>
        </pc:spChg>
        <pc:spChg chg="mod">
          <ac:chgData name="祐廷 劉" userId="55b9f2413b94badf" providerId="LiveId" clId="{5EA86210-9012-4E68-BCD1-7347BE0E642C}" dt="2023-06-25T16:12:35.322" v="2889" actId="2711"/>
          <ac:spMkLst>
            <pc:docMk/>
            <pc:sldMk cId="419369078" sldId="292"/>
            <ac:spMk id="33" creationId="{2416310F-1C12-42B4-9668-349F296BF0E1}"/>
          </ac:spMkLst>
        </pc:spChg>
        <pc:spChg chg="mod">
          <ac:chgData name="祐廷 劉" userId="55b9f2413b94badf" providerId="LiveId" clId="{5EA86210-9012-4E68-BCD1-7347BE0E642C}" dt="2023-06-25T16:13:07.767" v="2899" actId="2711"/>
          <ac:spMkLst>
            <pc:docMk/>
            <pc:sldMk cId="419369078" sldId="292"/>
            <ac:spMk id="36" creationId="{60CA3E60-43B5-478C-81EB-7916369CEF23}"/>
          </ac:spMkLst>
        </pc:spChg>
        <pc:spChg chg="mod">
          <ac:chgData name="祐廷 劉" userId="55b9f2413b94badf" providerId="LiveId" clId="{5EA86210-9012-4E68-BCD1-7347BE0E642C}" dt="2023-06-25T16:12:28.469" v="2888" actId="2711"/>
          <ac:spMkLst>
            <pc:docMk/>
            <pc:sldMk cId="419369078" sldId="292"/>
            <ac:spMk id="37" creationId="{8B804950-0EEE-401C-BE96-3434F18DC65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862952906" sldId="293"/>
        </pc:sldMkLst>
        <pc:spChg chg="mod">
          <ac:chgData name="祐廷 劉" userId="55b9f2413b94badf" providerId="LiveId" clId="{5EA86210-9012-4E68-BCD1-7347BE0E642C}" dt="2023-06-25T15:26:34.516" v="31" actId="2711"/>
          <ac:spMkLst>
            <pc:docMk/>
            <pc:sldMk cId="862952906" sldId="293"/>
            <ac:spMk id="2" creationId="{5621CD7E-90F9-444D-8695-CCD0B59FEA70}"/>
          </ac:spMkLst>
        </pc:spChg>
        <pc:spChg chg="mod">
          <ac:chgData name="祐廷 劉" userId="55b9f2413b94badf" providerId="LiveId" clId="{5EA86210-9012-4E68-BCD1-7347BE0E642C}" dt="2023-06-25T15:27:28.131" v="144" actId="2711"/>
          <ac:spMkLst>
            <pc:docMk/>
            <pc:sldMk cId="862952906" sldId="293"/>
            <ac:spMk id="3" creationId="{AC0F124E-0939-4E4A-9AF9-8F0B97AA114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81057122" sldId="294"/>
        </pc:sldMkLst>
        <pc:spChg chg="mod">
          <ac:chgData name="祐廷 劉" userId="55b9f2413b94badf" providerId="LiveId" clId="{5EA86210-9012-4E68-BCD1-7347BE0E642C}" dt="2023-06-25T15:27:48.571" v="154" actId="2711"/>
          <ac:spMkLst>
            <pc:docMk/>
            <pc:sldMk cId="481057122" sldId="29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8:03.635" v="173" actId="2711"/>
          <ac:spMkLst>
            <pc:docMk/>
            <pc:sldMk cId="481057122" sldId="29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61285535" sldId="295"/>
        </pc:sldMkLst>
        <pc:spChg chg="mod">
          <ac:chgData name="祐廷 劉" userId="55b9f2413b94badf" providerId="LiveId" clId="{5EA86210-9012-4E68-BCD1-7347BE0E642C}" dt="2023-06-25T15:40:49.829" v="920" actId="2711"/>
          <ac:spMkLst>
            <pc:docMk/>
            <pc:sldMk cId="4161285535" sldId="295"/>
            <ac:spMk id="2" creationId="{7A2A0A36-E877-4AFF-A56F-559ADD52493B}"/>
          </ac:spMkLst>
        </pc:spChg>
        <pc:spChg chg="mod">
          <ac:chgData name="祐廷 劉" userId="55b9f2413b94badf" providerId="LiveId" clId="{5EA86210-9012-4E68-BCD1-7347BE0E642C}" dt="2023-06-25T15:42:21.150" v="1079" actId="2711"/>
          <ac:spMkLst>
            <pc:docMk/>
            <pc:sldMk cId="4161285535" sldId="295"/>
            <ac:spMk id="3" creationId="{0D3D1AF8-2FB4-42E5-ACEC-4262FEF82C2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61062127" sldId="296"/>
        </pc:sldMkLst>
        <pc:spChg chg="mod">
          <ac:chgData name="祐廷 劉" userId="55b9f2413b94badf" providerId="LiveId" clId="{5EA86210-9012-4E68-BCD1-7347BE0E642C}" dt="2023-06-25T16:13:34.159" v="2925" actId="2711"/>
          <ac:spMkLst>
            <pc:docMk/>
            <pc:sldMk cId="1361062127" sldId="296"/>
            <ac:spMk id="2" creationId="{0118A5F7-8843-4A50-8A67-A6FA73CFEC98}"/>
          </ac:spMkLst>
        </pc:spChg>
        <pc:spChg chg="mod">
          <ac:chgData name="祐廷 劉" userId="55b9f2413b94badf" providerId="LiveId" clId="{5EA86210-9012-4E68-BCD1-7347BE0E642C}" dt="2023-06-25T16:14:36.844" v="3053" actId="20577"/>
          <ac:spMkLst>
            <pc:docMk/>
            <pc:sldMk cId="1361062127" sldId="296"/>
            <ac:spMk id="3" creationId="{15FC1553-9B37-4DBA-8925-FB8E6031FBAC}"/>
          </ac:spMkLst>
        </pc:spChg>
        <pc:spChg chg="mod">
          <ac:chgData name="祐廷 劉" userId="55b9f2413b94badf" providerId="LiveId" clId="{5EA86210-9012-4E68-BCD1-7347BE0E642C}" dt="2023-06-25T16:15:13.398" v="3090" actId="2711"/>
          <ac:spMkLst>
            <pc:docMk/>
            <pc:sldMk cId="1361062127" sldId="296"/>
            <ac:spMk id="4" creationId="{B1114CC6-A37D-420B-8599-23574E496F33}"/>
          </ac:spMkLst>
        </pc:spChg>
        <pc:spChg chg="mod">
          <ac:chgData name="祐廷 劉" userId="55b9f2413b94badf" providerId="LiveId" clId="{5EA86210-9012-4E68-BCD1-7347BE0E642C}" dt="2023-06-25T16:15:39.470" v="3108" actId="1076"/>
          <ac:spMkLst>
            <pc:docMk/>
            <pc:sldMk cId="1361062127" sldId="296"/>
            <ac:spMk id="12" creationId="{1EB0CEB8-8206-47CE-9F83-BAF882EF2174}"/>
          </ac:spMkLst>
        </pc:spChg>
        <pc:spChg chg="mod">
          <ac:chgData name="祐廷 劉" userId="55b9f2413b94badf" providerId="LiveId" clId="{5EA86210-9012-4E68-BCD1-7347BE0E642C}" dt="2023-06-25T16:15:34.154" v="3107" actId="2711"/>
          <ac:spMkLst>
            <pc:docMk/>
            <pc:sldMk cId="1361062127" sldId="296"/>
            <ac:spMk id="13" creationId="{3FD34A35-42FD-47BD-BCA5-B2E1259703C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56356236" sldId="297"/>
        </pc:sldMkLst>
        <pc:spChg chg="mod">
          <ac:chgData name="祐廷 劉" userId="55b9f2413b94badf" providerId="LiveId" clId="{5EA86210-9012-4E68-BCD1-7347BE0E642C}" dt="2023-06-25T16:16:27.141" v="3153" actId="2711"/>
          <ac:spMkLst>
            <pc:docMk/>
            <pc:sldMk cId="1756356236" sldId="297"/>
            <ac:spMk id="2" creationId="{732C8D34-F284-44D2-A973-17221D1582E6}"/>
          </ac:spMkLst>
        </pc:spChg>
        <pc:spChg chg="mod">
          <ac:chgData name="祐廷 劉" userId="55b9f2413b94badf" providerId="LiveId" clId="{5EA86210-9012-4E68-BCD1-7347BE0E642C}" dt="2023-06-25T16:17:55.165" v="3277" actId="2711"/>
          <ac:spMkLst>
            <pc:docMk/>
            <pc:sldMk cId="1756356236" sldId="297"/>
            <ac:spMk id="6" creationId="{9F8BE6BA-ECE1-486E-A59A-F3B6AF4EFDEB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89503515" sldId="298"/>
        </pc:sldMkLst>
        <pc:spChg chg="mod">
          <ac:chgData name="祐廷 劉" userId="55b9f2413b94badf" providerId="LiveId" clId="{5EA86210-9012-4E68-BCD1-7347BE0E642C}" dt="2023-06-25T16:39:23.703" v="3376" actId="2711"/>
          <ac:spMkLst>
            <pc:docMk/>
            <pc:sldMk cId="2389503515" sldId="298"/>
            <ac:spMk id="2" creationId="{8CD6E9AF-8035-4342-AC6E-A7EBE27A5BA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87681602" sldId="299"/>
        </pc:sldMkLst>
        <pc:spChg chg="mod">
          <ac:chgData name="祐廷 劉" userId="55b9f2413b94badf" providerId="LiveId" clId="{5EA86210-9012-4E68-BCD1-7347BE0E642C}" dt="2023-06-25T16:46:47.189" v="3429" actId="2711"/>
          <ac:spMkLst>
            <pc:docMk/>
            <pc:sldMk cId="4087681602" sldId="299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7:41.555" v="3455" actId="2711"/>
          <ac:spMkLst>
            <pc:docMk/>
            <pc:sldMk cId="4087681602" sldId="299"/>
            <ac:spMk id="6" creationId="{A113718C-347D-4CCB-8ADD-7D460EC8D38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72986048" sldId="300"/>
        </pc:sldMkLst>
        <pc:spChg chg="mod">
          <ac:chgData name="祐廷 劉" userId="55b9f2413b94badf" providerId="LiveId" clId="{5EA86210-9012-4E68-BCD1-7347BE0E642C}" dt="2023-06-25T16:18:41.895" v="3310" actId="2711"/>
          <ac:spMkLst>
            <pc:docMk/>
            <pc:sldMk cId="1772986048" sldId="300"/>
            <ac:spMk id="2" creationId="{8CD6E9AF-8035-4342-AC6E-A7EBE27A5BA7}"/>
          </ac:spMkLst>
        </pc:spChg>
        <pc:spChg chg="mod">
          <ac:chgData name="祐廷 劉" userId="55b9f2413b94badf" providerId="LiveId" clId="{5EA86210-9012-4E68-BCD1-7347BE0E642C}" dt="2023-06-25T16:18:56.264" v="3319" actId="1076"/>
          <ac:spMkLst>
            <pc:docMk/>
            <pc:sldMk cId="1772986048" sldId="300"/>
            <ac:spMk id="6" creationId="{CBADFFBA-FC02-483D-BC75-FC90183D950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66264441" sldId="301"/>
        </pc:sldMkLst>
        <pc:spChg chg="mod">
          <ac:chgData name="祐廷 劉" userId="55b9f2413b94badf" providerId="LiveId" clId="{5EA86210-9012-4E68-BCD1-7347BE0E642C}" dt="2023-06-25T16:46:53.115" v="3430"/>
          <ac:spMkLst>
            <pc:docMk/>
            <pc:sldMk cId="3466264441" sldId="301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8:00.786" v="3481" actId="2711"/>
          <ac:spMkLst>
            <pc:docMk/>
            <pc:sldMk cId="3466264441" sldId="301"/>
            <ac:spMk id="9" creationId="{87C34A4B-E457-42C2-8F2B-B8A4C58D979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393552922" sldId="302"/>
        </pc:sldMkLst>
        <pc:spChg chg="mod">
          <ac:chgData name="祐廷 劉" userId="55b9f2413b94badf" providerId="LiveId" clId="{5EA86210-9012-4E68-BCD1-7347BE0E642C}" dt="2023-06-25T16:47:21.622" v="3439"/>
          <ac:spMkLst>
            <pc:docMk/>
            <pc:sldMk cId="3393552922" sldId="302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82894403" sldId="303"/>
        </pc:sldMkLst>
        <pc:spChg chg="mod">
          <ac:chgData name="祐廷 劉" userId="55b9f2413b94badf" providerId="LiveId" clId="{5EA86210-9012-4E68-BCD1-7347BE0E642C}" dt="2023-06-25T16:46:56.129" v="3431"/>
          <ac:spMkLst>
            <pc:docMk/>
            <pc:sldMk cId="3582894403" sldId="303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1858875" sldId="304"/>
        </pc:sldMkLst>
        <pc:spChg chg="mod">
          <ac:chgData name="祐廷 劉" userId="55b9f2413b94badf" providerId="LiveId" clId="{5EA86210-9012-4E68-BCD1-7347BE0E642C}" dt="2023-06-25T16:46:59.200" v="3432"/>
          <ac:spMkLst>
            <pc:docMk/>
            <pc:sldMk cId="3451858875" sldId="304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49229952" sldId="305"/>
        </pc:sldMkLst>
        <pc:spChg chg="mod">
          <ac:chgData name="祐廷 劉" userId="55b9f2413b94badf" providerId="LiveId" clId="{5EA86210-9012-4E68-BCD1-7347BE0E642C}" dt="2023-06-25T16:47:03.284" v="3433"/>
          <ac:spMkLst>
            <pc:docMk/>
            <pc:sldMk cId="3949229952" sldId="305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41220507" sldId="306"/>
        </pc:sldMkLst>
        <pc:spChg chg="mod">
          <ac:chgData name="祐廷 劉" userId="55b9f2413b94badf" providerId="LiveId" clId="{5EA86210-9012-4E68-BCD1-7347BE0E642C}" dt="2023-06-25T16:47:06.119" v="3434"/>
          <ac:spMkLst>
            <pc:docMk/>
            <pc:sldMk cId="941220507" sldId="306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24792781" sldId="307"/>
        </pc:sldMkLst>
        <pc:spChg chg="mod">
          <ac:chgData name="祐廷 劉" userId="55b9f2413b94badf" providerId="LiveId" clId="{5EA86210-9012-4E68-BCD1-7347BE0E642C}" dt="2023-06-25T16:47:09.157" v="3435"/>
          <ac:spMkLst>
            <pc:docMk/>
            <pc:sldMk cId="3824792781" sldId="307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11723664" sldId="308"/>
        </pc:sldMkLst>
        <pc:spChg chg="mod">
          <ac:chgData name="祐廷 劉" userId="55b9f2413b94badf" providerId="LiveId" clId="{5EA86210-9012-4E68-BCD1-7347BE0E642C}" dt="2023-06-25T16:47:14.747" v="3437"/>
          <ac:spMkLst>
            <pc:docMk/>
            <pc:sldMk cId="1911723664" sldId="308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84699570" sldId="310"/>
        </pc:sldMkLst>
        <pc:spChg chg="mod">
          <ac:chgData name="祐廷 劉" userId="55b9f2413b94badf" providerId="LiveId" clId="{5EA86210-9012-4E68-BCD1-7347BE0E642C}" dt="2023-06-25T16:47:12.914" v="3436"/>
          <ac:spMkLst>
            <pc:docMk/>
            <pc:sldMk cId="4284699570" sldId="310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33751187" sldId="311"/>
        </pc:sldMkLst>
        <pc:spChg chg="mod">
          <ac:chgData name="祐廷 劉" userId="55b9f2413b94badf" providerId="LiveId" clId="{5EA86210-9012-4E68-BCD1-7347BE0E642C}" dt="2023-06-25T16:47:17.921" v="3438"/>
          <ac:spMkLst>
            <pc:docMk/>
            <pc:sldMk cId="1333751187" sldId="311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404204930" sldId="312"/>
        </pc:sldMkLst>
        <pc:spChg chg="mod">
          <ac:chgData name="祐廷 劉" userId="55b9f2413b94badf" providerId="LiveId" clId="{5EA86210-9012-4E68-BCD1-7347BE0E642C}" dt="2023-06-25T15:28:27.688" v="192" actId="2711"/>
          <ac:spMkLst>
            <pc:docMk/>
            <pc:sldMk cId="1404204930" sldId="312"/>
            <ac:spMk id="2" creationId="{F610D7CB-D079-4247-ABBF-5110177DA0A1}"/>
          </ac:spMkLst>
        </pc:spChg>
        <pc:spChg chg="mod">
          <ac:chgData name="祐廷 劉" userId="55b9f2413b94badf" providerId="LiveId" clId="{5EA86210-9012-4E68-BCD1-7347BE0E642C}" dt="2023-06-25T15:29:31.460" v="280" actId="20577"/>
          <ac:spMkLst>
            <pc:docMk/>
            <pc:sldMk cId="1404204930" sldId="312"/>
            <ac:spMk id="3" creationId="{33D8E5CB-CA98-4B6C-A305-D62663D5DAB5}"/>
          </ac:spMkLst>
        </pc:spChg>
      </pc:sldChg>
      <pc:sldChg chg="modSp mod modTransition modAnim">
        <pc:chgData name="祐廷 劉" userId="55b9f2413b94badf" providerId="LiveId" clId="{5EA86210-9012-4E68-BCD1-7347BE0E642C}" dt="2023-06-26T14:23:54.748" v="4390"/>
        <pc:sldMkLst>
          <pc:docMk/>
          <pc:sldMk cId="4148040693" sldId="313"/>
        </pc:sldMkLst>
        <pc:spChg chg="mod">
          <ac:chgData name="祐廷 劉" userId="55b9f2413b94badf" providerId="LiveId" clId="{5EA86210-9012-4E68-BCD1-7347BE0E642C}" dt="2023-06-25T15:29:46.968" v="294" actId="2711"/>
          <ac:spMkLst>
            <pc:docMk/>
            <pc:sldMk cId="4148040693" sldId="313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0:39.328" v="396" actId="2711"/>
          <ac:spMkLst>
            <pc:docMk/>
            <pc:sldMk cId="4148040693" sldId="313"/>
            <ac:spMk id="6" creationId="{84A23D80-F19D-4F33-90F1-6D1D74DB46DE}"/>
          </ac:spMkLst>
        </pc:spChg>
        <pc:spChg chg="mod">
          <ac:chgData name="祐廷 劉" userId="55b9f2413b94badf" providerId="LiveId" clId="{5EA86210-9012-4E68-BCD1-7347BE0E642C}" dt="2023-06-25T15:31:11.614" v="434" actId="2711"/>
          <ac:spMkLst>
            <pc:docMk/>
            <pc:sldMk cId="4148040693" sldId="313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44230213" sldId="314"/>
        </pc:sldMkLst>
        <pc:spChg chg="mod">
          <ac:chgData name="祐廷 劉" userId="55b9f2413b94badf" providerId="LiveId" clId="{5EA86210-9012-4E68-BCD1-7347BE0E642C}" dt="2023-06-25T15:31:57.089" v="460" actId="2711"/>
          <ac:spMkLst>
            <pc:docMk/>
            <pc:sldMk cId="3744230213" sldId="314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99848128" sldId="315"/>
        </pc:sldMkLst>
        <pc:spChg chg="mod">
          <ac:chgData name="祐廷 劉" userId="55b9f2413b94badf" providerId="LiveId" clId="{5EA86210-9012-4E68-BCD1-7347BE0E642C}" dt="2023-06-25T15:32:35.294" v="478" actId="2711"/>
          <ac:spMkLst>
            <pc:docMk/>
            <pc:sldMk cId="2599848128" sldId="315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4:42.184" v="557" actId="2711"/>
          <ac:spMkLst>
            <pc:docMk/>
            <pc:sldMk cId="2599848128" sldId="315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43170838" sldId="316"/>
        </pc:sldMkLst>
        <pc:spChg chg="mod">
          <ac:chgData name="祐廷 劉" userId="55b9f2413b94badf" providerId="LiveId" clId="{5EA86210-9012-4E68-BCD1-7347BE0E642C}" dt="2023-06-25T15:33:22.681" v="497" actId="2711"/>
          <ac:spMkLst>
            <pc:docMk/>
            <pc:sldMk cId="443170838" sldId="316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35103373" sldId="317"/>
        </pc:sldMkLst>
        <pc:spChg chg="mod">
          <ac:chgData name="祐廷 劉" userId="55b9f2413b94badf" providerId="LiveId" clId="{5EA86210-9012-4E68-BCD1-7347BE0E642C}" dt="2023-06-25T15:33:58.659" v="513" actId="2711"/>
          <ac:spMkLst>
            <pc:docMk/>
            <pc:sldMk cId="3535103373" sldId="317"/>
            <ac:spMk id="2" creationId="{21CD52D8-1EB9-44AB-8124-38B2513FE299}"/>
          </ac:spMkLst>
        </pc:spChg>
        <pc:spChg chg="mod">
          <ac:chgData name="祐廷 劉" userId="55b9f2413b94badf" providerId="LiveId" clId="{5EA86210-9012-4E68-BCD1-7347BE0E642C}" dt="2023-06-25T15:34:11.371" v="523" actId="2711"/>
          <ac:spMkLst>
            <pc:docMk/>
            <pc:sldMk cId="3535103373" sldId="317"/>
            <ac:spMk id="17" creationId="{C993D28A-EAED-461B-88EC-3CFF3C437F7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50982794" sldId="318"/>
        </pc:sldMkLst>
        <pc:spChg chg="mod">
          <ac:chgData name="祐廷 劉" userId="55b9f2413b94badf" providerId="LiveId" clId="{5EA86210-9012-4E68-BCD1-7347BE0E642C}" dt="2023-06-25T15:35:31.291" v="622" actId="2711"/>
          <ac:spMkLst>
            <pc:docMk/>
            <pc:sldMk cId="950982794" sldId="318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6822702" sldId="319"/>
        </pc:sldMkLst>
        <pc:spChg chg="mod">
          <ac:chgData name="祐廷 劉" userId="55b9f2413b94badf" providerId="LiveId" clId="{5EA86210-9012-4E68-BCD1-7347BE0E642C}" dt="2023-06-25T15:35:07.385" v="573" actId="2711"/>
          <ac:spMkLst>
            <pc:docMk/>
            <pc:sldMk cId="1986822702" sldId="319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725889679" sldId="320"/>
        </pc:sldMkLst>
        <pc:spChg chg="mod">
          <ac:chgData name="祐廷 劉" userId="55b9f2413b94badf" providerId="LiveId" clId="{5EA86210-9012-4E68-BCD1-7347BE0E642C}" dt="2023-06-25T15:35:47.807" v="638" actId="2711"/>
          <ac:spMkLst>
            <pc:docMk/>
            <pc:sldMk cId="725889679" sldId="320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007164890" sldId="321"/>
        </pc:sldMkLst>
        <pc:spChg chg="mod">
          <ac:chgData name="祐廷 劉" userId="55b9f2413b94badf" providerId="LiveId" clId="{5EA86210-9012-4E68-BCD1-7347BE0E642C}" dt="2023-06-26T14:16:42.175" v="3900" actId="2711"/>
          <ac:spMkLst>
            <pc:docMk/>
            <pc:sldMk cId="2007164890" sldId="321"/>
            <ac:spMk id="2" creationId="{431CBF03-5EB3-4E70-A248-587F2835BD79}"/>
          </ac:spMkLst>
        </pc:spChg>
        <pc:spChg chg="mod">
          <ac:chgData name="祐廷 劉" userId="55b9f2413b94badf" providerId="LiveId" clId="{5EA86210-9012-4E68-BCD1-7347BE0E642C}" dt="2023-06-26T14:15:20.352" v="3830" actId="2711"/>
          <ac:spMkLst>
            <pc:docMk/>
            <pc:sldMk cId="2007164890" sldId="321"/>
            <ac:spMk id="8" creationId="{23629D86-8219-4BF7-854C-D7F40DDF3E67}"/>
          </ac:spMkLst>
        </pc:spChg>
        <pc:spChg chg="mod">
          <ac:chgData name="祐廷 劉" userId="55b9f2413b94badf" providerId="LiveId" clId="{5EA86210-9012-4E68-BCD1-7347BE0E642C}" dt="2023-06-26T14:16:19.854" v="3883" actId="2711"/>
          <ac:spMkLst>
            <pc:docMk/>
            <pc:sldMk cId="2007164890" sldId="321"/>
            <ac:spMk id="9" creationId="{EB5BD1F0-6917-47C4-ADC0-C576F6F755F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252941179" sldId="322"/>
        </pc:sldMkLst>
        <pc:spChg chg="mod">
          <ac:chgData name="祐廷 劉" userId="55b9f2413b94badf" providerId="LiveId" clId="{5EA86210-9012-4E68-BCD1-7347BE0E642C}" dt="2023-06-26T14:20:39.607" v="4215" actId="2711"/>
          <ac:spMkLst>
            <pc:docMk/>
            <pc:sldMk cId="1252941179" sldId="322"/>
            <ac:spMk id="2" creationId="{2A1E1279-DDF0-4B6A-BDA0-5F9B4776B24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33384222" sldId="323"/>
        </pc:sldMkLst>
        <pc:spChg chg="mod">
          <ac:chgData name="祐廷 劉" userId="55b9f2413b94badf" providerId="LiveId" clId="{5EA86210-9012-4E68-BCD1-7347BE0E642C}" dt="2023-06-26T14:20:56.842" v="4244" actId="2711"/>
          <ac:spMkLst>
            <pc:docMk/>
            <pc:sldMk cId="2133384222" sldId="323"/>
            <ac:spMk id="2" creationId="{D808F4AF-25C4-4A7D-8375-EFE3EE8CDEBC}"/>
          </ac:spMkLst>
        </pc:spChg>
        <pc:spChg chg="mod">
          <ac:chgData name="祐廷 劉" userId="55b9f2413b94badf" providerId="LiveId" clId="{5EA86210-9012-4E68-BCD1-7347BE0E642C}" dt="2023-06-26T14:21:14.135" v="4267" actId="2711"/>
          <ac:spMkLst>
            <pc:docMk/>
            <pc:sldMk cId="2133384222" sldId="323"/>
            <ac:spMk id="3" creationId="{DA6BC435-6AC6-4CD8-9A88-03873CEFDA0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6983837" sldId="324"/>
        </pc:sldMkLst>
        <pc:spChg chg="mod">
          <ac:chgData name="祐廷 劉" userId="55b9f2413b94badf" providerId="LiveId" clId="{5EA86210-9012-4E68-BCD1-7347BE0E642C}" dt="2023-06-26T14:19:56.856" v="4152" actId="2711"/>
          <ac:spMkLst>
            <pc:docMk/>
            <pc:sldMk cId="296983837" sldId="324"/>
            <ac:spMk id="2" creationId="{F8A52C0E-B9ED-4526-90DD-3DBED2860B41}"/>
          </ac:spMkLst>
        </pc:spChg>
        <pc:spChg chg="mod">
          <ac:chgData name="祐廷 劉" userId="55b9f2413b94badf" providerId="LiveId" clId="{5EA86210-9012-4E68-BCD1-7347BE0E642C}" dt="2023-06-26T14:20:21.337" v="4186" actId="2711"/>
          <ac:spMkLst>
            <pc:docMk/>
            <pc:sldMk cId="296983837" sldId="324"/>
            <ac:spMk id="3" creationId="{5402E5A0-B4D3-4DE8-9288-24F259849F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008749676" sldId="325"/>
        </pc:sldMkLst>
        <pc:spChg chg="mod">
          <ac:chgData name="祐廷 劉" userId="55b9f2413b94badf" providerId="LiveId" clId="{5EA86210-9012-4E68-BCD1-7347BE0E642C}" dt="2023-06-26T14:21:32.797" v="4291" actId="2711"/>
          <ac:spMkLst>
            <pc:docMk/>
            <pc:sldMk cId="1008749676" sldId="325"/>
            <ac:spMk id="2" creationId="{A7BE158D-D969-4F49-9979-F3AE29578C38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21T15:03:18.290" v="5050"/>
        <pc:sldMkLst>
          <pc:docMk/>
          <pc:sldMk cId="773901686" sldId="326"/>
        </pc:sldMkLst>
        <pc:spChg chg="mod">
          <ac:chgData name="祐廷 劉" userId="55b9f2413b94badf" providerId="LiveId" clId="{5EA86210-9012-4E68-BCD1-7347BE0E642C}" dt="2023-07-10T15:52:23.322" v="4409" actId="20577"/>
          <ac:spMkLst>
            <pc:docMk/>
            <pc:sldMk cId="773901686" sldId="326"/>
            <ac:spMk id="2" creationId="{CA56D354-741D-4C86-8AEC-F87ED95E4DA3}"/>
          </ac:spMkLst>
        </pc:spChg>
        <pc:spChg chg="del">
          <ac:chgData name="祐廷 劉" userId="55b9f2413b94badf" providerId="LiveId" clId="{5EA86210-9012-4E68-BCD1-7347BE0E642C}" dt="2023-07-10T15:52:37.510" v="4410" actId="478"/>
          <ac:spMkLst>
            <pc:docMk/>
            <pc:sldMk cId="773901686" sldId="326"/>
            <ac:spMk id="3" creationId="{945777F8-C611-45B2-8C4B-0492E7FF6F5C}"/>
          </ac:spMkLst>
        </pc:spChg>
        <pc:spChg chg="add mod">
          <ac:chgData name="祐廷 劉" userId="55b9f2413b94badf" providerId="LiveId" clId="{5EA86210-9012-4E68-BCD1-7347BE0E642C}" dt="2023-07-21T15:02:27.375" v="5044" actId="20577"/>
          <ac:spMkLst>
            <pc:docMk/>
            <pc:sldMk cId="773901686" sldId="326"/>
            <ac:spMk id="4" creationId="{EDF44081-F897-437F-9B5D-59B0333B8F93}"/>
          </ac:spMkLst>
        </pc:spChg>
        <pc:spChg chg="add mod">
          <ac:chgData name="祐廷 劉" userId="55b9f2413b94badf" providerId="LiveId" clId="{5EA86210-9012-4E68-BCD1-7347BE0E642C}" dt="2023-07-21T15:02:34.086" v="5045" actId="1076"/>
          <ac:spMkLst>
            <pc:docMk/>
            <pc:sldMk cId="773901686" sldId="326"/>
            <ac:spMk id="7" creationId="{BE11CB8C-4056-4108-9849-E5E17DD48A94}"/>
          </ac:spMkLst>
        </pc:spChg>
        <pc:spChg chg="add mod">
          <ac:chgData name="祐廷 劉" userId="55b9f2413b94badf" providerId="LiveId" clId="{5EA86210-9012-4E68-BCD1-7347BE0E642C}" dt="2023-07-21T15:02:38.512" v="5046" actId="1076"/>
          <ac:spMkLst>
            <pc:docMk/>
            <pc:sldMk cId="773901686" sldId="326"/>
            <ac:spMk id="9" creationId="{614D1592-9859-4AEA-8A9E-D30CDCCEE790}"/>
          </ac:spMkLst>
        </pc:spChg>
        <pc:picChg chg="add mod">
          <ac:chgData name="祐廷 劉" userId="55b9f2413b94badf" providerId="LiveId" clId="{5EA86210-9012-4E68-BCD1-7347BE0E642C}" dt="2023-07-10T16:06:49.822" v="4564" actId="1076"/>
          <ac:picMkLst>
            <pc:docMk/>
            <pc:sldMk cId="773901686" sldId="326"/>
            <ac:picMk id="6" creationId="{6E6BF51A-D814-4F6B-A1B3-8E35B6A9E5FC}"/>
          </ac:picMkLst>
        </pc:picChg>
        <pc:picChg chg="add mod">
          <ac:chgData name="祐廷 劉" userId="55b9f2413b94badf" providerId="LiveId" clId="{5EA86210-9012-4E68-BCD1-7347BE0E642C}" dt="2023-07-10T16:07:18.892" v="4567" actId="1076"/>
          <ac:picMkLst>
            <pc:docMk/>
            <pc:sldMk cId="773901686" sldId="326"/>
            <ac:picMk id="8" creationId="{F77FF5DC-9D3C-48BE-962C-362A809FD22A}"/>
          </ac:picMkLst>
        </pc:picChg>
      </pc:sldChg>
      <pc:sldChg chg="modSp new mod modTransition">
        <pc:chgData name="祐廷 劉" userId="55b9f2413b94badf" providerId="LiveId" clId="{5EA86210-9012-4E68-BCD1-7347BE0E642C}" dt="2023-07-10T16:18:22.567" v="4943"/>
        <pc:sldMkLst>
          <pc:docMk/>
          <pc:sldMk cId="915565456" sldId="327"/>
        </pc:sldMkLst>
        <pc:spChg chg="mod">
          <ac:chgData name="祐廷 劉" userId="55b9f2413b94badf" providerId="LiveId" clId="{5EA86210-9012-4E68-BCD1-7347BE0E642C}" dt="2023-07-10T16:17:20.513" v="4921" actId="20577"/>
          <ac:spMkLst>
            <pc:docMk/>
            <pc:sldMk cId="915565456" sldId="327"/>
            <ac:spMk id="2" creationId="{6531BA23-8B77-4AD0-AEE6-A29CB796009A}"/>
          </ac:spMkLst>
        </pc:spChg>
        <pc:spChg chg="mod">
          <ac:chgData name="祐廷 劉" userId="55b9f2413b94badf" providerId="LiveId" clId="{5EA86210-9012-4E68-BCD1-7347BE0E642C}" dt="2023-07-10T16:13:47.331" v="4891" actId="20577"/>
          <ac:spMkLst>
            <pc:docMk/>
            <pc:sldMk cId="915565456" sldId="327"/>
            <ac:spMk id="3" creationId="{441F683A-E1DD-45B4-AB0D-33888B03A801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30.997" v="4953"/>
        <pc:sldMkLst>
          <pc:docMk/>
          <pc:sldMk cId="3653094298" sldId="328"/>
        </pc:sldMkLst>
        <pc:spChg chg="mod">
          <ac:chgData name="祐廷 劉" userId="55b9f2413b94badf" providerId="LiveId" clId="{5EA86210-9012-4E68-BCD1-7347BE0E642C}" dt="2023-07-10T16:17:26.493" v="4931" actId="20577"/>
          <ac:spMkLst>
            <pc:docMk/>
            <pc:sldMk cId="3653094298" sldId="328"/>
            <ac:spMk id="2" creationId="{5CE646F9-103E-4805-A561-0E225FE74A65}"/>
          </ac:spMkLst>
        </pc:spChg>
        <pc:spChg chg="del">
          <ac:chgData name="祐廷 劉" userId="55b9f2413b94badf" providerId="LiveId" clId="{5EA86210-9012-4E68-BCD1-7347BE0E642C}" dt="2023-07-10T16:15:41.383" v="4893" actId="478"/>
          <ac:spMkLst>
            <pc:docMk/>
            <pc:sldMk cId="3653094298" sldId="328"/>
            <ac:spMk id="3" creationId="{7EE322AD-7666-4DA4-8754-085D092FFF4B}"/>
          </ac:spMkLst>
        </pc:spChg>
        <pc:spChg chg="add">
          <ac:chgData name="祐廷 劉" userId="55b9f2413b94badf" providerId="LiveId" clId="{5EA86210-9012-4E68-BCD1-7347BE0E642C}" dt="2023-07-10T16:16:43.761" v="4909" actId="11529"/>
          <ac:spMkLst>
            <pc:docMk/>
            <pc:sldMk cId="3653094298" sldId="328"/>
            <ac:spMk id="8" creationId="{68D0772D-4A80-46D3-92ED-B7DBABD5F26F}"/>
          </ac:spMkLst>
        </pc:spChg>
        <pc:picChg chg="add mod">
          <ac:chgData name="祐廷 劉" userId="55b9f2413b94badf" providerId="LiveId" clId="{5EA86210-9012-4E68-BCD1-7347BE0E642C}" dt="2023-07-10T16:16:26.478" v="4907" actId="1076"/>
          <ac:picMkLst>
            <pc:docMk/>
            <pc:sldMk cId="3653094298" sldId="328"/>
            <ac:picMk id="5" creationId="{FAAEB494-BD50-4A0E-B075-AE39792CBFA9}"/>
          </ac:picMkLst>
        </pc:picChg>
        <pc:picChg chg="add mod">
          <ac:chgData name="祐廷 劉" userId="55b9f2413b94badf" providerId="LiveId" clId="{5EA86210-9012-4E68-BCD1-7347BE0E642C}" dt="2023-07-10T16:16:28.600" v="4908" actId="1076"/>
          <ac:picMkLst>
            <pc:docMk/>
            <pc:sldMk cId="3653094298" sldId="328"/>
            <ac:picMk id="7" creationId="{A4D21587-8EB0-4DEC-8FC0-DE12048FB94D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20.547" v="5011"/>
        <pc:sldMkLst>
          <pc:docMk/>
          <pc:sldMk cId="1942163099" sldId="329"/>
        </pc:sldMkLst>
        <pc:spChg chg="mod">
          <ac:chgData name="祐廷 劉" userId="55b9f2413b94badf" providerId="LiveId" clId="{5EA86210-9012-4E68-BCD1-7347BE0E642C}" dt="2023-07-17T03:22:17.697" v="4957"/>
          <ac:spMkLst>
            <pc:docMk/>
            <pc:sldMk cId="1942163099" sldId="329"/>
            <ac:spMk id="2" creationId="{A74FC5DA-B2E7-4C6E-98B3-1679237869DD}"/>
          </ac:spMkLst>
        </pc:spChg>
        <pc:spChg chg="del">
          <ac:chgData name="祐廷 劉" userId="55b9f2413b94badf" providerId="LiveId" clId="{5EA86210-9012-4E68-BCD1-7347BE0E642C}" dt="2023-07-17T03:25:13.250" v="4963" actId="478"/>
          <ac:spMkLst>
            <pc:docMk/>
            <pc:sldMk cId="1942163099" sldId="329"/>
            <ac:spMk id="3" creationId="{9921F672-5632-45B2-9DCA-E5625DD61A5E}"/>
          </ac:spMkLst>
        </pc:spChg>
        <pc:picChg chg="add mod">
          <ac:chgData name="祐廷 劉" userId="55b9f2413b94badf" providerId="LiveId" clId="{5EA86210-9012-4E68-BCD1-7347BE0E642C}" dt="2023-07-17T03:27:39.423" v="4977" actId="1076"/>
          <ac:picMkLst>
            <pc:docMk/>
            <pc:sldMk cId="1942163099" sldId="329"/>
            <ac:picMk id="5" creationId="{FB18D4A3-61B9-44C2-B234-622FE01172BB}"/>
          </ac:picMkLst>
        </pc:picChg>
        <pc:picChg chg="add mod">
          <ac:chgData name="祐廷 劉" userId="55b9f2413b94badf" providerId="LiveId" clId="{5EA86210-9012-4E68-BCD1-7347BE0E642C}" dt="2023-07-17T03:26:24.514" v="4972" actId="1076"/>
          <ac:picMkLst>
            <pc:docMk/>
            <pc:sldMk cId="1942163099" sldId="329"/>
            <ac:picMk id="7" creationId="{A3200C4A-9DFA-47C7-B93F-01524E71A369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31.240" v="5017"/>
        <pc:sldMkLst>
          <pc:docMk/>
          <pc:sldMk cId="3557610081" sldId="330"/>
        </pc:sldMkLst>
        <pc:spChg chg="mod">
          <ac:chgData name="祐廷 劉" userId="55b9f2413b94badf" providerId="LiveId" clId="{5EA86210-9012-4E68-BCD1-7347BE0E642C}" dt="2023-07-17T03:22:19.368" v="4958"/>
          <ac:spMkLst>
            <pc:docMk/>
            <pc:sldMk cId="3557610081" sldId="330"/>
            <ac:spMk id="2" creationId="{4F4BEBE2-D32E-4CCB-B817-53CF4484524D}"/>
          </ac:spMkLst>
        </pc:spChg>
        <pc:spChg chg="del">
          <ac:chgData name="祐廷 劉" userId="55b9f2413b94badf" providerId="LiveId" clId="{5EA86210-9012-4E68-BCD1-7347BE0E642C}" dt="2023-07-17T03:26:41.633" v="4974" actId="478"/>
          <ac:spMkLst>
            <pc:docMk/>
            <pc:sldMk cId="3557610081" sldId="330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7:46.068" v="4979" actId="14100"/>
          <ac:picMkLst>
            <pc:docMk/>
            <pc:sldMk cId="3557610081" sldId="330"/>
            <ac:picMk id="5" creationId="{A097003F-668F-41CD-B588-64DD82655A34}"/>
          </ac:picMkLst>
        </pc:picChg>
        <pc:picChg chg="add mod">
          <ac:chgData name="祐廷 劉" userId="55b9f2413b94badf" providerId="LiveId" clId="{5EA86210-9012-4E68-BCD1-7347BE0E642C}" dt="2023-07-17T03:28:12.867" v="4984" actId="1076"/>
          <ac:picMkLst>
            <pc:docMk/>
            <pc:sldMk cId="3557610081" sldId="330"/>
            <ac:picMk id="7" creationId="{34C64A46-FA2A-479F-8204-9017150D5A91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45.553" v="5029"/>
        <pc:sldMkLst>
          <pc:docMk/>
          <pc:sldMk cId="1414329666" sldId="331"/>
        </pc:sldMkLst>
        <pc:spChg chg="mod">
          <ac:chgData name="祐廷 劉" userId="55b9f2413b94badf" providerId="LiveId" clId="{5EA86210-9012-4E68-BCD1-7347BE0E642C}" dt="2023-07-17T03:22:23.205" v="4961"/>
          <ac:spMkLst>
            <pc:docMk/>
            <pc:sldMk cId="1414329666" sldId="331"/>
            <ac:spMk id="2" creationId="{D92D452F-F9C6-4BCB-9039-202188DD51AE}"/>
          </ac:spMkLst>
        </pc:spChg>
        <pc:spChg chg="del">
          <ac:chgData name="祐廷 劉" userId="55b9f2413b94badf" providerId="LiveId" clId="{5EA86210-9012-4E68-BCD1-7347BE0E642C}" dt="2023-07-17T03:30:35.041" v="4994" actId="478"/>
          <ac:spMkLst>
            <pc:docMk/>
            <pc:sldMk cId="1414329666" sldId="331"/>
            <ac:spMk id="3" creationId="{D324CEA2-CF70-4383-A52F-1C6CA2C504D4}"/>
          </ac:spMkLst>
        </pc:spChg>
        <pc:spChg chg="add del">
          <ac:chgData name="祐廷 劉" userId="55b9f2413b94badf" providerId="LiveId" clId="{5EA86210-9012-4E68-BCD1-7347BE0E642C}" dt="2023-07-17T03:22:21.469" v="4960" actId="22"/>
          <ac:spMkLst>
            <pc:docMk/>
            <pc:sldMk cId="1414329666" sldId="331"/>
            <ac:spMk id="5" creationId="{FA0C452C-5ACD-4B55-AE6C-C65067A7737A}"/>
          </ac:spMkLst>
        </pc:spChg>
        <pc:picChg chg="add mod">
          <ac:chgData name="祐廷 劉" userId="55b9f2413b94badf" providerId="LiveId" clId="{5EA86210-9012-4E68-BCD1-7347BE0E642C}" dt="2023-07-17T03:32:25.527" v="4997" actId="14100"/>
          <ac:picMkLst>
            <pc:docMk/>
            <pc:sldMk cId="1414329666" sldId="331"/>
            <ac:picMk id="7" creationId="{09F504D8-47BF-411F-B650-80D015FAC9A0}"/>
          </ac:picMkLst>
        </pc:picChg>
        <pc:picChg chg="add mod">
          <ac:chgData name="祐廷 劉" userId="55b9f2413b94badf" providerId="LiveId" clId="{5EA86210-9012-4E68-BCD1-7347BE0E642C}" dt="2023-07-17T03:32:40.348" v="4999" actId="1076"/>
          <ac:picMkLst>
            <pc:docMk/>
            <pc:sldMk cId="1414329666" sldId="331"/>
            <ac:picMk id="8" creationId="{AC102D70-B3F8-4DF7-96FA-D8A53EDA1D82}"/>
          </ac:picMkLst>
        </pc:picChg>
      </pc:sldChg>
      <pc:sldChg chg="addSp delSp modSp add mod modTransition modAnim">
        <pc:chgData name="祐廷 劉" userId="55b9f2413b94badf" providerId="LiveId" clId="{5EA86210-9012-4E68-BCD1-7347BE0E642C}" dt="2023-07-17T03:33:38.242" v="5023"/>
        <pc:sldMkLst>
          <pc:docMk/>
          <pc:sldMk cId="192552324" sldId="332"/>
        </pc:sldMkLst>
        <pc:spChg chg="del">
          <ac:chgData name="祐廷 劉" userId="55b9f2413b94badf" providerId="LiveId" clId="{5EA86210-9012-4E68-BCD1-7347BE0E642C}" dt="2023-07-17T03:28:34.150" v="4985" actId="478"/>
          <ac:spMkLst>
            <pc:docMk/>
            <pc:sldMk cId="192552324" sldId="332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9:46.313" v="4989" actId="1076"/>
          <ac:picMkLst>
            <pc:docMk/>
            <pc:sldMk cId="192552324" sldId="332"/>
            <ac:picMk id="5" creationId="{59C86C9B-29F7-4FF0-937E-152E6EE067FE}"/>
          </ac:picMkLst>
        </pc:picChg>
        <pc:picChg chg="add mod">
          <ac:chgData name="祐廷 劉" userId="55b9f2413b94badf" providerId="LiveId" clId="{5EA86210-9012-4E68-BCD1-7347BE0E642C}" dt="2023-07-17T03:30:30.114" v="4993" actId="1076"/>
          <ac:picMkLst>
            <pc:docMk/>
            <pc:sldMk cId="192552324" sldId="332"/>
            <ac:picMk id="6" creationId="{791037D6-471E-4BEA-8232-286C344F0B05}"/>
          </ac:picMkLst>
        </pc:picChg>
      </pc:sldChg>
      <pc:sldChg chg="modSp new mod">
        <pc:chgData name="祐廷 劉" userId="55b9f2413b94badf" providerId="LiveId" clId="{5EA86210-9012-4E68-BCD1-7347BE0E642C}" dt="2023-07-21T15:08:23.851" v="5206" actId="255"/>
        <pc:sldMkLst>
          <pc:docMk/>
          <pc:sldMk cId="49393110" sldId="338"/>
        </pc:sldMkLst>
        <pc:spChg chg="mod">
          <ac:chgData name="祐廷 劉" userId="55b9f2413b94badf" providerId="LiveId" clId="{5EA86210-9012-4E68-BCD1-7347BE0E642C}" dt="2023-07-21T15:08:01.519" v="5199" actId="20577"/>
          <ac:spMkLst>
            <pc:docMk/>
            <pc:sldMk cId="49393110" sldId="338"/>
            <ac:spMk id="2" creationId="{AF73D80A-F159-4B07-81DE-662FD7F76151}"/>
          </ac:spMkLst>
        </pc:spChg>
        <pc:spChg chg="mod">
          <ac:chgData name="祐廷 劉" userId="55b9f2413b94badf" providerId="LiveId" clId="{5EA86210-9012-4E68-BCD1-7347BE0E642C}" dt="2023-07-21T15:08:23.851" v="5206" actId="255"/>
          <ac:spMkLst>
            <pc:docMk/>
            <pc:sldMk cId="49393110" sldId="338"/>
            <ac:spMk id="3" creationId="{F3D1CAC8-454D-485E-92A9-5598DDB5D87B}"/>
          </ac:spMkLst>
        </pc:spChg>
      </pc:sldChg>
      <pc:sldChg chg="new del">
        <pc:chgData name="祐廷 劉" userId="55b9f2413b94badf" providerId="LiveId" clId="{5EA86210-9012-4E68-BCD1-7347BE0E642C}" dt="2023-07-21T15:20:37.385" v="5209" actId="47"/>
        <pc:sldMkLst>
          <pc:docMk/>
          <pc:sldMk cId="3924199916" sldId="33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9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3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7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24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986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083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2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65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3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3603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4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563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3936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6092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711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36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93F93E-B5DE-4B50-93E6-ADB519FE5D77}" type="datetimeFigureOut">
              <a:rPr lang="zh-TW" altLang="en-US" smtClean="0"/>
              <a:t>2023/8/9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20277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C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語言</a:t>
            </a:r>
            <a:r>
              <a:rPr lang="en-US" altLang="zh-TW" dirty="0">
                <a:latin typeface="Consolas" panose="020B0609020204030204" pitchFamily="49" charset="0"/>
              </a:rPr>
              <a:t> II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艾斯雞磨人</a:t>
            </a:r>
          </a:p>
        </p:txBody>
      </p:sp>
    </p:spTree>
    <p:extLst>
      <p:ext uri="{BB962C8B-B14F-4D97-AF65-F5344CB8AC3E}">
        <p14:creationId xmlns:p14="http://schemas.microsoft.com/office/powerpoint/2010/main" val="243994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21CD7E-90F9-444D-8695-CCD0B59FE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0F124E-0939-4E4A-9AF9-8F0B97AA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581401"/>
          </a:xfrm>
        </p:spPr>
        <p:txBody>
          <a:bodyPr/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952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重複做事情</a:t>
            </a:r>
          </a:p>
        </p:txBody>
      </p:sp>
    </p:spTree>
    <p:extLst>
      <p:ext uri="{BB962C8B-B14F-4D97-AF65-F5344CB8AC3E}">
        <p14:creationId xmlns:p14="http://schemas.microsoft.com/office/powerpoint/2010/main" val="481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D7CB-D079-4247-ABBF-5110177DA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迴圈的應用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D8E5CB-CA98-4B6C-A305-D62663D5D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當我們想重複做某些事情時</a:t>
            </a:r>
            <a:r>
              <a:rPr lang="en-US" altLang="zh-TW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計算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n! = n(n – 1)(n – 2)... * 2 * 1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04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E639783B-CC05-4510-BDA7-EFD4DF7B0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57" y="399786"/>
            <a:ext cx="6287045" cy="605842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EFE8685-81EA-47BB-A9A5-A5E1F8A4B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913" y="2739328"/>
            <a:ext cx="4732430" cy="1379340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622DF29-551B-4F41-B7C4-7FEE2DAE086D}"/>
              </a:ext>
            </a:extLst>
          </p:cNvPr>
          <p:cNvGrpSpPr>
            <a:grpSpLocks noChangeAspect="1"/>
          </p:cNvGrpSpPr>
          <p:nvPr/>
        </p:nvGrpSpPr>
        <p:grpSpPr>
          <a:xfrm>
            <a:off x="216427" y="291331"/>
            <a:ext cx="11759145" cy="6275334"/>
            <a:chOff x="419657" y="354066"/>
            <a:chExt cx="11352686" cy="6058425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9F8D057A-3DEA-4D8C-AC20-65E2DE5333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9657" y="354066"/>
              <a:ext cx="6287045" cy="6058425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2BFDA5C6-1890-4F3B-914C-1A2BD616A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9913" y="2693608"/>
              <a:ext cx="4732430" cy="13793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27155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6454C7E-A529-43F7-8932-8B376012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429000"/>
            <a:ext cx="5339587" cy="136412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4A23D80-F19D-4F33-90F1-6D1D74DB46DE}"/>
              </a:ext>
            </a:extLst>
          </p:cNvPr>
          <p:cNvSpPr txBox="1"/>
          <p:nvPr/>
        </p:nvSpPr>
        <p:spPr>
          <a:xfrm>
            <a:off x="1121199" y="2774054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若小括號內的條件成立，則迴圈會一直重複執行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3031958" y="3513221"/>
            <a:ext cx="2991853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這裡放你想要重複做的事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679032" y="3906253"/>
            <a:ext cx="3344779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040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2B67C6-0EC3-4B1C-84DB-5F6D79F0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40055"/>
            <a:ext cx="4561555" cy="3460911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6900527" y="118310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6814080" y="250657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6900527" y="381400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6900527" y="513748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6900527" y="38902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8347885" y="510740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38" name="圖片 37">
            <a:extLst>
              <a:ext uri="{FF2B5EF4-FFF2-40B4-BE49-F238E27FC236}">
                <a16:creationId xmlns:a16="http://schemas.microsoft.com/office/drawing/2014/main" id="{40FDF315-4ED8-4E0E-A241-B06647B6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30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226D4DC-C634-40DE-BB48-7E97FD8CE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669244"/>
            <a:ext cx="10645319" cy="110289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2430380" y="3685285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這裡放你想重複做的事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430379" y="4078316"/>
            <a:ext cx="4074695" cy="3011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CE22CE-5AFA-4279-A43E-2354907914CC}"/>
              </a:ext>
            </a:extLst>
          </p:cNvPr>
          <p:cNvSpPr/>
          <p:nvPr/>
        </p:nvSpPr>
        <p:spPr>
          <a:xfrm>
            <a:off x="4902452" y="3692529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037457-2C6D-431A-823D-8F0A00BF4067}"/>
              </a:ext>
            </a:extLst>
          </p:cNvPr>
          <p:cNvSpPr/>
          <p:nvPr/>
        </p:nvSpPr>
        <p:spPr>
          <a:xfrm>
            <a:off x="7374524" y="3692529"/>
            <a:ext cx="3991308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984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0" grpId="1" animBg="1"/>
      <p:bldP spid="11" grpId="0" animBg="1"/>
      <p:bldP spid="11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迴圈執行順序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750CE26-34D1-45AF-8D5B-D8A9335B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31" y="433771"/>
            <a:ext cx="6766925" cy="20808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77FB6AE-3C04-41E1-A59B-247B1BA67B76}"/>
              </a:ext>
            </a:extLst>
          </p:cNvPr>
          <p:cNvSpPr/>
          <p:nvPr/>
        </p:nvSpPr>
        <p:spPr>
          <a:xfrm>
            <a:off x="6208776" y="452059"/>
            <a:ext cx="2086211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DFB640F3-B439-4835-9C5F-D7218976D806}"/>
              </a:ext>
            </a:extLst>
          </p:cNvPr>
          <p:cNvSpPr/>
          <p:nvPr/>
        </p:nvSpPr>
        <p:spPr>
          <a:xfrm>
            <a:off x="1141413" y="2866644"/>
            <a:ext cx="2029968" cy="1124713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給初始值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0DBB7C36-106D-4DF0-BE4C-09CC811BD8CC}"/>
              </a:ext>
            </a:extLst>
          </p:cNvPr>
          <p:cNvSpPr/>
          <p:nvPr/>
        </p:nvSpPr>
        <p:spPr>
          <a:xfrm>
            <a:off x="4569546" y="2866643"/>
            <a:ext cx="249936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判斷執行條件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7D17EA-D734-4D38-B0D4-EEF5A8E278AD}"/>
              </a:ext>
            </a:extLst>
          </p:cNvPr>
          <p:cNvSpPr/>
          <p:nvPr/>
        </p:nvSpPr>
        <p:spPr>
          <a:xfrm>
            <a:off x="1093739" y="5114540"/>
            <a:ext cx="4017392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執行大括號內的程式碼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3649853-281A-47F9-AE9A-2BC2B17BF8B6}"/>
              </a:ext>
            </a:extLst>
          </p:cNvPr>
          <p:cNvSpPr/>
          <p:nvPr/>
        </p:nvSpPr>
        <p:spPr>
          <a:xfrm>
            <a:off x="6509296" y="5123687"/>
            <a:ext cx="475488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迴圈結束要自動執行的動作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990B529-CFDB-4C24-B0EC-8A07AF897F2C}"/>
              </a:ext>
            </a:extLst>
          </p:cNvPr>
          <p:cNvSpPr/>
          <p:nvPr/>
        </p:nvSpPr>
        <p:spPr>
          <a:xfrm>
            <a:off x="8467072" y="2866644"/>
            <a:ext cx="2029968" cy="1124713"/>
          </a:xfrm>
          <a:prstGeom prst="roundRect">
            <a:avLst/>
          </a:prstGeom>
          <a:solidFill>
            <a:schemeClr val="tx1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離開迴圈</a:t>
            </a:r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DFF9927A-F3A4-4DDC-B8F0-CAECB333E5FA}"/>
              </a:ext>
            </a:extLst>
          </p:cNvPr>
          <p:cNvSpPr/>
          <p:nvPr/>
        </p:nvSpPr>
        <p:spPr>
          <a:xfrm>
            <a:off x="3171381" y="3282696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07AFE52C-AA5B-4370-B728-B3B92A979FF4}"/>
              </a:ext>
            </a:extLst>
          </p:cNvPr>
          <p:cNvSpPr/>
          <p:nvPr/>
        </p:nvSpPr>
        <p:spPr>
          <a:xfrm>
            <a:off x="7063404" y="3284980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不符合</a:t>
            </a:r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535D139-405E-47B7-878D-C954C0EEF4E3}"/>
              </a:ext>
            </a:extLst>
          </p:cNvPr>
          <p:cNvSpPr/>
          <p:nvPr/>
        </p:nvSpPr>
        <p:spPr>
          <a:xfrm>
            <a:off x="5111131" y="5539739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箭號: 向右 19">
            <a:extLst>
              <a:ext uri="{FF2B5EF4-FFF2-40B4-BE49-F238E27FC236}">
                <a16:creationId xmlns:a16="http://schemas.microsoft.com/office/drawing/2014/main" id="{0C274132-834A-41C8-A8C9-444774A034BB}"/>
              </a:ext>
            </a:extLst>
          </p:cNvPr>
          <p:cNvSpPr/>
          <p:nvPr/>
        </p:nvSpPr>
        <p:spPr>
          <a:xfrm rot="7987985">
            <a:off x="3360357" y="4367188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C12F9A55-5801-427E-B08A-F263B1ACC2F1}"/>
              </a:ext>
            </a:extLst>
          </p:cNvPr>
          <p:cNvSpPr/>
          <p:nvPr/>
        </p:nvSpPr>
        <p:spPr>
          <a:xfrm rot="13385969">
            <a:off x="6846105" y="4367187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685F5C74-4487-4F61-80D9-53B9803C6FBD}"/>
              </a:ext>
            </a:extLst>
          </p:cNvPr>
          <p:cNvSpPr txBox="1"/>
          <p:nvPr/>
        </p:nvSpPr>
        <p:spPr>
          <a:xfrm>
            <a:off x="3666735" y="4145798"/>
            <a:ext cx="1097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符合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05F1482-A3EC-425A-AE0A-9D622042D2B2}"/>
              </a:ext>
            </a:extLst>
          </p:cNvPr>
          <p:cNvSpPr/>
          <p:nvPr/>
        </p:nvSpPr>
        <p:spPr>
          <a:xfrm>
            <a:off x="8333417" y="452059"/>
            <a:ext cx="1450663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5B94E9-DEB4-4925-B621-EDEA439EFC31}"/>
              </a:ext>
            </a:extLst>
          </p:cNvPr>
          <p:cNvSpPr/>
          <p:nvPr/>
        </p:nvSpPr>
        <p:spPr>
          <a:xfrm>
            <a:off x="9830275" y="457273"/>
            <a:ext cx="831629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FA78375-59D6-49D1-86F5-9BDE1BB11D5B}"/>
              </a:ext>
            </a:extLst>
          </p:cNvPr>
          <p:cNvSpPr/>
          <p:nvPr/>
        </p:nvSpPr>
        <p:spPr>
          <a:xfrm>
            <a:off x="5916168" y="963076"/>
            <a:ext cx="5961888" cy="1067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4748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3" grpId="1" animBg="1"/>
      <p:bldP spid="23" grpId="2" animBg="1"/>
      <p:bldP spid="23" grpId="3" animBg="1"/>
      <p:bldP spid="24" grpId="0" animBg="1"/>
      <p:bldP spid="24" grpId="1" animBg="1"/>
      <p:bldP spid="25" grpId="0" animBg="1"/>
      <p:bldP spid="25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8001176" y="113738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7914729" y="246085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8001176" y="376828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8001176" y="509176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8001176" y="34330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9448534" y="506168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0B64CD31-CFE8-4757-83A3-0B99689C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08" y="3141796"/>
            <a:ext cx="5502813" cy="2387167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0138C9C0-14F8-403F-B8FE-F09B15301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70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7D9D8E-6D0B-4AD3-BD9E-1E1EC8C6D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01F880-3C44-438E-BAFD-00F3D5C35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712" y="2539286"/>
            <a:ext cx="8532576" cy="36082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6E53BBB-0D2C-484E-8467-82BEA0F645C1}"/>
              </a:ext>
            </a:extLst>
          </p:cNvPr>
          <p:cNvSpPr/>
          <p:nvPr/>
        </p:nvSpPr>
        <p:spPr>
          <a:xfrm>
            <a:off x="8150834" y="3908402"/>
            <a:ext cx="1555271" cy="434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9040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AE5729A-79D6-4A68-844F-5233B998D78F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1</a:t>
            </a:r>
            <a:endParaRPr lang="zh-TW" altLang="en-US" sz="2800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5D293D-AC3D-475A-8DAD-0F6C06621303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2</a:t>
            </a:r>
            <a:endParaRPr lang="zh-TW" altLang="en-US" sz="2800" dirty="0"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DFBB00-EC01-4C55-9F3C-94A65693B475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3</a:t>
            </a:r>
            <a:endParaRPr lang="zh-TW" altLang="en-US" sz="2800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E5B4615-603D-4EDA-A92F-7F4CCEC73054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4</a:t>
            </a:r>
            <a:endParaRPr lang="zh-TW" altLang="en-US" sz="2800" dirty="0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7DFC6-7BF4-4DEF-A5B3-4F8F9D2FEE4D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FE92C8E-9A09-45E3-876C-94314B97246C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3C64F223-6EB2-41D4-87AD-E2AF1B2F75AF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56F8976E-C9F0-409A-9E49-4E92454DF636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75E17C5C-9308-4085-BD37-9DF3B87E0225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6C54D3D-6013-410E-87DD-C37CA214FB83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9568CBDC-96B2-441E-843A-A19CA2223962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EB671041-AFBE-4475-9DD9-2918A3492A59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7AA132-9C5C-4B99-B165-A1085E6D3A29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993D28A-EAED-461B-88EC-3CFF3C437F75}"/>
              </a:ext>
            </a:extLst>
          </p:cNvPr>
          <p:cNvSpPr txBox="1"/>
          <p:nvPr/>
        </p:nvSpPr>
        <p:spPr>
          <a:xfrm>
            <a:off x="4103311" y="573491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C15D5209-1427-4696-BBA4-BB8D1F33CB69}"/>
              </a:ext>
            </a:extLst>
          </p:cNvPr>
          <p:cNvSpPr/>
          <p:nvPr/>
        </p:nvSpPr>
        <p:spPr>
          <a:xfrm rot="14396294">
            <a:off x="6803136" y="3649102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AE7CB1-FA4E-483C-9313-92A6A690F81C}"/>
              </a:ext>
            </a:extLst>
          </p:cNvPr>
          <p:cNvSpPr txBox="1"/>
          <p:nvPr/>
        </p:nvSpPr>
        <p:spPr>
          <a:xfrm>
            <a:off x="6875659" y="4633294"/>
            <a:ext cx="1051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break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103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0548D40A-BD67-4E95-AE4E-960CB07FC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50576"/>
            <a:ext cx="5623205" cy="2785650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5E19BB9-4C91-49B5-AF32-4FD9E43A1B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61"/>
          <a:stretch/>
        </p:blipFill>
        <p:spPr>
          <a:xfrm>
            <a:off x="6887831" y="3707575"/>
            <a:ext cx="5163675" cy="123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22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EA05593-9F91-4BA4-B2A4-CC0C98B966FB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1</a:t>
            </a:r>
            <a:endParaRPr lang="zh-TW" altLang="en-US" sz="2800" dirty="0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C633BCC-6478-4721-870E-347BA7F55FCF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2</a:t>
            </a:r>
            <a:endParaRPr lang="zh-TW" altLang="en-US" sz="2800" dirty="0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79BAD0B-AD39-470C-ADFA-2329851CAFC0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3</a:t>
            </a:r>
            <a:endParaRPr lang="zh-TW" altLang="en-US" sz="2800" dirty="0"/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E2236A03-C357-494E-AD84-5E5FBF79E986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4</a:t>
            </a:r>
            <a:endParaRPr lang="zh-TW" altLang="en-US" sz="2800" dirty="0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801F8D-DA21-477D-89C5-714403150627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1824D7A-B50D-46E2-936B-48EEB8D9F386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箭號: 向下 25">
            <a:extLst>
              <a:ext uri="{FF2B5EF4-FFF2-40B4-BE49-F238E27FC236}">
                <a16:creationId xmlns:a16="http://schemas.microsoft.com/office/drawing/2014/main" id="{A812D014-24ED-4E54-BBBC-F660B4876AF5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26BA017-086A-4659-80C3-EDB89A585865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箭號: 向下 27">
            <a:extLst>
              <a:ext uri="{FF2B5EF4-FFF2-40B4-BE49-F238E27FC236}">
                <a16:creationId xmlns:a16="http://schemas.microsoft.com/office/drawing/2014/main" id="{9AAA577E-2896-423F-9734-1F005EA2E7C3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箭號: 向下 28">
            <a:extLst>
              <a:ext uri="{FF2B5EF4-FFF2-40B4-BE49-F238E27FC236}">
                <a16:creationId xmlns:a16="http://schemas.microsoft.com/office/drawing/2014/main" id="{0D305E4C-8FD3-4AFC-BE32-4BCB4545D0C6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6C686256-E3E6-478C-AAE3-357A8D5FDA60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751602FC-CE56-4D4B-9B3A-EBE27BBBA534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B670BAA-81E9-421B-A224-FE43A2CE86CB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777013-1F05-4755-B26B-8CB7FC087C4A}"/>
              </a:ext>
            </a:extLst>
          </p:cNvPr>
          <p:cNvSpPr txBox="1"/>
          <p:nvPr/>
        </p:nvSpPr>
        <p:spPr>
          <a:xfrm>
            <a:off x="4071249" y="5734918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Loop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CD5C823B-57E8-4F53-8154-24CFDABA5547}"/>
              </a:ext>
            </a:extLst>
          </p:cNvPr>
          <p:cNvSpPr/>
          <p:nvPr/>
        </p:nvSpPr>
        <p:spPr>
          <a:xfrm rot="7440956">
            <a:off x="4389118" y="3422903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180EA69-E852-409B-A56E-79E3AFCEE703}"/>
              </a:ext>
            </a:extLst>
          </p:cNvPr>
          <p:cNvSpPr txBox="1"/>
          <p:nvPr/>
        </p:nvSpPr>
        <p:spPr>
          <a:xfrm>
            <a:off x="3744705" y="4021943"/>
            <a:ext cx="1544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continue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982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3805A4B-5834-4EF0-8343-71E4CBEF7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132434"/>
            <a:ext cx="4919084" cy="24219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78217C-88B7-4CD7-A98D-57825313F6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553"/>
          <a:stretch/>
        </p:blipFill>
        <p:spPr>
          <a:xfrm>
            <a:off x="6131505" y="3444581"/>
            <a:ext cx="5827835" cy="17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89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6D354-741D-4C86-8AEC-F87ED95E4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雙重迴圈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44081-F897-437F-9B5D-59B0333B8F93}"/>
              </a:ext>
            </a:extLst>
          </p:cNvPr>
          <p:cNvSpPr txBox="1"/>
          <p:nvPr/>
        </p:nvSpPr>
        <p:spPr>
          <a:xfrm>
            <a:off x="910316" y="323938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00</a:t>
            </a:r>
            <a:r>
              <a:rPr lang="zh-TW" altLang="en-US" sz="3600" dirty="0"/>
              <a:t> </a:t>
            </a:r>
            <a:r>
              <a:rPr lang="en-US" altLang="zh-TW" sz="3600" dirty="0"/>
              <a:t>01</a:t>
            </a:r>
            <a:r>
              <a:rPr lang="zh-TW" altLang="en-US" sz="3600" dirty="0"/>
              <a:t> </a:t>
            </a:r>
            <a:r>
              <a:rPr lang="en-US" altLang="zh-TW" sz="3600" dirty="0"/>
              <a:t>02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E6BF51A-D814-4F6B-A1B3-8E35B6A9E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643" y="2514600"/>
            <a:ext cx="5960251" cy="350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77FF5DC-9D3C-48BE-962C-362A809F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1" y="464620"/>
            <a:ext cx="6799853" cy="1691506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BE11CB8C-4056-4108-9849-E5E17DD48A94}"/>
              </a:ext>
            </a:extLst>
          </p:cNvPr>
          <p:cNvSpPr txBox="1"/>
          <p:nvPr/>
        </p:nvSpPr>
        <p:spPr>
          <a:xfrm>
            <a:off x="910316" y="3944123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FFFF00"/>
                </a:solidFill>
              </a:rPr>
              <a:t>10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11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14D1592-9859-4AEA-8A9E-D30CDCCEE790}"/>
              </a:ext>
            </a:extLst>
          </p:cNvPr>
          <p:cNvSpPr txBox="1"/>
          <p:nvPr/>
        </p:nvSpPr>
        <p:spPr>
          <a:xfrm>
            <a:off x="910316" y="464885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00FF00"/>
                </a:solidFill>
              </a:rPr>
              <a:t>20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21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73901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 tmFilter="0,0; .5, 1; 1, 1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 tmFilter="0,0; .5, 1; 1, 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存放相同資料型態的序列</a:t>
            </a:r>
          </a:p>
        </p:txBody>
      </p:sp>
    </p:spTree>
    <p:extLst>
      <p:ext uri="{BB962C8B-B14F-4D97-AF65-F5344CB8AC3E}">
        <p14:creationId xmlns:p14="http://schemas.microsoft.com/office/powerpoint/2010/main" val="168868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62A0F0-E3BA-4ED0-9850-622702A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什麼是陣列？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BF4F77-F0C2-4F47-B8A6-68CEEA00D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1295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儲存多個相同資料型別資料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的容器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編號從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開始算</a:t>
            </a:r>
            <a:endParaRPr lang="en-US" altLang="zh-TW" sz="2400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612ABFC-CA6F-40B8-AEA2-60251FA2E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303110"/>
              </p:ext>
            </p:extLst>
          </p:nvPr>
        </p:nvGraphicFramePr>
        <p:xfrm>
          <a:off x="1141410" y="4343401"/>
          <a:ext cx="990600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143">
                  <a:extLst>
                    <a:ext uri="{9D8B030D-6E8A-4147-A177-3AD203B41FA5}">
                      <a16:colId xmlns:a16="http://schemas.microsoft.com/office/drawing/2014/main" val="2473726606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382867815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410683403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875667491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94963539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2248433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77058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0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1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2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3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4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5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6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19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271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A0A36-E877-4AFF-A56F-559ADD52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陣列的應用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3D1AF8-2FB4-42E5-ACEC-4262FEF8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8"/>
            <a:ext cx="9905998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當我們需要儲存一對相同型別的資料時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學生清單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編碼表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地圖（二維陣列）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319AE0C-9824-49AE-83D1-5A94223EF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90013"/>
              </p:ext>
            </p:extLst>
          </p:nvPr>
        </p:nvGraphicFramePr>
        <p:xfrm>
          <a:off x="4331367" y="4946761"/>
          <a:ext cx="7055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71">
                  <a:extLst>
                    <a:ext uri="{9D8B030D-6E8A-4147-A177-3AD203B41FA5}">
                      <a16:colId xmlns:a16="http://schemas.microsoft.com/office/drawing/2014/main" val="19532029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3263224507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292127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452378124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0424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Eric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Amy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Roger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Jerry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Mary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66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85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2362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953974-5FD7-4C55-A1DA-3E835470E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88" y="2649811"/>
            <a:ext cx="10995226" cy="7791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C673D4E-91FD-4BF4-86E7-F70039CB2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27" y="3806862"/>
            <a:ext cx="6949767" cy="2612442"/>
          </a:xfrm>
          <a:prstGeom prst="rect">
            <a:avLst/>
          </a:prstGeom>
        </p:spPr>
      </p:pic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EDE7593F-6912-4850-85FD-F1E812C10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156828"/>
              </p:ext>
            </p:extLst>
          </p:nvPr>
        </p:nvGraphicFramePr>
        <p:xfrm>
          <a:off x="0" y="4586794"/>
          <a:ext cx="12192000" cy="707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8140331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4041963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94065604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47834629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50270139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9459459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3047405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46556052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29316996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286412242"/>
                    </a:ext>
                  </a:extLst>
                </a:gridCol>
              </a:tblGrid>
              <a:tr h="70758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[0]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[1]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[2]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[3]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[4]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[5]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[6]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[7]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[8]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[9]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83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838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905628"/>
            <a:ext cx="9905998" cy="2875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如果將陣列宣告成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全域變數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，那麼陣列所有的值會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自動被預設成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；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區域變數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，則會是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隨機數值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如果我們只初始化陣列中的部分元素，則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剩下的會被預設成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534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85197-9A25-44B5-A028-9296B1EE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0D79F48-D921-4880-913B-D3B37EE52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3"/>
          <a:stretch/>
        </p:blipFill>
        <p:spPr>
          <a:xfrm>
            <a:off x="6042012" y="3775455"/>
            <a:ext cx="5005399" cy="11358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8B97FF8-41B3-481F-B511-81BF2A564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15158"/>
            <a:ext cx="4606506" cy="4456485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24152AA-BBB1-4945-A845-29AF69413EDF}"/>
              </a:ext>
            </a:extLst>
          </p:cNvPr>
          <p:cNvGrpSpPr/>
          <p:nvPr/>
        </p:nvGrpSpPr>
        <p:grpSpPr>
          <a:xfrm>
            <a:off x="1572127" y="2616065"/>
            <a:ext cx="5686926" cy="2020103"/>
            <a:chOff x="1572127" y="2616065"/>
            <a:chExt cx="5686926" cy="202010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88C3EF-D5EC-42E1-93D6-AE32E0116EF8}"/>
                </a:ext>
              </a:extLst>
            </p:cNvPr>
            <p:cNvSpPr/>
            <p:nvPr/>
          </p:nvSpPr>
          <p:spPr>
            <a:xfrm>
              <a:off x="1981200" y="3922295"/>
              <a:ext cx="3176337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F14F19-723B-4543-A1B8-C722E54A662F}"/>
                </a:ext>
              </a:extLst>
            </p:cNvPr>
            <p:cNvSpPr/>
            <p:nvPr/>
          </p:nvSpPr>
          <p:spPr>
            <a:xfrm>
              <a:off x="1572127" y="2616065"/>
              <a:ext cx="1812758" cy="3116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DA06CF6-6B36-4C6D-8701-640A5DA6358A}"/>
                </a:ext>
              </a:extLst>
            </p:cNvPr>
            <p:cNvSpPr/>
            <p:nvPr/>
          </p:nvSpPr>
          <p:spPr>
            <a:xfrm>
              <a:off x="6042012" y="4075691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B7190639-C6DB-49FC-9B86-5BB5625BDA9A}"/>
              </a:ext>
            </a:extLst>
          </p:cNvPr>
          <p:cNvGrpSpPr/>
          <p:nvPr/>
        </p:nvGrpSpPr>
        <p:grpSpPr>
          <a:xfrm>
            <a:off x="1981200" y="3288632"/>
            <a:ext cx="5277854" cy="2202678"/>
            <a:chOff x="1981200" y="3288632"/>
            <a:chExt cx="5277854" cy="220267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86582BC-0B00-49DA-98F7-D223A857B6D4}"/>
                </a:ext>
              </a:extLst>
            </p:cNvPr>
            <p:cNvSpPr/>
            <p:nvPr/>
          </p:nvSpPr>
          <p:spPr>
            <a:xfrm>
              <a:off x="1997243" y="3288632"/>
              <a:ext cx="3240504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4027E34-4214-4428-8E40-70D68C05EDBC}"/>
                </a:ext>
              </a:extLst>
            </p:cNvPr>
            <p:cNvSpPr/>
            <p:nvPr/>
          </p:nvSpPr>
          <p:spPr>
            <a:xfrm>
              <a:off x="1981200" y="4777437"/>
              <a:ext cx="3553326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6DD782-D211-4231-AC78-4B3A1414A76E}"/>
                </a:ext>
              </a:extLst>
            </p:cNvPr>
            <p:cNvSpPr/>
            <p:nvPr/>
          </p:nvSpPr>
          <p:spPr>
            <a:xfrm>
              <a:off x="6042013" y="4356427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901530D-FFD0-4773-B1AE-59382830C56A}"/>
              </a:ext>
            </a:extLst>
          </p:cNvPr>
          <p:cNvGrpSpPr/>
          <p:nvPr/>
        </p:nvGrpSpPr>
        <p:grpSpPr>
          <a:xfrm>
            <a:off x="1981199" y="3502144"/>
            <a:ext cx="9066212" cy="2875138"/>
            <a:chOff x="1981199" y="3502144"/>
            <a:chExt cx="9066212" cy="28751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6B0F4B2-C8BE-49EF-8494-F268D452AE32}"/>
                </a:ext>
              </a:extLst>
            </p:cNvPr>
            <p:cNvSpPr/>
            <p:nvPr/>
          </p:nvSpPr>
          <p:spPr>
            <a:xfrm>
              <a:off x="6042014" y="4637163"/>
              <a:ext cx="5005397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EFABB6A-FC2C-4426-9623-CCF8B22FD190}"/>
                </a:ext>
              </a:extLst>
            </p:cNvPr>
            <p:cNvSpPr/>
            <p:nvPr/>
          </p:nvSpPr>
          <p:spPr>
            <a:xfrm>
              <a:off x="1981199" y="5663409"/>
              <a:ext cx="3766719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DB004F8-1B73-4842-9117-C110958147E5}"/>
                </a:ext>
              </a:extLst>
            </p:cNvPr>
            <p:cNvSpPr/>
            <p:nvPr/>
          </p:nvSpPr>
          <p:spPr>
            <a:xfrm>
              <a:off x="1997243" y="3502144"/>
              <a:ext cx="2310062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276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操作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71538"/>
            <a:ext cx="9905998" cy="29437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[]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去獲取陣列中的特定元素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10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name[index]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代表在一個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叫做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的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array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裡面的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第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個元素</a:t>
            </a:r>
            <a:endParaRPr lang="en-US" altLang="zh-TW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這些元素的操作就跟變數一樣，可以使用</a:t>
            </a:r>
            <a:r>
              <a:rPr lang="en-US" altLang="zh-TW" cap="none" dirty="0">
                <a:latin typeface="Consolas" panose="020B0609020204030204" pitchFamily="49" charset="0"/>
              </a:rPr>
              <a:t> +, -, *, /, %, &amp;, |, ^.</a:t>
            </a:r>
          </a:p>
          <a:p>
            <a:pPr marL="0" indent="0">
              <a:buNone/>
            </a:pPr>
            <a:endParaRPr lang="en-US" altLang="zh-TW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可以搭配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迴圈去使用陣列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04028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範例：費波納契數列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CE262ED-1746-48EF-ABC8-DDA31662B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42345"/>
            <a:ext cx="5820587" cy="40010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424C03C-4C07-4D36-9870-76463905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654" y="3873400"/>
            <a:ext cx="4333146" cy="53894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84FB27-D02D-4FA5-8B15-4EA7F6154B00}"/>
              </a:ext>
            </a:extLst>
          </p:cNvPr>
          <p:cNvSpPr/>
          <p:nvPr/>
        </p:nvSpPr>
        <p:spPr>
          <a:xfrm>
            <a:off x="2061411" y="3072063"/>
            <a:ext cx="1475873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660A8-8454-481C-ADAB-6BE85C0BFB26}"/>
              </a:ext>
            </a:extLst>
          </p:cNvPr>
          <p:cNvSpPr/>
          <p:nvPr/>
        </p:nvSpPr>
        <p:spPr>
          <a:xfrm>
            <a:off x="2061411" y="3376863"/>
            <a:ext cx="2454442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D40B64-E9AB-4E16-8730-5678B4D46E22}"/>
              </a:ext>
            </a:extLst>
          </p:cNvPr>
          <p:cNvSpPr/>
          <p:nvPr/>
        </p:nvSpPr>
        <p:spPr>
          <a:xfrm>
            <a:off x="2061410" y="3673642"/>
            <a:ext cx="4491790" cy="922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5BE1A1-49C7-479C-943B-A700ADB49C48}"/>
              </a:ext>
            </a:extLst>
          </p:cNvPr>
          <p:cNvSpPr/>
          <p:nvPr/>
        </p:nvSpPr>
        <p:spPr>
          <a:xfrm>
            <a:off x="2061410" y="4588042"/>
            <a:ext cx="3914274" cy="1219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002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59BF-AB76-4EE8-95F5-64A21103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FFD384B-9EE0-4476-99BF-6407C9C99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7499"/>
              </p:ext>
            </p:extLst>
          </p:nvPr>
        </p:nvGraphicFramePr>
        <p:xfrm>
          <a:off x="608012" y="34290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30793315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27076827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55457064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1608667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9004538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755280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</a:t>
                      </a:r>
                      <a:r>
                        <a:rPr lang="en-US" altLang="zh-TW" sz="2400" b="0" dirty="0">
                          <a:latin typeface="Consolas" panose="020B0609020204030204" pitchFamily="49" charset="0"/>
                        </a:rPr>
                        <a:t> \ 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0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1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2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3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4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537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0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14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1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81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2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7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3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784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4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08594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85536EBC-96DC-4568-907D-4E47C3BDFEB2}"/>
              </a:ext>
            </a:extLst>
          </p:cNvPr>
          <p:cNvSpPr txBox="1"/>
          <p:nvPr/>
        </p:nvSpPr>
        <p:spPr>
          <a:xfrm>
            <a:off x="4897610" y="2510134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1" dirty="0" err="1">
                <a:latin typeface="Consolas" panose="020B0609020204030204" pitchFamily="49" charset="0"/>
              </a:rPr>
              <a:t>Arr</a:t>
            </a:r>
            <a:r>
              <a:rPr lang="en-US" altLang="zh-TW" sz="2400" b="1" dirty="0">
                <a:latin typeface="Consolas" panose="020B0609020204030204" pitchFamily="49" charset="0"/>
              </a:rPr>
              <a:t>[</a:t>
            </a:r>
            <a:r>
              <a:rPr lang="en-US" altLang="zh-TW" sz="2400" b="1" dirty="0">
                <a:solidFill>
                  <a:srgbClr val="FFFF00"/>
                </a:solidFill>
                <a:latin typeface="Consolas" panose="020B0609020204030204" pitchFamily="49" charset="0"/>
              </a:rPr>
              <a:t>row</a:t>
            </a:r>
            <a:r>
              <a:rPr lang="en-US" altLang="zh-TW" sz="2400" b="1" dirty="0">
                <a:latin typeface="Consolas" panose="020B0609020204030204" pitchFamily="49" charset="0"/>
              </a:rPr>
              <a:t>][</a:t>
            </a:r>
            <a:r>
              <a:rPr lang="en-US" altLang="zh-TW" sz="2400" b="1" dirty="0">
                <a:solidFill>
                  <a:srgbClr val="00FF00"/>
                </a:solidFill>
                <a:latin typeface="Consolas" panose="020B0609020204030204" pitchFamily="49" charset="0"/>
              </a:rPr>
              <a:t>col</a:t>
            </a:r>
            <a:r>
              <a:rPr lang="en-US" altLang="zh-TW" sz="2400" b="1" dirty="0">
                <a:latin typeface="Consolas" panose="020B0609020204030204" pitchFamily="49" charset="0"/>
              </a:rPr>
              <a:t>]</a:t>
            </a:r>
            <a:endParaRPr lang="zh-TW" altLang="en-US" sz="24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23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01346-2A0C-4D4A-8BF0-1C4DB896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ED37647-F0AE-4A55-9992-93521242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36066"/>
            <a:ext cx="4806348" cy="39123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044E4E3-8E3D-4323-A932-0FFAACA76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90" y="3306258"/>
            <a:ext cx="3734321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7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在結尾必須有一個 </a:t>
            </a:r>
            <a:r>
              <a:rPr lang="en-US" altLang="zh-TW" sz="2400" cap="none" dirty="0">
                <a:latin typeface="Consolas" panose="020B0609020204030204" pitchFamily="49" charset="0"/>
              </a:rPr>
              <a:t>’\0’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（空字元）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BBAD859B-397A-436B-86D3-13CFD021E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595407"/>
              </p:ext>
            </p:extLst>
          </p:nvPr>
        </p:nvGraphicFramePr>
        <p:xfrm>
          <a:off x="1815183" y="4072822"/>
          <a:ext cx="300546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23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939C70-6D98-4677-91D8-A2F80B2F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817134"/>
              </p:ext>
            </p:extLst>
          </p:nvPr>
        </p:nvGraphicFramePr>
        <p:xfrm>
          <a:off x="6094412" y="4072822"/>
          <a:ext cx="400008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21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3216958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\0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pSp>
        <p:nvGrpSpPr>
          <p:cNvPr id="8" name="群組 7">
            <a:extLst>
              <a:ext uri="{FF2B5EF4-FFF2-40B4-BE49-F238E27FC236}">
                <a16:creationId xmlns:a16="http://schemas.microsoft.com/office/drawing/2014/main" id="{8F4AF309-0042-467A-B471-721C4AA8C49F}"/>
              </a:ext>
            </a:extLst>
          </p:cNvPr>
          <p:cNvGrpSpPr/>
          <p:nvPr/>
        </p:nvGrpSpPr>
        <p:grpSpPr>
          <a:xfrm>
            <a:off x="2352173" y="3313763"/>
            <a:ext cx="1888958" cy="1888958"/>
            <a:chOff x="2352173" y="3313763"/>
            <a:chExt cx="1888958" cy="188895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338A96-6841-4D34-AC23-A25C77E1CC14}"/>
                </a:ext>
              </a:extLst>
            </p:cNvPr>
            <p:cNvSpPr/>
            <p:nvPr/>
          </p:nvSpPr>
          <p:spPr>
            <a:xfrm rot="-2700000">
              <a:off x="3220453" y="3313763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118DA2-7798-46D8-89EB-8D275FB69822}"/>
                </a:ext>
              </a:extLst>
            </p:cNvPr>
            <p:cNvSpPr/>
            <p:nvPr/>
          </p:nvSpPr>
          <p:spPr>
            <a:xfrm rot="2700000">
              <a:off x="3220452" y="3313764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8421E058-4244-4B28-9943-DC2CFB543631}"/>
              </a:ext>
            </a:extLst>
          </p:cNvPr>
          <p:cNvSpPr/>
          <p:nvPr/>
        </p:nvSpPr>
        <p:spPr>
          <a:xfrm>
            <a:off x="9079832" y="3954379"/>
            <a:ext cx="1014664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116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31BA23-8B77-4AD0-AEE6-A29CB7960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1F683A-E1DD-45B4-AB0D-33888B03A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724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scanf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(“%s”, &amp;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可以讀取</a:t>
            </a:r>
            <a:r>
              <a:rPr lang="zh-TW" altLang="en-US" sz="28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不含空格或換行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的字串</a:t>
            </a:r>
            <a:endParaRPr lang="en-US" altLang="zh-TW" sz="28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printf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(“%s”,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則可輸出字串 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(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無限制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</a:p>
          <a:p>
            <a:pPr marL="0" indent="0">
              <a:buNone/>
            </a:pPr>
            <a:endParaRPr lang="en-US" altLang="zh-TW" sz="2800" cap="none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5565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646F9-103E-4805-A561-0E225FE7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AEB494-BD50-4A0E-B075-AE39792CB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87" y="2686414"/>
            <a:ext cx="5608919" cy="356198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4D21587-8EB0-4DEC-8FC0-DE12048FB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58" y="3969590"/>
            <a:ext cx="6137125" cy="114784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8D0772D-4A80-46D3-92ED-B7DBABD5F26F}"/>
              </a:ext>
            </a:extLst>
          </p:cNvPr>
          <p:cNvSpPr/>
          <p:nvPr/>
        </p:nvSpPr>
        <p:spPr>
          <a:xfrm>
            <a:off x="5958096" y="4744453"/>
            <a:ext cx="718799" cy="288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3094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25382-48E5-4BA6-93DA-07AD2A6FD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與雙引號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"</a:t>
            </a:r>
            <a:endParaRPr lang="zh-TW" altLang="en-US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E978D0-6E1D-4D39-812B-E40D568C3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單引號用來放字元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A'</a:t>
            </a:r>
            <a:r>
              <a:rPr lang="en-US" altLang="zh-TW" sz="2800" cap="none" dirty="0">
                <a:latin typeface="Consolas" panose="020B0609020204030204" pitchFamily="49" charset="0"/>
              </a:rPr>
              <a:t>,</a:t>
            </a:r>
            <a:r>
              <a:rPr lang="zh-TW" altLang="en-US" sz="2800" cap="none" dirty="0">
                <a:latin typeface="Consolas" panose="020B0609020204030204" pitchFamily="49" charset="0"/>
              </a:rPr>
              <a:t>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'#'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 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'\n'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'\0'</a:t>
            </a:r>
          </a:p>
          <a:p>
            <a:pPr marL="0" indent="0">
              <a:buNone/>
            </a:pPr>
            <a:endParaRPr lang="en-US" altLang="zh-TW" sz="2800" cap="none" dirty="0"/>
          </a:p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雙引號用來放字串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"ABCD"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"#$%^"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"\n"</a:t>
            </a:r>
          </a:p>
        </p:txBody>
      </p:sp>
    </p:spTree>
    <p:extLst>
      <p:ext uri="{BB962C8B-B14F-4D97-AF65-F5344CB8AC3E}">
        <p14:creationId xmlns:p14="http://schemas.microsoft.com/office/powerpoint/2010/main" val="9751560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冷知識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089480"/>
            <a:ext cx="10212388" cy="1862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在一維陣列中，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和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]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是一樣的</a:t>
            </a:r>
            <a:endParaRPr lang="en-US" altLang="zh-TW" sz="2400" cap="none" dirty="0">
              <a:solidFill>
                <a:schemeClr val="tx1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+ index (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位址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，所以等同於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].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F678122-11A5-4A03-AA79-384769052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951868"/>
            <a:ext cx="5172797" cy="27340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2B08B26-05B7-44B0-A9E8-2439B038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6" y="5017166"/>
            <a:ext cx="4963154" cy="6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13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打包一些實用重複的功能</a:t>
            </a:r>
          </a:p>
        </p:txBody>
      </p:sp>
    </p:spTree>
    <p:extLst>
      <p:ext uri="{BB962C8B-B14F-4D97-AF65-F5344CB8AC3E}">
        <p14:creationId xmlns:p14="http://schemas.microsoft.com/office/powerpoint/2010/main" val="3963719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F5A194C-9C6C-43FC-976B-D1D9D9FE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5736"/>
            <a:ext cx="9905998" cy="1014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如果型別是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void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，那就不必有回傳值。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其他的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回傳值型別取決於函式的型別</a:t>
            </a:r>
            <a:r>
              <a:rPr lang="zh-TW" altLang="en-US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A3DB87-637A-41EB-8603-40036CB38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4090736"/>
            <a:ext cx="5235324" cy="10887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EC43FF-2CCD-46B0-9D7C-93D1F3D7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90" y="4090736"/>
            <a:ext cx="4454021" cy="108876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50E2F67-A7C2-407A-8E2B-74EBF171FBC2}"/>
              </a:ext>
            </a:extLst>
          </p:cNvPr>
          <p:cNvSpPr/>
          <p:nvPr/>
        </p:nvSpPr>
        <p:spPr>
          <a:xfrm>
            <a:off x="7339263" y="4082715"/>
            <a:ext cx="585537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6038E-079C-484F-9B7D-4E20909A60BB}"/>
              </a:ext>
            </a:extLst>
          </p:cNvPr>
          <p:cNvSpPr/>
          <p:nvPr/>
        </p:nvSpPr>
        <p:spPr>
          <a:xfrm>
            <a:off x="9055683" y="4451684"/>
            <a:ext cx="1588254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65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54111-2EE3-46FE-8A8D-8C61CA13A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呼叫函式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8272D4-BE27-4C78-B821-07899CF32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57415"/>
            <a:ext cx="8229912" cy="5143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85DB011-496C-4502-BFB1-0B4BFA2BEF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5" b="8676"/>
          <a:stretch/>
        </p:blipFill>
        <p:spPr>
          <a:xfrm>
            <a:off x="1141413" y="3127189"/>
            <a:ext cx="6058122" cy="409074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375577A0-F73D-4B76-904C-C3823DF8C34D}"/>
              </a:ext>
            </a:extLst>
          </p:cNvPr>
          <p:cNvGrpSpPr/>
          <p:nvPr/>
        </p:nvGrpSpPr>
        <p:grpSpPr>
          <a:xfrm>
            <a:off x="1141413" y="4021536"/>
            <a:ext cx="9686414" cy="2226864"/>
            <a:chOff x="1141413" y="4021536"/>
            <a:chExt cx="9686414" cy="2226864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173E6D00-CCB5-4C0E-B610-C714B8A53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49535"/>
            <a:stretch/>
          </p:blipFill>
          <p:spPr>
            <a:xfrm>
              <a:off x="1141413" y="4021536"/>
              <a:ext cx="4512634" cy="2226864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CF7989FE-8201-42EE-A152-A1DF8F313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8829"/>
            <a:stretch/>
          </p:blipFill>
          <p:spPr>
            <a:xfrm>
              <a:off x="6096000" y="4214040"/>
              <a:ext cx="4731827" cy="19050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DA66DABB-77DC-4C89-AC74-D3E3FC3F710F}"/>
              </a:ext>
            </a:extLst>
          </p:cNvPr>
          <p:cNvSpPr/>
          <p:nvPr/>
        </p:nvSpPr>
        <p:spPr>
          <a:xfrm>
            <a:off x="1917032" y="5165558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FE06B-4661-4CDF-A8B4-0CB5FD94BE1A}"/>
              </a:ext>
            </a:extLst>
          </p:cNvPr>
          <p:cNvSpPr/>
          <p:nvPr/>
        </p:nvSpPr>
        <p:spPr>
          <a:xfrm>
            <a:off x="7579895" y="4589279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E8017F-5D0B-4FBB-B332-96669C14D10F}"/>
              </a:ext>
            </a:extLst>
          </p:cNvPr>
          <p:cNvSpPr/>
          <p:nvPr/>
        </p:nvSpPr>
        <p:spPr>
          <a:xfrm>
            <a:off x="7563853" y="4985084"/>
            <a:ext cx="2486525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846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A81B43-78E1-46FF-8EF3-72AB2E63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26453"/>
            <a:ext cx="3716173" cy="3633896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E0F4165-7076-4D15-BC71-A835C84565F5}"/>
              </a:ext>
            </a:extLst>
          </p:cNvPr>
          <p:cNvSpPr/>
          <p:nvPr/>
        </p:nvSpPr>
        <p:spPr>
          <a:xfrm>
            <a:off x="6094412" y="2747210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main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39536DD-9476-440A-97D1-E2C52214C0A3}"/>
              </a:ext>
            </a:extLst>
          </p:cNvPr>
          <p:cNvSpPr/>
          <p:nvPr/>
        </p:nvSpPr>
        <p:spPr>
          <a:xfrm>
            <a:off x="9050169" y="4343401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MulBy10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6245F77-2DEF-435C-ADB7-917D288DBD36}"/>
              </a:ext>
            </a:extLst>
          </p:cNvPr>
          <p:cNvGrpSpPr/>
          <p:nvPr/>
        </p:nvGrpSpPr>
        <p:grpSpPr>
          <a:xfrm>
            <a:off x="8029225" y="3184235"/>
            <a:ext cx="3433010" cy="716002"/>
            <a:chOff x="8029225" y="3184235"/>
            <a:chExt cx="3433010" cy="716002"/>
          </a:xfrm>
        </p:grpSpPr>
        <p:sp>
          <p:nvSpPr>
            <p:cNvPr id="18" name="箭號: 向右 17">
              <a:extLst>
                <a:ext uri="{FF2B5EF4-FFF2-40B4-BE49-F238E27FC236}">
                  <a16:creationId xmlns:a16="http://schemas.microsoft.com/office/drawing/2014/main" id="{25FE7359-394E-4D28-90AB-1A5B41793D28}"/>
                </a:ext>
              </a:extLst>
            </p:cNvPr>
            <p:cNvSpPr/>
            <p:nvPr/>
          </p:nvSpPr>
          <p:spPr>
            <a:xfrm rot="2121530">
              <a:off x="8029225" y="3543300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19064D7A-7739-4831-81E2-9ABCD1178DD7}"/>
                </a:ext>
              </a:extLst>
            </p:cNvPr>
            <p:cNvSpPr txBox="1"/>
            <p:nvPr/>
          </p:nvSpPr>
          <p:spPr>
            <a:xfrm>
              <a:off x="8895650" y="3184235"/>
              <a:ext cx="25665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將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2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MulBy10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8B5A19BE-50B9-48D6-9C5B-27361B8DCAD3}"/>
              </a:ext>
            </a:extLst>
          </p:cNvPr>
          <p:cNvGrpSpPr/>
          <p:nvPr/>
        </p:nvGrpSpPr>
        <p:grpSpPr>
          <a:xfrm>
            <a:off x="5377879" y="4185292"/>
            <a:ext cx="3722285" cy="645388"/>
            <a:chOff x="5377879" y="4185292"/>
            <a:chExt cx="3722285" cy="645388"/>
          </a:xfrm>
        </p:grpSpPr>
        <p:sp>
          <p:nvSpPr>
            <p:cNvPr id="19" name="箭號: 向右 18">
              <a:extLst>
                <a:ext uri="{FF2B5EF4-FFF2-40B4-BE49-F238E27FC236}">
                  <a16:creationId xmlns:a16="http://schemas.microsoft.com/office/drawing/2014/main" id="{F06D0BA9-7DEA-44A3-A38C-D3A83975E45B}"/>
                </a:ext>
              </a:extLst>
            </p:cNvPr>
            <p:cNvSpPr/>
            <p:nvPr/>
          </p:nvSpPr>
          <p:spPr>
            <a:xfrm rot="12959478">
              <a:off x="7303448" y="4185292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F73BE5C1-3B8B-43F3-B653-6AD8D5884538}"/>
                </a:ext>
              </a:extLst>
            </p:cNvPr>
            <p:cNvSpPr txBox="1"/>
            <p:nvPr/>
          </p:nvSpPr>
          <p:spPr>
            <a:xfrm>
              <a:off x="5377879" y="4461348"/>
              <a:ext cx="2605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20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main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函式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0EEF6B99-4B1F-40FD-B22C-AED162398772}"/>
              </a:ext>
            </a:extLst>
          </p:cNvPr>
          <p:cNvSpPr/>
          <p:nvPr/>
        </p:nvSpPr>
        <p:spPr>
          <a:xfrm>
            <a:off x="2799347" y="5245768"/>
            <a:ext cx="1467853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F4181-0B08-4683-A2AA-2303038495F8}"/>
              </a:ext>
            </a:extLst>
          </p:cNvPr>
          <p:cNvSpPr/>
          <p:nvPr/>
        </p:nvSpPr>
        <p:spPr>
          <a:xfrm>
            <a:off x="2305677" y="3769805"/>
            <a:ext cx="2234239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04A38EE-9D19-489C-B289-27CA14E14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879" y="1113335"/>
            <a:ext cx="6392046" cy="75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BEBD9F9-C2D8-408F-956C-909D73910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5000"/>
          <a:stretch/>
        </p:blipFill>
        <p:spPr>
          <a:xfrm>
            <a:off x="526215" y="2452438"/>
            <a:ext cx="5008311" cy="331800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F6CB014-EBA9-487C-92C6-52ABADCBB6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182"/>
          <a:stretch/>
        </p:blipFill>
        <p:spPr>
          <a:xfrm>
            <a:off x="5637569" y="2517792"/>
            <a:ext cx="6025040" cy="325265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969664E-2D07-4A14-9954-A489D301E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" y="3089348"/>
            <a:ext cx="10957877" cy="21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43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362E2640-873C-4770-8F6D-B7358ED8C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844" y="3419445"/>
            <a:ext cx="6359345" cy="143273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10360776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宣告順序問題的解法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5A0E612-F1CD-4B2D-AED1-6B61CC959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02643"/>
            <a:ext cx="3039811" cy="4343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7BB33D1-AD1A-4B16-9385-9265A4429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673" y="3627081"/>
            <a:ext cx="5672738" cy="10174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506CA9E-57A3-43BF-B903-B7FE42AC8760}"/>
              </a:ext>
            </a:extLst>
          </p:cNvPr>
          <p:cNvSpPr/>
          <p:nvPr/>
        </p:nvSpPr>
        <p:spPr>
          <a:xfrm>
            <a:off x="1491916" y="2454442"/>
            <a:ext cx="2366210" cy="585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41B879C-1820-492B-8388-D57907EFF3AA}"/>
              </a:ext>
            </a:extLst>
          </p:cNvPr>
          <p:cNvSpPr/>
          <p:nvPr/>
        </p:nvSpPr>
        <p:spPr>
          <a:xfrm>
            <a:off x="4074694" y="2705100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69CFF5-26E1-4339-9A12-1AF150D42789}"/>
              </a:ext>
            </a:extLst>
          </p:cNvPr>
          <p:cNvSpPr txBox="1"/>
          <p:nvPr/>
        </p:nvSpPr>
        <p:spPr>
          <a:xfrm>
            <a:off x="5916577" y="2592623"/>
            <a:ext cx="34147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先在 </a:t>
            </a:r>
            <a:r>
              <a:rPr lang="en-US" altLang="zh-TW" sz="2800" dirty="0">
                <a:latin typeface="Consolas" panose="020B0609020204030204" pitchFamily="49" charset="0"/>
              </a:rPr>
              <a:t>main</a:t>
            </a:r>
            <a:r>
              <a:rPr lang="zh-TW" altLang="en-US" sz="2800" dirty="0">
                <a:latin typeface="Consolas" panose="020B0609020204030204" pitchFamily="49" charset="0"/>
              </a:rPr>
              <a:t> 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上面宣告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39FE66-D76B-47C1-8DC3-E204D86D2D54}"/>
              </a:ext>
            </a:extLst>
          </p:cNvPr>
          <p:cNvSpPr/>
          <p:nvPr/>
        </p:nvSpPr>
        <p:spPr>
          <a:xfrm>
            <a:off x="1491916" y="4251502"/>
            <a:ext cx="2518610" cy="2194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46FB1C3-180A-4537-BF4F-63B1AD71B5B9}"/>
              </a:ext>
            </a:extLst>
          </p:cNvPr>
          <p:cNvSpPr/>
          <p:nvPr/>
        </p:nvSpPr>
        <p:spPr>
          <a:xfrm>
            <a:off x="4074694" y="5422153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346C7ED-651E-44C8-9862-58FA8340B97A}"/>
              </a:ext>
            </a:extLst>
          </p:cNvPr>
          <p:cNvSpPr txBox="1"/>
          <p:nvPr/>
        </p:nvSpPr>
        <p:spPr>
          <a:xfrm>
            <a:off x="5916577" y="5309676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在下面實作函式的功能</a:t>
            </a:r>
          </a:p>
        </p:txBody>
      </p:sp>
    </p:spTree>
    <p:extLst>
      <p:ext uri="{BB962C8B-B14F-4D97-AF65-F5344CB8AC3E}">
        <p14:creationId xmlns:p14="http://schemas.microsoft.com/office/powerpoint/2010/main" val="27511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 animBg="1"/>
      <p:bldP spid="9" grpId="0" animBg="1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函式自己呼叫自己</a:t>
            </a:r>
          </a:p>
        </p:txBody>
      </p:sp>
    </p:spTree>
    <p:extLst>
      <p:ext uri="{BB962C8B-B14F-4D97-AF65-F5344CB8AC3E}">
        <p14:creationId xmlns:p14="http://schemas.microsoft.com/office/powerpoint/2010/main" val="3255012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F40727-A2E0-4DFE-BAAE-1DB58A85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6E9D2E-8F06-488F-A6E5-FB21C03C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491215"/>
            <a:ext cx="9905998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函式一直重複呼叫自己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1A584-AD4E-4217-96B1-46B976CE84A4}"/>
              </a:ext>
            </a:extLst>
          </p:cNvPr>
          <p:cNvSpPr/>
          <p:nvPr/>
        </p:nvSpPr>
        <p:spPr>
          <a:xfrm>
            <a:off x="2369210" y="3583239"/>
            <a:ext cx="1580147" cy="842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>
                <a:latin typeface="Consolas" panose="020B0609020204030204" pitchFamily="49" charset="0"/>
                <a:ea typeface="NSimSun" panose="02010609030101010101" pitchFamily="49" charset="-122"/>
              </a:rPr>
              <a:t>func_f</a:t>
            </a:r>
            <a:endParaRPr lang="zh-TW" altLang="en-US" dirty="0">
              <a:latin typeface="Consolas" panose="020B0609020204030204" pitchFamily="49" charset="0"/>
              <a:ea typeface="NSimSun" panose="02010609030101010101" pitchFamily="49" charset="-12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5A6D485-CD50-4A9C-A47E-BA670376CD0C}"/>
              </a:ext>
            </a:extLst>
          </p:cNvPr>
          <p:cNvGrpSpPr/>
          <p:nvPr/>
        </p:nvGrpSpPr>
        <p:grpSpPr>
          <a:xfrm>
            <a:off x="3949357" y="3416774"/>
            <a:ext cx="1836821" cy="1757432"/>
            <a:chOff x="3949357" y="3416774"/>
            <a:chExt cx="1836821" cy="175743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48FE28D-8B9C-473F-810C-2C9E48A70F68}"/>
                </a:ext>
              </a:extLst>
            </p:cNvPr>
            <p:cNvSpPr/>
            <p:nvPr/>
          </p:nvSpPr>
          <p:spPr>
            <a:xfrm>
              <a:off x="4206031" y="4331996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A7150539-314E-4D80-A3CB-B9D9D4E6114A}"/>
                </a:ext>
              </a:extLst>
            </p:cNvPr>
            <p:cNvSpPr/>
            <p:nvPr/>
          </p:nvSpPr>
          <p:spPr>
            <a:xfrm rot="2563376">
              <a:off x="3949357" y="3807828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05A72444-7CF2-4523-9A69-38DA227511D8}"/>
                </a:ext>
              </a:extLst>
            </p:cNvPr>
            <p:cNvSpPr txBox="1"/>
            <p:nvPr/>
          </p:nvSpPr>
          <p:spPr>
            <a:xfrm>
              <a:off x="4461467" y="341677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C8C7657-4A91-49BD-B657-861578675080}"/>
              </a:ext>
            </a:extLst>
          </p:cNvPr>
          <p:cNvGrpSpPr/>
          <p:nvPr/>
        </p:nvGrpSpPr>
        <p:grpSpPr>
          <a:xfrm>
            <a:off x="5776919" y="4133644"/>
            <a:ext cx="1846080" cy="1759657"/>
            <a:chOff x="5776919" y="4133644"/>
            <a:chExt cx="1846080" cy="1759657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BCD5172-DCF5-4505-9E3E-144EEC192B28}"/>
                </a:ext>
              </a:extLst>
            </p:cNvPr>
            <p:cNvSpPr/>
            <p:nvPr/>
          </p:nvSpPr>
          <p:spPr>
            <a:xfrm>
              <a:off x="6042852" y="5051091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069AB269-5848-47C1-9733-FFFA8BAC5AAE}"/>
                </a:ext>
              </a:extLst>
            </p:cNvPr>
            <p:cNvSpPr/>
            <p:nvPr/>
          </p:nvSpPr>
          <p:spPr>
            <a:xfrm rot="2563376">
              <a:off x="5776919" y="4534619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C736AAA-7CF8-4713-9137-98A7CC1F157F}"/>
                </a:ext>
              </a:extLst>
            </p:cNvPr>
            <p:cNvSpPr txBox="1"/>
            <p:nvPr/>
          </p:nvSpPr>
          <p:spPr>
            <a:xfrm>
              <a:off x="6307546" y="413364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6D6B6FB-314C-4AD7-A01E-3BD091191BF0}"/>
              </a:ext>
            </a:extLst>
          </p:cNvPr>
          <p:cNvGrpSpPr/>
          <p:nvPr/>
        </p:nvGrpSpPr>
        <p:grpSpPr>
          <a:xfrm>
            <a:off x="2813370" y="4587242"/>
            <a:ext cx="1402283" cy="688691"/>
            <a:chOff x="2813370" y="4587242"/>
            <a:chExt cx="1402283" cy="688691"/>
          </a:xfrm>
        </p:grpSpPr>
        <p:sp>
          <p:nvSpPr>
            <p:cNvPr id="11" name="箭號: 向右 10">
              <a:extLst>
                <a:ext uri="{FF2B5EF4-FFF2-40B4-BE49-F238E27FC236}">
                  <a16:creationId xmlns:a16="http://schemas.microsoft.com/office/drawing/2014/main" id="{953A6FCA-6030-4D2A-A774-B28BE1F544B8}"/>
                </a:ext>
              </a:extLst>
            </p:cNvPr>
            <p:cNvSpPr/>
            <p:nvPr/>
          </p:nvSpPr>
          <p:spPr>
            <a:xfrm rot="13353447">
              <a:off x="3437611" y="4587242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B4B64A92-2B2C-4F2F-92DA-9D3759462535}"/>
                </a:ext>
              </a:extLst>
            </p:cNvPr>
            <p:cNvSpPr txBox="1"/>
            <p:nvPr/>
          </p:nvSpPr>
          <p:spPr>
            <a:xfrm>
              <a:off x="2813370" y="4752713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31C9A967-3E37-4885-81C6-7833D550D5C1}"/>
              </a:ext>
            </a:extLst>
          </p:cNvPr>
          <p:cNvGrpSpPr/>
          <p:nvPr/>
        </p:nvGrpSpPr>
        <p:grpSpPr>
          <a:xfrm>
            <a:off x="4734114" y="5318161"/>
            <a:ext cx="1285078" cy="684438"/>
            <a:chOff x="4734114" y="5318161"/>
            <a:chExt cx="1285078" cy="684438"/>
          </a:xfrm>
        </p:grpSpPr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8EF4FF62-FC10-43CD-9FF3-C4C796F2BD84}"/>
                </a:ext>
              </a:extLst>
            </p:cNvPr>
            <p:cNvSpPr/>
            <p:nvPr/>
          </p:nvSpPr>
          <p:spPr>
            <a:xfrm rot="13353447">
              <a:off x="5241150" y="5318161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D562A568-2A06-4D3D-B404-1F818C65E59B}"/>
                </a:ext>
              </a:extLst>
            </p:cNvPr>
            <p:cNvSpPr txBox="1"/>
            <p:nvPr/>
          </p:nvSpPr>
          <p:spPr>
            <a:xfrm>
              <a:off x="4734114" y="5479379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81B9765D-4D99-45FC-A2F6-01CA616517CB}"/>
              </a:ext>
            </a:extLst>
          </p:cNvPr>
          <p:cNvGrpSpPr/>
          <p:nvPr/>
        </p:nvGrpSpPr>
        <p:grpSpPr>
          <a:xfrm>
            <a:off x="7668558" y="5479616"/>
            <a:ext cx="2309209" cy="768784"/>
            <a:chOff x="7668558" y="5479616"/>
            <a:chExt cx="2309209" cy="768784"/>
          </a:xfrm>
        </p:grpSpPr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93F0582A-72C3-43E5-9BB8-A53AAE355755}"/>
                </a:ext>
              </a:extLst>
            </p:cNvPr>
            <p:cNvSpPr/>
            <p:nvPr/>
          </p:nvSpPr>
          <p:spPr>
            <a:xfrm rot="2563376">
              <a:off x="7668558" y="5684204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7A77FBA3-15CD-4469-A389-92D7BEF66CB1}"/>
                </a:ext>
              </a:extLst>
            </p:cNvPr>
            <p:cNvSpPr txBox="1"/>
            <p:nvPr/>
          </p:nvSpPr>
          <p:spPr>
            <a:xfrm>
              <a:off x="8356810" y="5479616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停止條件</a:t>
              </a: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385602CB-4A95-46D8-AEE4-E0F60069BF63}"/>
                </a:ext>
              </a:extLst>
            </p:cNvPr>
            <p:cNvGrpSpPr>
              <a:grpSpLocks noChangeAspect="1"/>
            </p:cNvGrpSpPr>
            <p:nvPr/>
          </p:nvGrpSpPr>
          <p:grpSpPr>
            <a:xfrm rot="396823">
              <a:off x="7746093" y="5561849"/>
              <a:ext cx="686551" cy="686551"/>
              <a:chOff x="8071632" y="3785937"/>
              <a:chExt cx="963618" cy="963618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E7495BB-40BA-4AD3-88A1-4FC50BA48135}"/>
                  </a:ext>
                </a:extLst>
              </p:cNvPr>
              <p:cNvSpPr/>
              <p:nvPr/>
            </p:nvSpPr>
            <p:spPr>
              <a:xfrm rot="2235485">
                <a:off x="8490489" y="378593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BAAA8F5F-78A1-4341-839F-D74119B9A5AD}"/>
                  </a:ext>
                </a:extLst>
              </p:cNvPr>
              <p:cNvSpPr/>
              <p:nvPr/>
            </p:nvSpPr>
            <p:spPr>
              <a:xfrm rot="18587010">
                <a:off x="8499401" y="377692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658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D0BC9-4F9F-4E50-9D96-1477E2CD0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範例：階乘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443B8-DF88-4C4F-B7F4-888A9E077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223" y="2133599"/>
            <a:ext cx="9905998" cy="1295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已知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n! = n(n – 1)(n – 2) *... * 2 * 1</a:t>
            </a:r>
            <a:r>
              <a:rPr lang="en-US" altLang="zh-TW" cap="none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用遞迴的方式算出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n!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是多少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4137B8-10FE-4DBE-8FA8-EFA4CDEF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23" y="3735583"/>
            <a:ext cx="7401089" cy="253881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F138E36-8C37-43D9-80ED-3F549501CC93}"/>
              </a:ext>
            </a:extLst>
          </p:cNvPr>
          <p:cNvSpPr/>
          <p:nvPr/>
        </p:nvSpPr>
        <p:spPr>
          <a:xfrm>
            <a:off x="3529263" y="4251158"/>
            <a:ext cx="762000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56F24F-8B70-4272-B626-DB2D944151DD}"/>
              </a:ext>
            </a:extLst>
          </p:cNvPr>
          <p:cNvSpPr/>
          <p:nvPr/>
        </p:nvSpPr>
        <p:spPr>
          <a:xfrm>
            <a:off x="2021305" y="4539916"/>
            <a:ext cx="2269958" cy="224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25DA11-F70D-44F7-9DF0-82A45B89479D}"/>
              </a:ext>
            </a:extLst>
          </p:cNvPr>
          <p:cNvSpPr/>
          <p:nvPr/>
        </p:nvSpPr>
        <p:spPr>
          <a:xfrm>
            <a:off x="2021305" y="4764505"/>
            <a:ext cx="3561348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A6EAEA0-8601-4C0F-9570-A4D81F62660D}"/>
              </a:ext>
            </a:extLst>
          </p:cNvPr>
          <p:cNvGrpSpPr/>
          <p:nvPr/>
        </p:nvGrpSpPr>
        <p:grpSpPr>
          <a:xfrm>
            <a:off x="9683833" y="1199148"/>
            <a:ext cx="2277586" cy="1315452"/>
            <a:chOff x="9683833" y="1199148"/>
            <a:chExt cx="2277586" cy="13154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98376BB3-3A5F-4252-87A2-B3B79B63A15E}"/>
                </a:ext>
              </a:extLst>
            </p:cNvPr>
            <p:cNvGrpSpPr/>
            <p:nvPr/>
          </p:nvGrpSpPr>
          <p:grpSpPr>
            <a:xfrm>
              <a:off x="9683833" y="1199148"/>
              <a:ext cx="1435768" cy="1315452"/>
              <a:chOff x="9683833" y="1199148"/>
              <a:chExt cx="1435768" cy="1315452"/>
            </a:xfrm>
          </p:grpSpPr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C1D77F33-5F7E-4D53-968A-632F130A53E7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箭號: 向下 13">
                <a:extLst>
                  <a:ext uri="{FF2B5EF4-FFF2-40B4-BE49-F238E27FC236}">
                    <a16:creationId xmlns:a16="http://schemas.microsoft.com/office/drawing/2014/main" id="{D614B855-72D5-4FF2-B578-4B12DD91B037}"/>
                  </a:ext>
                </a:extLst>
              </p:cNvPr>
              <p:cNvSpPr/>
              <p:nvPr/>
            </p:nvSpPr>
            <p:spPr>
              <a:xfrm>
                <a:off x="10643937" y="119914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D798E979-7841-4E27-BF40-77395C5098CB}"/>
                </a:ext>
              </a:extLst>
            </p:cNvPr>
            <p:cNvSpPr txBox="1"/>
            <p:nvPr/>
          </p:nvSpPr>
          <p:spPr>
            <a:xfrm>
              <a:off x="10763655" y="127498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0DC47F1-2351-4023-8690-E3D74705DAD8}"/>
              </a:ext>
            </a:extLst>
          </p:cNvPr>
          <p:cNvGrpSpPr/>
          <p:nvPr/>
        </p:nvGrpSpPr>
        <p:grpSpPr>
          <a:xfrm>
            <a:off x="9683833" y="2514601"/>
            <a:ext cx="2277586" cy="1315451"/>
            <a:chOff x="9683833" y="2514601"/>
            <a:chExt cx="2277586" cy="131545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15F4074-0794-49EC-B695-D2CDFD606E9A}"/>
                </a:ext>
              </a:extLst>
            </p:cNvPr>
            <p:cNvGrpSpPr/>
            <p:nvPr/>
          </p:nvGrpSpPr>
          <p:grpSpPr>
            <a:xfrm>
              <a:off x="9683833" y="2514601"/>
              <a:ext cx="1435768" cy="1315451"/>
              <a:chOff x="9683833" y="2514601"/>
              <a:chExt cx="1435768" cy="1315451"/>
            </a:xfrm>
          </p:grpSpPr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4915F13C-55D1-4CF1-89B9-819E5320782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D94DCB7A-3B49-4892-BA39-311937DAEAA4}"/>
                  </a:ext>
                </a:extLst>
              </p:cNvPr>
              <p:cNvSpPr/>
              <p:nvPr/>
            </p:nvSpPr>
            <p:spPr>
              <a:xfrm>
                <a:off x="10643937" y="2514601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36B98C1-EAD6-42DE-B3EC-2636ADC94DD3}"/>
                </a:ext>
              </a:extLst>
            </p:cNvPr>
            <p:cNvSpPr txBox="1"/>
            <p:nvPr/>
          </p:nvSpPr>
          <p:spPr>
            <a:xfrm>
              <a:off x="10763655" y="2586604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4-1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F9D4C46-6E72-4DEC-8D5E-3093194D53B0}"/>
              </a:ext>
            </a:extLst>
          </p:cNvPr>
          <p:cNvGrpSpPr/>
          <p:nvPr/>
        </p:nvGrpSpPr>
        <p:grpSpPr>
          <a:xfrm>
            <a:off x="9683833" y="3830052"/>
            <a:ext cx="2342352" cy="1315454"/>
            <a:chOff x="9683833" y="3830052"/>
            <a:chExt cx="2342352" cy="1315454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B6AF9A2D-1CD3-478D-8E92-8CC1182532F6}"/>
                </a:ext>
              </a:extLst>
            </p:cNvPr>
            <p:cNvGrpSpPr/>
            <p:nvPr/>
          </p:nvGrpSpPr>
          <p:grpSpPr>
            <a:xfrm>
              <a:off x="9683833" y="3830052"/>
              <a:ext cx="1435768" cy="1315454"/>
              <a:chOff x="9683833" y="3830052"/>
              <a:chExt cx="1435768" cy="1315454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40797788-52C9-4D4E-8640-54A159B2EC4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箭號: 向下 15">
                <a:extLst>
                  <a:ext uri="{FF2B5EF4-FFF2-40B4-BE49-F238E27FC236}">
                    <a16:creationId xmlns:a16="http://schemas.microsoft.com/office/drawing/2014/main" id="{2C046E2F-B752-4CCB-9634-E37793F3EA57}"/>
                  </a:ext>
                </a:extLst>
              </p:cNvPr>
              <p:cNvSpPr/>
              <p:nvPr/>
            </p:nvSpPr>
            <p:spPr>
              <a:xfrm>
                <a:off x="10643937" y="3830052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9665D42-B9E4-4642-968F-A819DFE8FAD1}"/>
                </a:ext>
              </a:extLst>
            </p:cNvPr>
            <p:cNvSpPr txBox="1"/>
            <p:nvPr/>
          </p:nvSpPr>
          <p:spPr>
            <a:xfrm>
              <a:off x="10828421" y="3902058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3-1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ADC8765-7B91-4C7A-A99A-94658E7B9D0A}"/>
              </a:ext>
            </a:extLst>
          </p:cNvPr>
          <p:cNvGrpSpPr/>
          <p:nvPr/>
        </p:nvGrpSpPr>
        <p:grpSpPr>
          <a:xfrm>
            <a:off x="9683833" y="5145506"/>
            <a:ext cx="2254893" cy="1315454"/>
            <a:chOff x="9683833" y="5145506"/>
            <a:chExt cx="2254893" cy="1315454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7F11FA9D-FDB4-4748-A0D4-1618DC8EDF14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4E58816-F61E-4999-9934-F769D60D3907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" name="箭號: 向下 16">
                <a:extLst>
                  <a:ext uri="{FF2B5EF4-FFF2-40B4-BE49-F238E27FC236}">
                    <a16:creationId xmlns:a16="http://schemas.microsoft.com/office/drawing/2014/main" id="{07FFD288-3104-4A7A-87A8-7AB01E1E5537}"/>
                  </a:ext>
                </a:extLst>
              </p:cNvPr>
              <p:cNvSpPr/>
              <p:nvPr/>
            </p:nvSpPr>
            <p:spPr>
              <a:xfrm>
                <a:off x="10643937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8C71A2B5-0B5A-4741-9253-7BF58A6045BD}"/>
                </a:ext>
              </a:extLst>
            </p:cNvPr>
            <p:cNvSpPr txBox="1"/>
            <p:nvPr/>
          </p:nvSpPr>
          <p:spPr>
            <a:xfrm>
              <a:off x="10740962" y="521787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2-1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FC01EE1-2C96-4610-91C4-250CCC26E409}"/>
              </a:ext>
            </a:extLst>
          </p:cNvPr>
          <p:cNvGrpSpPr/>
          <p:nvPr/>
        </p:nvGrpSpPr>
        <p:grpSpPr>
          <a:xfrm>
            <a:off x="8781637" y="5145505"/>
            <a:ext cx="1382248" cy="513346"/>
            <a:chOff x="8781637" y="5145505"/>
            <a:chExt cx="1382248" cy="513346"/>
          </a:xfrm>
        </p:grpSpPr>
        <p:sp>
          <p:nvSpPr>
            <p:cNvPr id="18" name="箭號: 向下 17">
              <a:extLst>
                <a:ext uri="{FF2B5EF4-FFF2-40B4-BE49-F238E27FC236}">
                  <a16:creationId xmlns:a16="http://schemas.microsoft.com/office/drawing/2014/main" id="{A7AE6846-8464-45CC-BF69-99B207968474}"/>
                </a:ext>
              </a:extLst>
            </p:cNvPr>
            <p:cNvSpPr/>
            <p:nvPr/>
          </p:nvSpPr>
          <p:spPr>
            <a:xfrm flipV="1">
              <a:off x="9979401" y="514550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E56E485-3384-4B17-8D87-6572EBBF74B0}"/>
                </a:ext>
              </a:extLst>
            </p:cNvPr>
            <p:cNvSpPr txBox="1"/>
            <p:nvPr/>
          </p:nvSpPr>
          <p:spPr>
            <a:xfrm>
              <a:off x="8781637" y="5217875"/>
              <a:ext cx="8996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5196BFA-F530-4DAD-852A-69418AA61A46}"/>
              </a:ext>
            </a:extLst>
          </p:cNvPr>
          <p:cNvGrpSpPr/>
          <p:nvPr/>
        </p:nvGrpSpPr>
        <p:grpSpPr>
          <a:xfrm>
            <a:off x="8567418" y="3830052"/>
            <a:ext cx="1596467" cy="513346"/>
            <a:chOff x="8567418" y="3830052"/>
            <a:chExt cx="1596467" cy="513346"/>
          </a:xfrm>
        </p:grpSpPr>
        <p:sp>
          <p:nvSpPr>
            <p:cNvPr id="19" name="箭號: 向下 18">
              <a:extLst>
                <a:ext uri="{FF2B5EF4-FFF2-40B4-BE49-F238E27FC236}">
                  <a16:creationId xmlns:a16="http://schemas.microsoft.com/office/drawing/2014/main" id="{66A1E690-3CB4-408E-92DA-ABE1D5E29BBD}"/>
                </a:ext>
              </a:extLst>
            </p:cNvPr>
            <p:cNvSpPr/>
            <p:nvPr/>
          </p:nvSpPr>
          <p:spPr>
            <a:xfrm flipV="1">
              <a:off x="9979401" y="3830052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EDC2CD12-F812-4BA4-838D-97DF1FA6E605}"/>
                </a:ext>
              </a:extLst>
            </p:cNvPr>
            <p:cNvSpPr txBox="1"/>
            <p:nvPr/>
          </p:nvSpPr>
          <p:spPr>
            <a:xfrm>
              <a:off x="8567418" y="3902058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2*1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CBCB9DE2-671F-42D7-8D40-125E476714EF}"/>
              </a:ext>
            </a:extLst>
          </p:cNvPr>
          <p:cNvGrpSpPr/>
          <p:nvPr/>
        </p:nvGrpSpPr>
        <p:grpSpPr>
          <a:xfrm>
            <a:off x="8567418" y="2514597"/>
            <a:ext cx="1596467" cy="513346"/>
            <a:chOff x="8567418" y="2514597"/>
            <a:chExt cx="1596467" cy="513346"/>
          </a:xfrm>
        </p:grpSpPr>
        <p:sp>
          <p:nvSpPr>
            <p:cNvPr id="20" name="箭號: 向下 19">
              <a:extLst>
                <a:ext uri="{FF2B5EF4-FFF2-40B4-BE49-F238E27FC236}">
                  <a16:creationId xmlns:a16="http://schemas.microsoft.com/office/drawing/2014/main" id="{4737B460-A800-4CE3-9DF4-FFDE2BD71FEE}"/>
                </a:ext>
              </a:extLst>
            </p:cNvPr>
            <p:cNvSpPr/>
            <p:nvPr/>
          </p:nvSpPr>
          <p:spPr>
            <a:xfrm flipV="1">
              <a:off x="9979401" y="25145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53E5F62-686D-4F3D-A67E-F552F936218F}"/>
                </a:ext>
              </a:extLst>
            </p:cNvPr>
            <p:cNvSpPr txBox="1"/>
            <p:nvPr/>
          </p:nvSpPr>
          <p:spPr>
            <a:xfrm>
              <a:off x="8567418" y="2586604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3*2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BF1BA868-1D89-436A-AE85-6FE6BB90AD9C}"/>
              </a:ext>
            </a:extLst>
          </p:cNvPr>
          <p:cNvGrpSpPr/>
          <p:nvPr/>
        </p:nvGrpSpPr>
        <p:grpSpPr>
          <a:xfrm>
            <a:off x="8569279" y="1199145"/>
            <a:ext cx="1594606" cy="513346"/>
            <a:chOff x="8569279" y="1199145"/>
            <a:chExt cx="1594606" cy="513346"/>
          </a:xfrm>
        </p:grpSpPr>
        <p:sp>
          <p:nvSpPr>
            <p:cNvPr id="21" name="箭號: 向下 20">
              <a:extLst>
                <a:ext uri="{FF2B5EF4-FFF2-40B4-BE49-F238E27FC236}">
                  <a16:creationId xmlns:a16="http://schemas.microsoft.com/office/drawing/2014/main" id="{8E6EB603-A727-4DEA-AE56-59DF615A91CE}"/>
                </a:ext>
              </a:extLst>
            </p:cNvPr>
            <p:cNvSpPr/>
            <p:nvPr/>
          </p:nvSpPr>
          <p:spPr>
            <a:xfrm flipV="1">
              <a:off x="9979401" y="119914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416310F-1C12-42B4-9668-349F296BF0E1}"/>
                </a:ext>
              </a:extLst>
            </p:cNvPr>
            <p:cNvSpPr txBox="1"/>
            <p:nvPr/>
          </p:nvSpPr>
          <p:spPr>
            <a:xfrm>
              <a:off x="8569279" y="1274980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4*6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8C00A5E-9AC5-4555-AB30-AF36D8B71869}"/>
              </a:ext>
            </a:extLst>
          </p:cNvPr>
          <p:cNvGrpSpPr/>
          <p:nvPr/>
        </p:nvGrpSpPr>
        <p:grpSpPr>
          <a:xfrm>
            <a:off x="9683833" y="133990"/>
            <a:ext cx="2449068" cy="1065158"/>
            <a:chOff x="9683833" y="133990"/>
            <a:chExt cx="2449068" cy="1065158"/>
          </a:xfrm>
        </p:grpSpPr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81E998-7032-4A76-A075-C3F16491A630}"/>
                </a:ext>
              </a:extLst>
            </p:cNvPr>
            <p:cNvSpPr/>
            <p:nvPr/>
          </p:nvSpPr>
          <p:spPr>
            <a:xfrm>
              <a:off x="9683833" y="397043"/>
              <a:ext cx="1435768" cy="80210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a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4" name="箭號: 向下 33">
              <a:extLst>
                <a:ext uri="{FF2B5EF4-FFF2-40B4-BE49-F238E27FC236}">
                  <a16:creationId xmlns:a16="http://schemas.microsoft.com/office/drawing/2014/main" id="{5F00E7BD-7A64-4260-9997-3259D1E30629}"/>
                </a:ext>
              </a:extLst>
            </p:cNvPr>
            <p:cNvSpPr/>
            <p:nvPr/>
          </p:nvSpPr>
          <p:spPr>
            <a:xfrm rot="2700000">
              <a:off x="11270295" y="486951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0CA3E60-43B5-478C-81EB-7916369CEF23}"/>
                </a:ext>
              </a:extLst>
            </p:cNvPr>
            <p:cNvSpPr txBox="1"/>
            <p:nvPr/>
          </p:nvSpPr>
          <p:spPr>
            <a:xfrm>
              <a:off x="10975221" y="133990"/>
              <a:ext cx="1157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68ABE531-FADA-4454-8756-038EB11B3CF8}"/>
              </a:ext>
            </a:extLst>
          </p:cNvPr>
          <p:cNvGrpSpPr/>
          <p:nvPr/>
        </p:nvGrpSpPr>
        <p:grpSpPr>
          <a:xfrm>
            <a:off x="7791413" y="86977"/>
            <a:ext cx="1980448" cy="865266"/>
            <a:chOff x="7791413" y="86977"/>
            <a:chExt cx="1980448" cy="865266"/>
          </a:xfrm>
        </p:grpSpPr>
        <p:sp>
          <p:nvSpPr>
            <p:cNvPr id="35" name="箭號: 向下 34">
              <a:extLst>
                <a:ext uri="{FF2B5EF4-FFF2-40B4-BE49-F238E27FC236}">
                  <a16:creationId xmlns:a16="http://schemas.microsoft.com/office/drawing/2014/main" id="{2C3D3892-DB9C-4287-8971-16D63279F1A5}"/>
                </a:ext>
              </a:extLst>
            </p:cNvPr>
            <p:cNvSpPr/>
            <p:nvPr/>
          </p:nvSpPr>
          <p:spPr>
            <a:xfrm rot="8100000">
              <a:off x="9376539" y="4388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8B804950-0EEE-401C-BE96-3434F18DC653}"/>
                </a:ext>
              </a:extLst>
            </p:cNvPr>
            <p:cNvSpPr txBox="1"/>
            <p:nvPr/>
          </p:nvSpPr>
          <p:spPr>
            <a:xfrm>
              <a:off x="7791413" y="86977"/>
              <a:ext cx="198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5*24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36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18A5F7-8843-4A50-8A67-A6FA73CF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(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深度優先搜尋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)</a:t>
            </a:r>
            <a:endParaRPr lang="zh-TW" altLang="en-US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C1553-9B37-4DBA-8925-FB8E6031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570748"/>
            <a:ext cx="9905998" cy="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給定一個含有起點與終點的迷宮，請找出起點到終點的最小步數。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1114CC6-A37D-420B-8599-23574E496F33}"/>
              </a:ext>
            </a:extLst>
          </p:cNvPr>
          <p:cNvSpPr txBox="1"/>
          <p:nvPr/>
        </p:nvSpPr>
        <p:spPr>
          <a:xfrm>
            <a:off x="1141413" y="4170946"/>
            <a:ext cx="2959769" cy="156966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‘S’: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‘E’: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終點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‘.’: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道路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‘#’: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F6D5FB-48B2-4C88-8AFE-46951C2E2065}"/>
              </a:ext>
            </a:extLst>
          </p:cNvPr>
          <p:cNvSpPr txBox="1"/>
          <p:nvPr/>
        </p:nvSpPr>
        <p:spPr>
          <a:xfrm>
            <a:off x="4916396" y="3616946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ACE60251-68FF-4BF2-B79A-8D187E374012}"/>
              </a:ext>
            </a:extLst>
          </p:cNvPr>
          <p:cNvGrpSpPr>
            <a:grpSpLocks noChangeAspect="1"/>
          </p:cNvGrpSpPr>
          <p:nvPr/>
        </p:nvGrpSpPr>
        <p:grpSpPr>
          <a:xfrm>
            <a:off x="8181474" y="3616947"/>
            <a:ext cx="2654968" cy="2701915"/>
            <a:chOff x="7213350" y="3429001"/>
            <a:chExt cx="3214018" cy="3270851"/>
          </a:xfrm>
        </p:grpSpPr>
        <p:sp>
          <p:nvSpPr>
            <p:cNvPr id="6" name="箭號: 向右 5">
              <a:extLst>
                <a:ext uri="{FF2B5EF4-FFF2-40B4-BE49-F238E27FC236}">
                  <a16:creationId xmlns:a16="http://schemas.microsoft.com/office/drawing/2014/main" id="{247DE26F-D6F9-4995-9B11-E558A354D834}"/>
                </a:ext>
              </a:extLst>
            </p:cNvPr>
            <p:cNvSpPr/>
            <p:nvPr/>
          </p:nvSpPr>
          <p:spPr>
            <a:xfrm>
              <a:off x="9248274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D7B97C79-E32D-4E3B-8A58-D7BE82F8618A}"/>
                </a:ext>
              </a:extLst>
            </p:cNvPr>
            <p:cNvSpPr/>
            <p:nvPr/>
          </p:nvSpPr>
          <p:spPr>
            <a:xfrm rot="5400000">
              <a:off x="8238832" y="5937852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A32E4B56-8B90-47C2-92C4-5E9848C56BAB}"/>
                </a:ext>
              </a:extLst>
            </p:cNvPr>
            <p:cNvSpPr/>
            <p:nvPr/>
          </p:nvSpPr>
          <p:spPr>
            <a:xfrm rot="16200000">
              <a:off x="8238832" y="3846095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CC69319F-38AB-4D0B-958A-B999FAB8D880}"/>
                </a:ext>
              </a:extLst>
            </p:cNvPr>
            <p:cNvSpPr/>
            <p:nvPr/>
          </p:nvSpPr>
          <p:spPr>
            <a:xfrm flipH="1">
              <a:off x="7213350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92B5B3B-1364-48A5-86D5-D88003A249E5}"/>
                </a:ext>
              </a:extLst>
            </p:cNvPr>
            <p:cNvSpPr/>
            <p:nvPr/>
          </p:nvSpPr>
          <p:spPr>
            <a:xfrm>
              <a:off x="8392444" y="4608095"/>
              <a:ext cx="855830" cy="9126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B0CEB8-8206-47CE-9F83-BAF882EF2174}"/>
              </a:ext>
            </a:extLst>
          </p:cNvPr>
          <p:cNvSpPr txBox="1"/>
          <p:nvPr/>
        </p:nvSpPr>
        <p:spPr>
          <a:xfrm>
            <a:off x="5291061" y="63822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D34A35-42FD-47BD-BCA5-B2E1259703C8}"/>
              </a:ext>
            </a:extLst>
          </p:cNvPr>
          <p:cNvSpPr txBox="1"/>
          <p:nvPr/>
        </p:nvSpPr>
        <p:spPr>
          <a:xfrm>
            <a:off x="6356824" y="477110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輸出：</a:t>
            </a:r>
            <a:r>
              <a:rPr lang="en-US" altLang="zh-TW" dirty="0">
                <a:latin typeface="Consolas" panose="020B0609020204030204" pitchFamily="49" charset="0"/>
              </a:rPr>
              <a:t>6</a:t>
            </a:r>
            <a:endParaRPr lang="zh-TW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062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C8D34-F284-44D2-A973-17221D158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變數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FF5D9B-7F6D-4903-8146-96A92B474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10393"/>
            <a:ext cx="9298522" cy="10032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F8BE6BA-ECE1-486E-A59A-F3B6AF4EFDEB}"/>
              </a:ext>
            </a:extLst>
          </p:cNvPr>
          <p:cNvSpPr txBox="1"/>
          <p:nvPr/>
        </p:nvSpPr>
        <p:spPr>
          <a:xfrm>
            <a:off x="1141413" y="4309408"/>
            <a:ext cx="107802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R: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迷宮高度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C: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迷宮寬度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Start[2]: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起點座標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 err="1">
                <a:latin typeface="Consolas" panose="020B0609020204030204" pitchFamily="49" charset="0"/>
              </a:rPr>
              <a:t>min_distance</a:t>
            </a:r>
            <a:r>
              <a:rPr lang="en-US" altLang="zh-TW" sz="2400" dirty="0">
                <a:latin typeface="Consolas" panose="020B0609020204030204" pitchFamily="49" charset="0"/>
              </a:rPr>
              <a:t>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已知最小步數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map: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存放地圖資訊</a:t>
            </a:r>
          </a:p>
        </p:txBody>
      </p:sp>
    </p:spTree>
    <p:extLst>
      <p:ext uri="{BB962C8B-B14F-4D97-AF65-F5344CB8AC3E}">
        <p14:creationId xmlns:p14="http://schemas.microsoft.com/office/powerpoint/2010/main" val="1756356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071DCB7-7D84-422E-827E-9DAB7A40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14600"/>
            <a:ext cx="4591691" cy="3991532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2E44283-471B-4785-95AC-C77C4E86C63A}"/>
              </a:ext>
            </a:extLst>
          </p:cNvPr>
          <p:cNvSpPr txBox="1"/>
          <p:nvPr/>
        </p:nvSpPr>
        <p:spPr>
          <a:xfrm>
            <a:off x="8124818" y="3004573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BADFFBA-FC02-483D-BC75-FC90183D9504}"/>
              </a:ext>
            </a:extLst>
          </p:cNvPr>
          <p:cNvSpPr txBox="1"/>
          <p:nvPr/>
        </p:nvSpPr>
        <p:spPr>
          <a:xfrm>
            <a:off x="8499483" y="573732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8D1CD1-9484-491B-99C4-0BBCAD03F910}"/>
              </a:ext>
            </a:extLst>
          </p:cNvPr>
          <p:cNvSpPr/>
          <p:nvPr/>
        </p:nvSpPr>
        <p:spPr>
          <a:xfrm>
            <a:off x="1141413" y="2514600"/>
            <a:ext cx="2893176" cy="621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EC1362-AECC-4810-9D94-3978531329DE}"/>
              </a:ext>
            </a:extLst>
          </p:cNvPr>
          <p:cNvSpPr/>
          <p:nvPr/>
        </p:nvSpPr>
        <p:spPr>
          <a:xfrm>
            <a:off x="8124818" y="3004573"/>
            <a:ext cx="682298" cy="42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7D3BD3-571C-4C21-90BE-B928ADCABA73}"/>
              </a:ext>
            </a:extLst>
          </p:cNvPr>
          <p:cNvSpPr/>
          <p:nvPr/>
        </p:nvSpPr>
        <p:spPr>
          <a:xfrm>
            <a:off x="1141413" y="3429000"/>
            <a:ext cx="4591691" cy="3077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398BE-C693-4FF9-A907-15385BE299CF}"/>
              </a:ext>
            </a:extLst>
          </p:cNvPr>
          <p:cNvSpPr/>
          <p:nvPr/>
        </p:nvSpPr>
        <p:spPr>
          <a:xfrm>
            <a:off x="8124818" y="3429000"/>
            <a:ext cx="1395663" cy="2253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9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1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947E7D-92AB-4D2F-BA77-F49C3FC8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558" y="3493493"/>
            <a:ext cx="9300883" cy="16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03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8C9875-B4EF-4F45-A2E8-C9D4C934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940178"/>
            <a:ext cx="9944983" cy="4888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13718C-347D-4CCB-8ADD-7D460EC8D383}"/>
              </a:ext>
            </a:extLst>
          </p:cNvPr>
          <p:cNvSpPr txBox="1"/>
          <p:nvPr/>
        </p:nvSpPr>
        <p:spPr>
          <a:xfrm>
            <a:off x="5329987" y="5053262"/>
            <a:ext cx="420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A3DDF-A83C-48ED-B6A6-E14925934EFC}"/>
              </a:ext>
            </a:extLst>
          </p:cNvPr>
          <p:cNvSpPr/>
          <p:nvPr/>
        </p:nvSpPr>
        <p:spPr>
          <a:xfrm>
            <a:off x="4026568" y="2940178"/>
            <a:ext cx="6809874" cy="488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D270305A-230D-42FC-9E99-51D6931A6FCE}"/>
              </a:ext>
            </a:extLst>
          </p:cNvPr>
          <p:cNvSpPr/>
          <p:nvPr/>
        </p:nvSpPr>
        <p:spPr>
          <a:xfrm>
            <a:off x="7291135" y="3493167"/>
            <a:ext cx="280737" cy="1560095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7681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E58F45-8D58-4652-B794-CAA0CBBF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1" y="2763025"/>
            <a:ext cx="8881997" cy="223787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C34A4B-E457-42C2-8F2B-B8A4C58D9797}"/>
              </a:ext>
            </a:extLst>
          </p:cNvPr>
          <p:cNvSpPr txBox="1"/>
          <p:nvPr/>
        </p:nvSpPr>
        <p:spPr>
          <a:xfrm>
            <a:off x="5080341" y="52849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決定停止條件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4C53FB-1C57-4E12-BD5C-BA6D7D863893}"/>
              </a:ext>
            </a:extLst>
          </p:cNvPr>
          <p:cNvSpPr/>
          <p:nvPr/>
        </p:nvSpPr>
        <p:spPr>
          <a:xfrm>
            <a:off x="1655001" y="2763025"/>
            <a:ext cx="8881997" cy="22378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6264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4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85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#.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29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##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220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792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9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22956E6-4614-42EC-984E-0CBE31CFA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634916"/>
            <a:ext cx="8294537" cy="3276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AFD9435-2ACC-46A0-850E-7EDA297143A5}"/>
              </a:ext>
            </a:extLst>
          </p:cNvPr>
          <p:cNvSpPr/>
          <p:nvPr/>
        </p:nvSpPr>
        <p:spPr>
          <a:xfrm>
            <a:off x="2181726" y="3609474"/>
            <a:ext cx="6456948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FF4412-3773-4100-8F71-3638528A1181}"/>
              </a:ext>
            </a:extLst>
          </p:cNvPr>
          <p:cNvSpPr/>
          <p:nvPr/>
        </p:nvSpPr>
        <p:spPr>
          <a:xfrm>
            <a:off x="2656564" y="3946358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8B9DCB-A7AE-45DE-A0FF-FB480EDD5735}"/>
              </a:ext>
            </a:extLst>
          </p:cNvPr>
          <p:cNvSpPr/>
          <p:nvPr/>
        </p:nvSpPr>
        <p:spPr>
          <a:xfrm>
            <a:off x="2656563" y="4267200"/>
            <a:ext cx="6779385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E4FC88-A455-4A9E-A088-864F905F4400}"/>
              </a:ext>
            </a:extLst>
          </p:cNvPr>
          <p:cNvSpPr/>
          <p:nvPr/>
        </p:nvSpPr>
        <p:spPr>
          <a:xfrm>
            <a:off x="2656562" y="4596063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355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1" grpId="1" animBg="1"/>
      <p:bldP spid="12" grpId="0" animBg="1"/>
      <p:bldP spid="12" grpId="1" animBg="1"/>
      <p:bldP spid="1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儲存變數的位址</a:t>
            </a:r>
          </a:p>
        </p:txBody>
      </p:sp>
    </p:spTree>
    <p:extLst>
      <p:ext uri="{BB962C8B-B14F-4D97-AF65-F5344CB8AC3E}">
        <p14:creationId xmlns:p14="http://schemas.microsoft.com/office/powerpoint/2010/main" val="1988659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846" y="2514600"/>
            <a:ext cx="9905998" cy="35252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用來儲存位址的變數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type* name; </a:t>
            </a:r>
            <a:r>
              <a:rPr lang="en-US" altLang="zh-TW" sz="2400" cap="none" dirty="0">
                <a:latin typeface="Consolas" panose="020B0609020204030204" pitchFamily="49" charset="0"/>
              </a:rPr>
              <a:t>-&gt;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宣告用來儲存該型態變數位址的指標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這是學習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C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語言中很重要的部分，但對初學者來說並不友善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193152F-896C-4016-9EDF-AE112CDA7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08217"/>
            <a:ext cx="4203908" cy="1620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4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73D80A-F159-4B07-81DE-662FD7F76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取址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  <a:r>
              <a:rPr lang="zh-TW" altLang="en-US" dirty="0">
                <a:latin typeface="Consolas" panose="020B0609020204030204" pitchFamily="49" charset="0"/>
                <a:ea typeface="STHeiti TC" panose="02000000000000000000" pitchFamily="2" charset="-120"/>
              </a:rPr>
              <a:t> 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取值</a:t>
            </a:r>
            <a:r>
              <a:rPr lang="zh-TW" altLang="en-US" dirty="0">
                <a:latin typeface="Consolas" panose="020B0609020204030204" pitchFamily="49" charset="0"/>
                <a:ea typeface="STHeiti TC" panose="02000000000000000000" pitchFamily="2" charset="-120"/>
              </a:rPr>
              <a:t> *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D1CAC8-454D-485E-92A9-5598DDB5D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 來獲取變數位址</a:t>
            </a:r>
            <a:endParaRPr lang="en-US" altLang="zh-TW" sz="28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8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zh-TW" altLang="en-US" sz="2800" dirty="0">
                <a:latin typeface="Consolas" panose="020B0609020204030204" pitchFamily="49" charset="0"/>
                <a:ea typeface="STHeiti TC" panose="02000000000000000000" pitchFamily="2" charset="-120"/>
              </a:rPr>
              <a:t>*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 來獲取該位址上的值</a:t>
            </a:r>
          </a:p>
        </p:txBody>
      </p:sp>
    </p:spTree>
    <p:extLst>
      <p:ext uri="{BB962C8B-B14F-4D97-AF65-F5344CB8AC3E}">
        <p14:creationId xmlns:p14="http://schemas.microsoft.com/office/powerpoint/2010/main" val="493931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1CBF03-5EB3-4E70-A248-587F2835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D5CEB90-8581-411A-B3BA-BD7048037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94037"/>
            <a:ext cx="7984299" cy="3616908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E973F25-7F64-4974-B977-3FE8CFE50E7F}"/>
              </a:ext>
            </a:extLst>
          </p:cNvPr>
          <p:cNvGrpSpPr/>
          <p:nvPr/>
        </p:nvGrpSpPr>
        <p:grpSpPr>
          <a:xfrm>
            <a:off x="5557965" y="609600"/>
            <a:ext cx="6187372" cy="1463040"/>
            <a:chOff x="5557965" y="609600"/>
            <a:chExt cx="6187372" cy="1463040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3629D86-8219-4BF7-854C-D7F40DDF3E67}"/>
                </a:ext>
              </a:extLst>
            </p:cNvPr>
            <p:cNvSpPr/>
            <p:nvPr/>
          </p:nvSpPr>
          <p:spPr>
            <a:xfrm>
              <a:off x="5557965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5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EB5BD1F0-6917-47C4-ADC0-C576F6F755FC}"/>
                </a:ext>
              </a:extLst>
            </p:cNvPr>
            <p:cNvSpPr/>
            <p:nvPr/>
          </p:nvSpPr>
          <p:spPr>
            <a:xfrm>
              <a:off x="9093577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 err="1">
                  <a:latin typeface="Consolas" panose="020B0609020204030204" pitchFamily="49" charset="0"/>
                </a:rPr>
                <a:t>ptr</a:t>
              </a:r>
              <a:endParaRPr lang="en-US" altLang="zh-TW" dirty="0">
                <a:latin typeface="Consolas" panose="020B0609020204030204" pitchFamily="49" charset="0"/>
              </a:endParaRP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int*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0061FF18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5EE1997A-A828-4363-A4E8-347FFF2EF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45" y="2152077"/>
            <a:ext cx="5165236" cy="1905000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A171A7DD-B030-4AEF-8580-45078E2CAF3F}"/>
              </a:ext>
            </a:extLst>
          </p:cNvPr>
          <p:cNvGrpSpPr/>
          <p:nvPr/>
        </p:nvGrpSpPr>
        <p:grpSpPr>
          <a:xfrm>
            <a:off x="2322576" y="2465330"/>
            <a:ext cx="7443216" cy="2106670"/>
            <a:chOff x="2322576" y="2465330"/>
            <a:chExt cx="7443216" cy="21066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4BA4FC-D633-46B4-A021-2A1F5F2E9EF4}"/>
                </a:ext>
              </a:extLst>
            </p:cNvPr>
            <p:cNvSpPr/>
            <p:nvPr/>
          </p:nvSpPr>
          <p:spPr>
            <a:xfrm>
              <a:off x="2322576" y="4279392"/>
              <a:ext cx="4919472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AAFF0735-0967-4AB0-8775-41D16FCC59F3}"/>
                </a:ext>
              </a:extLst>
            </p:cNvPr>
            <p:cNvSpPr/>
            <p:nvPr/>
          </p:nvSpPr>
          <p:spPr>
            <a:xfrm>
              <a:off x="6883845" y="2465330"/>
              <a:ext cx="2881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F647DB-9262-4370-910A-0B853D84248F}"/>
              </a:ext>
            </a:extLst>
          </p:cNvPr>
          <p:cNvGrpSpPr/>
          <p:nvPr/>
        </p:nvGrpSpPr>
        <p:grpSpPr>
          <a:xfrm>
            <a:off x="2322576" y="2795692"/>
            <a:ext cx="8586216" cy="2108289"/>
            <a:chOff x="2322576" y="2795692"/>
            <a:chExt cx="8586216" cy="2108289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04C3349-75D5-4FC1-8C68-D686CA7BEE78}"/>
                </a:ext>
              </a:extLst>
            </p:cNvPr>
            <p:cNvSpPr/>
            <p:nvPr/>
          </p:nvSpPr>
          <p:spPr>
            <a:xfrm>
              <a:off x="2322576" y="4611373"/>
              <a:ext cx="5165236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9DF70FE-5C6E-4136-9F7D-A60F128D4542}"/>
                </a:ext>
              </a:extLst>
            </p:cNvPr>
            <p:cNvSpPr/>
            <p:nvPr/>
          </p:nvSpPr>
          <p:spPr>
            <a:xfrm>
              <a:off x="6883845" y="2795692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01C12EE-1F7A-40AC-8A79-2B0C894C5083}"/>
              </a:ext>
            </a:extLst>
          </p:cNvPr>
          <p:cNvGrpSpPr/>
          <p:nvPr/>
        </p:nvGrpSpPr>
        <p:grpSpPr>
          <a:xfrm>
            <a:off x="2322576" y="3117193"/>
            <a:ext cx="8586216" cy="2118769"/>
            <a:chOff x="2322576" y="3117193"/>
            <a:chExt cx="8586216" cy="211876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56CBC24-2FCC-49F7-809A-2A17779C9FA2}"/>
                </a:ext>
              </a:extLst>
            </p:cNvPr>
            <p:cNvSpPr/>
            <p:nvPr/>
          </p:nvSpPr>
          <p:spPr>
            <a:xfrm>
              <a:off x="2322576" y="4943354"/>
              <a:ext cx="5321808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19454E1-A8A8-4097-B64B-EE3843FF5BB2}"/>
                </a:ext>
              </a:extLst>
            </p:cNvPr>
            <p:cNvSpPr/>
            <p:nvPr/>
          </p:nvSpPr>
          <p:spPr>
            <a:xfrm>
              <a:off x="6883845" y="3117193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F7F174-3B2C-47D0-8274-3A13B101834B}"/>
              </a:ext>
            </a:extLst>
          </p:cNvPr>
          <p:cNvGrpSpPr/>
          <p:nvPr/>
        </p:nvGrpSpPr>
        <p:grpSpPr>
          <a:xfrm>
            <a:off x="2322575" y="3438694"/>
            <a:ext cx="9162289" cy="2129249"/>
            <a:chOff x="2322575" y="3438694"/>
            <a:chExt cx="9162289" cy="2129249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C604D6B-4279-4B74-8266-66BB59F4138C}"/>
                </a:ext>
              </a:extLst>
            </p:cNvPr>
            <p:cNvSpPr/>
            <p:nvPr/>
          </p:nvSpPr>
          <p:spPr>
            <a:xfrm>
              <a:off x="2322575" y="5275335"/>
              <a:ext cx="6771001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2625852-55BC-482D-97F0-564C2E1DED25}"/>
                </a:ext>
              </a:extLst>
            </p:cNvPr>
            <p:cNvSpPr/>
            <p:nvPr/>
          </p:nvSpPr>
          <p:spPr>
            <a:xfrm>
              <a:off x="6883844" y="3438694"/>
              <a:ext cx="4601020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8ADA6875-7E8A-4570-AF5C-42200F0C1A51}"/>
              </a:ext>
            </a:extLst>
          </p:cNvPr>
          <p:cNvGrpSpPr/>
          <p:nvPr/>
        </p:nvGrpSpPr>
        <p:grpSpPr>
          <a:xfrm>
            <a:off x="2322574" y="3754036"/>
            <a:ext cx="8860538" cy="2161128"/>
            <a:chOff x="2322574" y="3754036"/>
            <a:chExt cx="8860538" cy="216112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002D0BA-3C2C-46DA-A6A3-945C2DD1B975}"/>
                </a:ext>
              </a:extLst>
            </p:cNvPr>
            <p:cNvSpPr/>
            <p:nvPr/>
          </p:nvSpPr>
          <p:spPr>
            <a:xfrm>
              <a:off x="2322574" y="5622556"/>
              <a:ext cx="575157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30DC7B-A14E-438E-8E16-5F8C175073B9}"/>
                </a:ext>
              </a:extLst>
            </p:cNvPr>
            <p:cNvSpPr/>
            <p:nvPr/>
          </p:nvSpPr>
          <p:spPr>
            <a:xfrm>
              <a:off x="6883845" y="3754036"/>
              <a:ext cx="429926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7164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傳值？傳址？</a:t>
            </a:r>
          </a:p>
        </p:txBody>
      </p:sp>
    </p:spTree>
    <p:extLst>
      <p:ext uri="{BB962C8B-B14F-4D97-AF65-F5344CB8AC3E}">
        <p14:creationId xmlns:p14="http://schemas.microsoft.com/office/powerpoint/2010/main" val="312478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4FC5DA-B2E7-4C6E-98B3-16792378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B18D4A3-61B9-44C2-B234-622FE0117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49905"/>
            <a:ext cx="4561966" cy="438698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3200C4A-9DFA-47C7-B93F-01524E71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987" y="4015273"/>
            <a:ext cx="5735082" cy="65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163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97003F-668F-41CD-B588-64DD82655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230370"/>
            <a:ext cx="4497387" cy="412162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4C64A46-FA2A-479F-8204-9017150D5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824" y="3920830"/>
            <a:ext cx="6218840" cy="740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610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9C86C9B-29F7-4FF0-937E-152E6EE06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48447"/>
            <a:ext cx="4802187" cy="418990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91037D6-471E-4BEA-8232-286C344F0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9888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2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2D452F-F9C6-4BCB-9039-202188DD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9F504D8-47BF-411F-B650-80D015FAC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33607"/>
            <a:ext cx="3959976" cy="435710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C102D70-B3F8-4DF7-96FA-D8A53EDA1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84" y="406764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29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BEC54DEF-DBCA-4D53-903C-3AD242BA6652}"/>
              </a:ext>
            </a:extLst>
          </p:cNvPr>
          <p:cNvSpPr txBox="1"/>
          <p:nvPr/>
        </p:nvSpPr>
        <p:spPr>
          <a:xfrm>
            <a:off x="2874606" y="3013501"/>
            <a:ext cx="6442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8000" dirty="0">
                <a:latin typeface="STHeiti TC" panose="02000000000000000000" pitchFamily="2" charset="-120"/>
                <a:ea typeface="STHeiti TC" panose="02000000000000000000" pitchFamily="2" charset="-120"/>
              </a:rPr>
              <a:t>上機 </a:t>
            </a:r>
            <a:r>
              <a:rPr lang="en-US" altLang="zh-TW" sz="8000" dirty="0">
                <a:latin typeface="Consolas" panose="020B0609020204030204" pitchFamily="49" charset="0"/>
                <a:ea typeface="STHeiti TC" panose="02000000000000000000" pitchFamily="2" charset="-120"/>
              </a:rPr>
              <a:t>GOGO!!!</a:t>
            </a:r>
            <a:endParaRPr lang="zh-TW" altLang="en-US" sz="8000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56309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將概念圖像化</a:t>
            </a:r>
          </a:p>
        </p:txBody>
      </p:sp>
    </p:spTree>
    <p:extLst>
      <p:ext uri="{BB962C8B-B14F-4D97-AF65-F5344CB8AC3E}">
        <p14:creationId xmlns:p14="http://schemas.microsoft.com/office/powerpoint/2010/main" val="2178927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33419F-F054-4754-9DC3-9959B801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08044-5C99-4F96-9A04-EC0676830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16143"/>
            <a:ext cx="9905998" cy="586452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樹、佇列、堆疊、連結串列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94189C8-A8AC-43E1-ADE7-5666D69233E7}"/>
              </a:ext>
            </a:extLst>
          </p:cNvPr>
          <p:cNvGrpSpPr/>
          <p:nvPr/>
        </p:nvGrpSpPr>
        <p:grpSpPr>
          <a:xfrm>
            <a:off x="1141413" y="3075034"/>
            <a:ext cx="1701467" cy="3093030"/>
            <a:chOff x="1141413" y="3075034"/>
            <a:chExt cx="1701467" cy="309303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505D4A11-A18B-424F-A010-DF88F0464DE2}"/>
                </a:ext>
              </a:extLst>
            </p:cNvPr>
            <p:cNvSpPr/>
            <p:nvPr/>
          </p:nvSpPr>
          <p:spPr>
            <a:xfrm>
              <a:off x="1566780" y="3493503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CCAEBC2D-5191-471F-9995-B335CD20C59E}"/>
                </a:ext>
              </a:extLst>
            </p:cNvPr>
            <p:cNvGrpSpPr/>
            <p:nvPr/>
          </p:nvGrpSpPr>
          <p:grpSpPr>
            <a:xfrm>
              <a:off x="1889844" y="3896131"/>
              <a:ext cx="527669" cy="918247"/>
              <a:chOff x="1889844" y="3896131"/>
              <a:chExt cx="527669" cy="918247"/>
            </a:xfrm>
          </p:grpSpPr>
          <p:sp>
            <p:nvSpPr>
              <p:cNvPr id="5" name="橢圓 4">
                <a:extLst>
                  <a:ext uri="{FF2B5EF4-FFF2-40B4-BE49-F238E27FC236}">
                    <a16:creationId xmlns:a16="http://schemas.microsoft.com/office/drawing/2014/main" id="{3EBB4A3E-99E5-40F2-BAFA-8BC100443836}"/>
                  </a:ext>
                </a:extLst>
              </p:cNvPr>
              <p:cNvSpPr/>
              <p:nvPr/>
            </p:nvSpPr>
            <p:spPr>
              <a:xfrm>
                <a:off x="1992146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" name="箭號: 向右 10">
                <a:extLst>
                  <a:ext uri="{FF2B5EF4-FFF2-40B4-BE49-F238E27FC236}">
                    <a16:creationId xmlns:a16="http://schemas.microsoft.com/office/drawing/2014/main" id="{D85ECE32-7A88-4CFE-B0C2-73D50C0DF78A}"/>
                  </a:ext>
                </a:extLst>
              </p:cNvPr>
              <p:cNvSpPr/>
              <p:nvPr/>
            </p:nvSpPr>
            <p:spPr>
              <a:xfrm rot="3654824">
                <a:off x="1750562" y="4035413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E02E264-405E-4ED0-B784-16A6EBEC0192}"/>
                </a:ext>
              </a:extLst>
            </p:cNvPr>
            <p:cNvGrpSpPr/>
            <p:nvPr/>
          </p:nvGrpSpPr>
          <p:grpSpPr>
            <a:xfrm>
              <a:off x="2315211" y="4744882"/>
              <a:ext cx="527669" cy="896151"/>
              <a:chOff x="2315211" y="4744882"/>
              <a:chExt cx="527669" cy="896151"/>
            </a:xfrm>
          </p:grpSpPr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75FF0450-4399-4C15-BFD3-48A1A6DE1D2C}"/>
                  </a:ext>
                </a:extLst>
              </p:cNvPr>
              <p:cNvSpPr/>
              <p:nvPr/>
            </p:nvSpPr>
            <p:spPr>
              <a:xfrm>
                <a:off x="2417513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" name="箭號: 向右 11">
                <a:extLst>
                  <a:ext uri="{FF2B5EF4-FFF2-40B4-BE49-F238E27FC236}">
                    <a16:creationId xmlns:a16="http://schemas.microsoft.com/office/drawing/2014/main" id="{3F5D77BB-BD5C-4FBC-932D-D7BA5D5178B0}"/>
                  </a:ext>
                </a:extLst>
              </p:cNvPr>
              <p:cNvSpPr/>
              <p:nvPr/>
            </p:nvSpPr>
            <p:spPr>
              <a:xfrm rot="3654824">
                <a:off x="2175929" y="488416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F669DC9E-6E35-4C2F-9737-1CEC01BBD3A0}"/>
                </a:ext>
              </a:extLst>
            </p:cNvPr>
            <p:cNvGrpSpPr/>
            <p:nvPr/>
          </p:nvGrpSpPr>
          <p:grpSpPr>
            <a:xfrm>
              <a:off x="1141413" y="3895383"/>
              <a:ext cx="545839" cy="918995"/>
              <a:chOff x="1141413" y="3895383"/>
              <a:chExt cx="545839" cy="918995"/>
            </a:xfrm>
          </p:grpSpPr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648FCC66-3AD1-41D3-B3EC-8A9751EFE560}"/>
                  </a:ext>
                </a:extLst>
              </p:cNvPr>
              <p:cNvSpPr/>
              <p:nvPr/>
            </p:nvSpPr>
            <p:spPr>
              <a:xfrm>
                <a:off x="1141413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3" name="箭號: 向右 12">
                <a:extLst>
                  <a:ext uri="{FF2B5EF4-FFF2-40B4-BE49-F238E27FC236}">
                    <a16:creationId xmlns:a16="http://schemas.microsoft.com/office/drawing/2014/main" id="{BFE7A12C-B747-4DF4-92D7-2CD8566554CD}"/>
                  </a:ext>
                </a:extLst>
              </p:cNvPr>
              <p:cNvSpPr/>
              <p:nvPr/>
            </p:nvSpPr>
            <p:spPr>
              <a:xfrm rot="6796221">
                <a:off x="1310916" y="4034665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8B49AEA8-AF28-4978-AB2F-7F3D4910D081}"/>
                </a:ext>
              </a:extLst>
            </p:cNvPr>
            <p:cNvGrpSpPr/>
            <p:nvPr/>
          </p:nvGrpSpPr>
          <p:grpSpPr>
            <a:xfrm>
              <a:off x="1566780" y="4745628"/>
              <a:ext cx="537718" cy="895405"/>
              <a:chOff x="1566780" y="4745628"/>
              <a:chExt cx="537718" cy="895405"/>
            </a:xfrm>
          </p:grpSpPr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ECB3D8A5-3CC5-455A-9FA9-E9205FFC3EBA}"/>
                  </a:ext>
                </a:extLst>
              </p:cNvPr>
              <p:cNvSpPr/>
              <p:nvPr/>
            </p:nvSpPr>
            <p:spPr>
              <a:xfrm>
                <a:off x="1566780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箭號: 向右 13">
                <a:extLst>
                  <a:ext uri="{FF2B5EF4-FFF2-40B4-BE49-F238E27FC236}">
                    <a16:creationId xmlns:a16="http://schemas.microsoft.com/office/drawing/2014/main" id="{33CE0548-248C-458A-8B0C-24A519F24BA7}"/>
                  </a:ext>
                </a:extLst>
              </p:cNvPr>
              <p:cNvSpPr/>
              <p:nvPr/>
            </p:nvSpPr>
            <p:spPr>
              <a:xfrm rot="6796221">
                <a:off x="1728162" y="4884910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64C5BF7B-071E-44C3-875D-9FAEC2B530AB}"/>
                </a:ext>
              </a:extLst>
            </p:cNvPr>
            <p:cNvSpPr txBox="1"/>
            <p:nvPr/>
          </p:nvSpPr>
          <p:spPr>
            <a:xfrm>
              <a:off x="1423213" y="3075034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Root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99F603D5-EB6F-44F9-A3C5-E550210D4CBE}"/>
                </a:ext>
              </a:extLst>
            </p:cNvPr>
            <p:cNvSpPr txBox="1"/>
            <p:nvPr/>
          </p:nvSpPr>
          <p:spPr>
            <a:xfrm>
              <a:off x="1640362" y="579873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Tree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2E7B4A-1EDD-430A-B129-EBF323B48BF8}"/>
              </a:ext>
            </a:extLst>
          </p:cNvPr>
          <p:cNvGrpSpPr>
            <a:grpSpLocks noChangeAspect="1"/>
          </p:cNvGrpSpPr>
          <p:nvPr/>
        </p:nvGrpSpPr>
        <p:grpSpPr>
          <a:xfrm>
            <a:off x="3313890" y="2982749"/>
            <a:ext cx="2795494" cy="3474052"/>
            <a:chOff x="3302401" y="2792045"/>
            <a:chExt cx="2795494" cy="3474052"/>
          </a:xfrm>
        </p:grpSpPr>
        <p:sp>
          <p:nvSpPr>
            <p:cNvPr id="18" name="矩形: 圓角 17">
              <a:extLst>
                <a:ext uri="{FF2B5EF4-FFF2-40B4-BE49-F238E27FC236}">
                  <a16:creationId xmlns:a16="http://schemas.microsoft.com/office/drawing/2014/main" id="{BEB490D6-B490-4FFD-AE1D-BCECB5194879}"/>
                </a:ext>
              </a:extLst>
            </p:cNvPr>
            <p:cNvSpPr/>
            <p:nvPr/>
          </p:nvSpPr>
          <p:spPr>
            <a:xfrm>
              <a:off x="3968917" y="3674310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F5129E51-E047-416B-93B2-1815F4132400}"/>
                </a:ext>
              </a:extLst>
            </p:cNvPr>
            <p:cNvSpPr/>
            <p:nvPr/>
          </p:nvSpPr>
          <p:spPr>
            <a:xfrm>
              <a:off x="3968917" y="4111228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BFFA117A-7C7F-4C70-8B77-D4B092757A29}"/>
                </a:ext>
              </a:extLst>
            </p:cNvPr>
            <p:cNvSpPr/>
            <p:nvPr/>
          </p:nvSpPr>
          <p:spPr>
            <a:xfrm>
              <a:off x="3968917" y="4554299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D933C77C-10AF-4C23-B6DA-B4129F8CDACB}"/>
                </a:ext>
              </a:extLst>
            </p:cNvPr>
            <p:cNvSpPr/>
            <p:nvPr/>
          </p:nvSpPr>
          <p:spPr>
            <a:xfrm>
              <a:off x="3968917" y="4992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FAF4040C-69C8-40EE-AD98-1816CDE0C5D1}"/>
                </a:ext>
              </a:extLst>
            </p:cNvPr>
            <p:cNvSpPr/>
            <p:nvPr/>
          </p:nvSpPr>
          <p:spPr>
            <a:xfrm>
              <a:off x="3971925" y="5425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箭號: 向右 24">
              <a:extLst>
                <a:ext uri="{FF2B5EF4-FFF2-40B4-BE49-F238E27FC236}">
                  <a16:creationId xmlns:a16="http://schemas.microsoft.com/office/drawing/2014/main" id="{01C80224-1D75-431D-B14A-B3E19EB7CD1E}"/>
                </a:ext>
              </a:extLst>
            </p:cNvPr>
            <p:cNvSpPr/>
            <p:nvPr/>
          </p:nvSpPr>
          <p:spPr>
            <a:xfrm rot="2572731">
              <a:off x="3812875" y="3310474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箭號: 向右 25">
              <a:extLst>
                <a:ext uri="{FF2B5EF4-FFF2-40B4-BE49-F238E27FC236}">
                  <a16:creationId xmlns:a16="http://schemas.microsoft.com/office/drawing/2014/main" id="{AF025ED7-AC4D-4DC8-9A9F-0E30C0863289}"/>
                </a:ext>
              </a:extLst>
            </p:cNvPr>
            <p:cNvSpPr/>
            <p:nvPr/>
          </p:nvSpPr>
          <p:spPr>
            <a:xfrm rot="18697159">
              <a:off x="5066382" y="3264576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50F3B35-F15C-4199-9E8C-23EF3810D85E}"/>
                </a:ext>
              </a:extLst>
            </p:cNvPr>
            <p:cNvSpPr txBox="1"/>
            <p:nvPr/>
          </p:nvSpPr>
          <p:spPr>
            <a:xfrm>
              <a:off x="3302401" y="2847116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CE2F808-3FAE-4037-9D47-D48C82E5993B}"/>
                </a:ext>
              </a:extLst>
            </p:cNvPr>
            <p:cNvSpPr txBox="1"/>
            <p:nvPr/>
          </p:nvSpPr>
          <p:spPr>
            <a:xfrm>
              <a:off x="5034782" y="2792045"/>
              <a:ext cx="10631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Pop out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C0A4463C-BBF6-48B8-A9EB-0A3A9A6508EB}"/>
                </a:ext>
              </a:extLst>
            </p:cNvPr>
            <p:cNvSpPr txBox="1"/>
            <p:nvPr/>
          </p:nvSpPr>
          <p:spPr>
            <a:xfrm>
              <a:off x="4255315" y="5896765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Stack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017B712-2FA5-4A47-A584-538B8A71B5D3}"/>
              </a:ext>
            </a:extLst>
          </p:cNvPr>
          <p:cNvGrpSpPr/>
          <p:nvPr/>
        </p:nvGrpSpPr>
        <p:grpSpPr>
          <a:xfrm>
            <a:off x="7488752" y="4545276"/>
            <a:ext cx="3563282" cy="1296005"/>
            <a:chOff x="7595095" y="4402039"/>
            <a:chExt cx="3563282" cy="1296005"/>
          </a:xfrm>
        </p:grpSpPr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32F892D-86E2-47B3-97C8-C9452BF69C07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1" name="箭號: 向右 50">
              <a:extLst>
                <a:ext uri="{FF2B5EF4-FFF2-40B4-BE49-F238E27FC236}">
                  <a16:creationId xmlns:a16="http://schemas.microsoft.com/office/drawing/2014/main" id="{8FC2BA70-0297-4DEE-8CBA-594B6EDD6038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A5C9392C-1732-4FAA-8EDF-DB2890EE6804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0E38FF9B-CD7E-4F6D-B959-2AD5502ACAEF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EAC80B7-F955-463C-8D9D-842F3FA6CEC8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4E536F41-87F8-495F-BE78-A2C72CE1C4CD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9C7157D-E034-4133-B080-AB3D713143E0}"/>
                </a:ext>
              </a:extLst>
            </p:cNvPr>
            <p:cNvSpPr txBox="1"/>
            <p:nvPr/>
          </p:nvSpPr>
          <p:spPr>
            <a:xfrm>
              <a:off x="10467162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4674BFA6-9706-4E9C-AB97-923F6D77C65C}"/>
                </a:ext>
              </a:extLst>
            </p:cNvPr>
            <p:cNvSpPr txBox="1"/>
            <p:nvPr/>
          </p:nvSpPr>
          <p:spPr>
            <a:xfrm>
              <a:off x="8516722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3AEB91-AE76-44D8-9E8E-0EE43A36278F}"/>
              </a:ext>
            </a:extLst>
          </p:cNvPr>
          <p:cNvGrpSpPr/>
          <p:nvPr/>
        </p:nvGrpSpPr>
        <p:grpSpPr>
          <a:xfrm>
            <a:off x="6081505" y="1983765"/>
            <a:ext cx="6034443" cy="1423387"/>
            <a:chOff x="5970196" y="2107322"/>
            <a:chExt cx="6034443" cy="1423387"/>
          </a:xfrm>
        </p:grpSpPr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FF7441DD-08A5-4413-89B9-A4D940DCFB13}"/>
                </a:ext>
              </a:extLst>
            </p:cNvPr>
            <p:cNvSpPr txBox="1"/>
            <p:nvPr/>
          </p:nvSpPr>
          <p:spPr>
            <a:xfrm>
              <a:off x="5970196" y="2320757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86310036-419B-45AE-8099-81C6008F54E5}"/>
                </a:ext>
              </a:extLst>
            </p:cNvPr>
            <p:cNvGrpSpPr/>
            <p:nvPr/>
          </p:nvGrpSpPr>
          <p:grpSpPr>
            <a:xfrm>
              <a:off x="7079478" y="2107322"/>
              <a:ext cx="4925161" cy="1423387"/>
              <a:chOff x="7079478" y="2107322"/>
              <a:chExt cx="4925161" cy="1423387"/>
            </a:xfrm>
          </p:grpSpPr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6EAA8FDB-F4F9-497C-ABE7-C68222DB58E3}"/>
                  </a:ext>
                </a:extLst>
              </p:cNvPr>
              <p:cNvSpPr/>
              <p:nvPr/>
            </p:nvSpPr>
            <p:spPr>
              <a:xfrm>
                <a:off x="7751837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AF84E886-74B5-40E8-B451-308606BEA8B5}"/>
                  </a:ext>
                </a:extLst>
              </p:cNvPr>
              <p:cNvSpPr/>
              <p:nvPr/>
            </p:nvSpPr>
            <p:spPr>
              <a:xfrm>
                <a:off x="8285131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4" name="橢圓 33">
                <a:extLst>
                  <a:ext uri="{FF2B5EF4-FFF2-40B4-BE49-F238E27FC236}">
                    <a16:creationId xmlns:a16="http://schemas.microsoft.com/office/drawing/2014/main" id="{35247284-A6B0-459D-8AF1-8B00FD9BC0C1}"/>
                  </a:ext>
                </a:extLst>
              </p:cNvPr>
              <p:cNvSpPr/>
              <p:nvPr/>
            </p:nvSpPr>
            <p:spPr>
              <a:xfrm>
                <a:off x="8818425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5" name="橢圓 34">
                <a:extLst>
                  <a:ext uri="{FF2B5EF4-FFF2-40B4-BE49-F238E27FC236}">
                    <a16:creationId xmlns:a16="http://schemas.microsoft.com/office/drawing/2014/main" id="{DD10978D-3316-4D88-A044-7328F9FE385A}"/>
                  </a:ext>
                </a:extLst>
              </p:cNvPr>
              <p:cNvSpPr/>
              <p:nvPr/>
            </p:nvSpPr>
            <p:spPr>
              <a:xfrm>
                <a:off x="9351719" y="2278905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橢圓 35">
                <a:extLst>
                  <a:ext uri="{FF2B5EF4-FFF2-40B4-BE49-F238E27FC236}">
                    <a16:creationId xmlns:a16="http://schemas.microsoft.com/office/drawing/2014/main" id="{6C0FA981-CAC7-41AF-B00C-637EA744AF93}"/>
                  </a:ext>
                </a:extLst>
              </p:cNvPr>
              <p:cNvSpPr/>
              <p:nvPr/>
            </p:nvSpPr>
            <p:spPr>
              <a:xfrm>
                <a:off x="9885013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A5AE46F-AB1F-45A6-9608-939231ED7E08}"/>
                  </a:ext>
                </a:extLst>
              </p:cNvPr>
              <p:cNvSpPr/>
              <p:nvPr/>
            </p:nvSpPr>
            <p:spPr>
              <a:xfrm>
                <a:off x="7658086" y="2107322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93EA09E8-D5B7-4C9E-8F08-F0A04CD8E056}"/>
                  </a:ext>
                </a:extLst>
              </p:cNvPr>
              <p:cNvSpPr/>
              <p:nvPr/>
            </p:nvSpPr>
            <p:spPr>
              <a:xfrm>
                <a:off x="7658086" y="2732766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右 39">
                <a:extLst>
                  <a:ext uri="{FF2B5EF4-FFF2-40B4-BE49-F238E27FC236}">
                    <a16:creationId xmlns:a16="http://schemas.microsoft.com/office/drawing/2014/main" id="{05F7B924-4FEA-4E3D-BFB2-816FE39B64A1}"/>
                  </a:ext>
                </a:extLst>
              </p:cNvPr>
              <p:cNvSpPr/>
              <p:nvPr/>
            </p:nvSpPr>
            <p:spPr>
              <a:xfrm>
                <a:off x="7079478" y="240768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1" name="箭號: 向右 40">
                <a:extLst>
                  <a:ext uri="{FF2B5EF4-FFF2-40B4-BE49-F238E27FC236}">
                    <a16:creationId xmlns:a16="http://schemas.microsoft.com/office/drawing/2014/main" id="{4206DA1E-F1CF-435B-BDDD-826F057C4813}"/>
                  </a:ext>
                </a:extLst>
              </p:cNvPr>
              <p:cNvSpPr/>
              <p:nvPr/>
            </p:nvSpPr>
            <p:spPr>
              <a:xfrm>
                <a:off x="10435984" y="240457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C1D50466-0561-4510-86D0-DC3852241AE9}"/>
                  </a:ext>
                </a:extLst>
              </p:cNvPr>
              <p:cNvSpPr txBox="1"/>
              <p:nvPr/>
            </p:nvSpPr>
            <p:spPr>
              <a:xfrm>
                <a:off x="10933512" y="2338435"/>
                <a:ext cx="107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Consolas" panose="020B0609020204030204" pitchFamily="49" charset="0"/>
                  </a:rPr>
                  <a:t>Pop out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8D4987B-6DE2-4C0E-B522-29FEF6CB5BA6}"/>
                  </a:ext>
                </a:extLst>
              </p:cNvPr>
              <p:cNvSpPr txBox="1"/>
              <p:nvPr/>
            </p:nvSpPr>
            <p:spPr>
              <a:xfrm>
                <a:off x="8539143" y="3161377"/>
                <a:ext cx="8178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Queue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02354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52C0E-B9ED-4526-90DD-3DBED286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02E5A0-B4D3-4DE8-9288-24F259849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9527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優點：傳值比較方便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AA4D5A8-CE13-4B66-870E-F7673D322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993" y="4018344"/>
            <a:ext cx="5784014" cy="15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1E1279-DDF0-4B6A-BDA0-5F9B477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683C10F-59C4-4A00-9B51-4A532DF8F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7" y="2285362"/>
            <a:ext cx="11993649" cy="45726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D30AD6-547B-4D75-8EDA-97B4C9686182}"/>
              </a:ext>
            </a:extLst>
          </p:cNvPr>
          <p:cNvSpPr/>
          <p:nvPr/>
        </p:nvSpPr>
        <p:spPr>
          <a:xfrm>
            <a:off x="1141413" y="5084064"/>
            <a:ext cx="2232723" cy="246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62695C-E5A9-4213-9162-8A0E2DB327A5}"/>
              </a:ext>
            </a:extLst>
          </p:cNvPr>
          <p:cNvSpPr/>
          <p:nvPr/>
        </p:nvSpPr>
        <p:spPr>
          <a:xfrm>
            <a:off x="1141413" y="5394960"/>
            <a:ext cx="1894395" cy="853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109959-B04F-4627-96AD-BEC85546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3968290"/>
            <a:ext cx="8387490" cy="75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4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08F4AF-25C4-4A7D-8375-EFE3EE8C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6BC435-6AC6-4CD8-9A88-03873CEFD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28671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讓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struct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更好用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F44B2D0-7FD7-41FF-91D2-FD1A894B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58" y="4343401"/>
            <a:ext cx="10003507" cy="67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8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E158D-D969-4F49-9979-F3AE295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4C717D1-9AE9-47C1-9000-1B2B088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67840"/>
            <a:ext cx="4963218" cy="4553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AC28A0B-A19D-4C56-B78E-33CCD1479AC6}"/>
              </a:ext>
            </a:extLst>
          </p:cNvPr>
          <p:cNvSpPr/>
          <p:nvPr/>
        </p:nvSpPr>
        <p:spPr>
          <a:xfrm>
            <a:off x="2240280" y="5138928"/>
            <a:ext cx="1764792" cy="53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38921E-C496-451B-A1DC-B5097056A93D}"/>
              </a:ext>
            </a:extLst>
          </p:cNvPr>
          <p:cNvSpPr/>
          <p:nvPr/>
        </p:nvSpPr>
        <p:spPr>
          <a:xfrm>
            <a:off x="1755648" y="2889504"/>
            <a:ext cx="2852928" cy="1709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1831413-C3C8-4A3D-AEAC-CA5F7F5FC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452" y="4258515"/>
            <a:ext cx="5427924" cy="6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173691-B0F6-4D01-A39A-9F2D1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連結串列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4D3899-7B4A-4B3C-9E5A-A93626C65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752245"/>
            <a:ext cx="4990771" cy="1795547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3F07970-86D8-4B34-A5C4-6014C6FC1254}"/>
              </a:ext>
            </a:extLst>
          </p:cNvPr>
          <p:cNvSpPr/>
          <p:nvPr/>
        </p:nvSpPr>
        <p:spPr>
          <a:xfrm>
            <a:off x="6556781" y="4202264"/>
            <a:ext cx="425367" cy="447754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828178B0-F448-4854-97A2-8197DD12EF0E}"/>
              </a:ext>
            </a:extLst>
          </p:cNvPr>
          <p:cNvSpPr/>
          <p:nvPr/>
        </p:nvSpPr>
        <p:spPr>
          <a:xfrm>
            <a:off x="6556781" y="4763463"/>
            <a:ext cx="515617" cy="237054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8329671-B302-4864-AC34-D0C71DBFC3E1}"/>
              </a:ext>
            </a:extLst>
          </p:cNvPr>
          <p:cNvSpPr txBox="1"/>
          <p:nvPr/>
        </p:nvSpPr>
        <p:spPr>
          <a:xfrm>
            <a:off x="7179934" y="4241475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Node with its own data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28F73-DFC7-4107-B89E-F26C913AF192}"/>
              </a:ext>
            </a:extLst>
          </p:cNvPr>
          <p:cNvSpPr txBox="1"/>
          <p:nvPr/>
        </p:nvSpPr>
        <p:spPr>
          <a:xfrm>
            <a:off x="7179934" y="46973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Next node address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E0E8A901-122A-4242-88F1-0B8C1F0CE3CC}"/>
              </a:ext>
            </a:extLst>
          </p:cNvPr>
          <p:cNvGrpSpPr/>
          <p:nvPr/>
        </p:nvGrpSpPr>
        <p:grpSpPr>
          <a:xfrm>
            <a:off x="8070447" y="1847245"/>
            <a:ext cx="3570496" cy="1296005"/>
            <a:chOff x="7595095" y="4402039"/>
            <a:chExt cx="3570496" cy="129600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2E1C67D1-27A9-42BF-803D-A5B2571E2F8E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箭號: 向右 11">
              <a:extLst>
                <a:ext uri="{FF2B5EF4-FFF2-40B4-BE49-F238E27FC236}">
                  <a16:creationId xmlns:a16="http://schemas.microsoft.com/office/drawing/2014/main" id="{9D21CFF3-3220-4D42-975E-F85D01DD9D39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E340DC89-FD6C-469F-90F0-4E6C60194C3E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4" name="箭號: 向右 13">
              <a:extLst>
                <a:ext uri="{FF2B5EF4-FFF2-40B4-BE49-F238E27FC236}">
                  <a16:creationId xmlns:a16="http://schemas.microsoft.com/office/drawing/2014/main" id="{FE1BFFE4-9C4B-42F5-AF60-47366A0F075A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02C84B9F-F7F7-4AE1-93A8-29861F25938F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C53AADE5-AF26-4497-8C14-CD9A8DD948B2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FAA5B0E-AE59-46F5-97A1-797DB798A79D}"/>
                </a:ext>
              </a:extLst>
            </p:cNvPr>
            <p:cNvSpPr txBox="1"/>
            <p:nvPr/>
          </p:nvSpPr>
          <p:spPr>
            <a:xfrm>
              <a:off x="10474376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CFBF60D3-A648-4FE0-A3F5-06E988AF4C2A}"/>
                </a:ext>
              </a:extLst>
            </p:cNvPr>
            <p:cNvSpPr txBox="1"/>
            <p:nvPr/>
          </p:nvSpPr>
          <p:spPr>
            <a:xfrm>
              <a:off x="8726106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E42CFD68-4A0E-4BB6-BA57-241F0BF19C08}"/>
              </a:ext>
            </a:extLst>
          </p:cNvPr>
          <p:cNvSpPr/>
          <p:nvPr/>
        </p:nvSpPr>
        <p:spPr>
          <a:xfrm>
            <a:off x="4789159" y="4352320"/>
            <a:ext cx="1569836" cy="190500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箭號: 向右 21">
            <a:extLst>
              <a:ext uri="{FF2B5EF4-FFF2-40B4-BE49-F238E27FC236}">
                <a16:creationId xmlns:a16="http://schemas.microsoft.com/office/drawing/2014/main" id="{D7C1D2FA-B06E-4506-AED2-9F765BBCAC24}"/>
              </a:ext>
            </a:extLst>
          </p:cNvPr>
          <p:cNvSpPr/>
          <p:nvPr/>
        </p:nvSpPr>
        <p:spPr>
          <a:xfrm>
            <a:off x="6039073" y="4756042"/>
            <a:ext cx="441508" cy="237054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74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8DE3B-0212-4177-999F-ABB3CDCB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Fibonacci Sequence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D44C33-3EA6-4F1B-9E3A-22CAE5A5D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5079"/>
            <a:ext cx="6220693" cy="426779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30FFDD-97D2-4910-ABD5-194BE4F5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622" y="3980961"/>
            <a:ext cx="4242178" cy="7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7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593FE-A1A2-40C6-AAB5-9C1674DA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Prefix </a:t>
            </a:r>
            <a:r>
              <a:rPr lang="en-US" altLang="zh-TW" cap="none" dirty="0" err="1">
                <a:latin typeface="Consolas" panose="020B0609020204030204" pitchFamily="49" charset="0"/>
              </a:rPr>
              <a:t>Calaulator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4E122-4F4D-4E3E-8E2B-983C1F650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5420"/>
            <a:ext cx="9905998" cy="1447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What is prefix calculator?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If we put operator to the front, and we call it prefix expression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For example: (1 + 2) * 4 =&gt; * + 1 2 4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CC1DD-1634-426D-BDA0-2BF05CE0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95" y="3513221"/>
            <a:ext cx="3886862" cy="2995207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D217B106-7CD2-4078-BD35-7945CE53A337}"/>
              </a:ext>
            </a:extLst>
          </p:cNvPr>
          <p:cNvSpPr/>
          <p:nvPr/>
        </p:nvSpPr>
        <p:spPr>
          <a:xfrm>
            <a:off x="2456865" y="3919961"/>
            <a:ext cx="657726" cy="68981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*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0B31EA6-895D-414C-B6B2-51FFDF89F388}"/>
              </a:ext>
            </a:extLst>
          </p:cNvPr>
          <p:cNvGrpSpPr/>
          <p:nvPr/>
        </p:nvGrpSpPr>
        <p:grpSpPr>
          <a:xfrm>
            <a:off x="1141413" y="5391066"/>
            <a:ext cx="754048" cy="983336"/>
            <a:chOff x="1141413" y="5391066"/>
            <a:chExt cx="754048" cy="983336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CDD7379-117D-4709-861E-65EE38978B4A}"/>
                </a:ext>
              </a:extLst>
            </p:cNvPr>
            <p:cNvSpPr/>
            <p:nvPr/>
          </p:nvSpPr>
          <p:spPr>
            <a:xfrm>
              <a:off x="1141413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852D76A-8FF3-4160-AD7B-B4DB608D03D0}"/>
                </a:ext>
              </a:extLst>
            </p:cNvPr>
            <p:cNvCxnSpPr>
              <a:stCxn id="11" idx="7"/>
              <a:endCxn id="10" idx="3"/>
            </p:cNvCxnSpPr>
            <p:nvPr/>
          </p:nvCxnSpPr>
          <p:spPr>
            <a:xfrm flipV="1">
              <a:off x="1702817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231A714-8A97-4B8D-B31F-6FDAEF61A9A8}"/>
              </a:ext>
            </a:extLst>
          </p:cNvPr>
          <p:cNvGrpSpPr/>
          <p:nvPr/>
        </p:nvGrpSpPr>
        <p:grpSpPr>
          <a:xfrm>
            <a:off x="2360543" y="5391066"/>
            <a:ext cx="754048" cy="983336"/>
            <a:chOff x="2360543" y="5391066"/>
            <a:chExt cx="754048" cy="983336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036ADE93-09EA-47D2-AFEF-5EC4F159BF4D}"/>
                </a:ext>
              </a:extLst>
            </p:cNvPr>
            <p:cNvSpPr/>
            <p:nvPr/>
          </p:nvSpPr>
          <p:spPr>
            <a:xfrm>
              <a:off x="2456865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1622F75-6491-49DC-AACE-350798834F03}"/>
                </a:ext>
              </a:extLst>
            </p:cNvPr>
            <p:cNvCxnSpPr>
              <a:stCxn id="10" idx="5"/>
              <a:endCxn id="12" idx="1"/>
            </p:cNvCxnSpPr>
            <p:nvPr/>
          </p:nvCxnSpPr>
          <p:spPr>
            <a:xfrm>
              <a:off x="2360543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4FDB226-E7FB-4A88-B004-888E096CD949}"/>
              </a:ext>
            </a:extLst>
          </p:cNvPr>
          <p:cNvGrpSpPr/>
          <p:nvPr/>
        </p:nvGrpSpPr>
        <p:grpSpPr>
          <a:xfrm>
            <a:off x="1799139" y="4508751"/>
            <a:ext cx="754048" cy="983335"/>
            <a:chOff x="1799139" y="4508751"/>
            <a:chExt cx="754048" cy="983335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FB3162-F636-413A-AFB8-D3B1964B3F24}"/>
                </a:ext>
              </a:extLst>
            </p:cNvPr>
            <p:cNvSpPr/>
            <p:nvPr/>
          </p:nvSpPr>
          <p:spPr>
            <a:xfrm>
              <a:off x="1799139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5575861C-5B76-4F07-B2CF-57BCA5CCBA7B}"/>
                </a:ext>
              </a:extLst>
            </p:cNvPr>
            <p:cNvCxnSpPr>
              <a:stCxn id="10" idx="7"/>
              <a:endCxn id="8" idx="3"/>
            </p:cNvCxnSpPr>
            <p:nvPr/>
          </p:nvCxnSpPr>
          <p:spPr>
            <a:xfrm flipV="1">
              <a:off x="2360543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25F1C42B-8800-4ADA-8C2E-90D6DFEC9B72}"/>
              </a:ext>
            </a:extLst>
          </p:cNvPr>
          <p:cNvGrpSpPr/>
          <p:nvPr/>
        </p:nvGrpSpPr>
        <p:grpSpPr>
          <a:xfrm>
            <a:off x="3018269" y="4508751"/>
            <a:ext cx="754048" cy="983335"/>
            <a:chOff x="3018269" y="4508751"/>
            <a:chExt cx="754048" cy="98333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E9145981-C3A1-45C6-ABD9-F6D3DFE0FA6E}"/>
                </a:ext>
              </a:extLst>
            </p:cNvPr>
            <p:cNvSpPr/>
            <p:nvPr/>
          </p:nvSpPr>
          <p:spPr>
            <a:xfrm>
              <a:off x="3114591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0D9474D-4824-43D2-A728-05A8C3594878}"/>
                </a:ext>
              </a:extLst>
            </p:cNvPr>
            <p:cNvCxnSpPr>
              <a:stCxn id="9" idx="1"/>
              <a:endCxn id="8" idx="5"/>
            </p:cNvCxnSpPr>
            <p:nvPr/>
          </p:nvCxnSpPr>
          <p:spPr>
            <a:xfrm flipH="1" flipV="1">
              <a:off x="3018269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A6D2D815-134C-4E47-A0C1-3F2D41D0714E}"/>
              </a:ext>
            </a:extLst>
          </p:cNvPr>
          <p:cNvSpPr/>
          <p:nvPr/>
        </p:nvSpPr>
        <p:spPr>
          <a:xfrm>
            <a:off x="5367528" y="3072384"/>
            <a:ext cx="804672" cy="356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26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 decel="100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 decel="100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 decel="100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 decel="100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4" grpId="1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網狀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網狀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網狀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4844</TotalTime>
  <Words>1546</Words>
  <Application>Microsoft Office PowerPoint</Application>
  <PresentationFormat>寬螢幕</PresentationFormat>
  <Paragraphs>374</Paragraphs>
  <Slides>74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74</vt:i4>
      </vt:variant>
    </vt:vector>
  </HeadingPairs>
  <TitlesOfParts>
    <vt:vector size="80" baseType="lpstr">
      <vt:lpstr>STHeiti</vt:lpstr>
      <vt:lpstr>STHeiti TC</vt:lpstr>
      <vt:lpstr>Arial</vt:lpstr>
      <vt:lpstr>Century Gothic</vt:lpstr>
      <vt:lpstr>Consolas</vt:lpstr>
      <vt:lpstr>網狀</vt:lpstr>
      <vt:lpstr>C語言 II</vt:lpstr>
      <vt:lpstr>大綱</vt:lpstr>
      <vt:lpstr>迴圈</vt:lpstr>
      <vt:lpstr>迴圈的應用</vt:lpstr>
      <vt:lpstr>PowerPoint 簡報</vt:lpstr>
      <vt:lpstr>While 迴圈</vt:lpstr>
      <vt:lpstr>While 迴圈 – 範例</vt:lpstr>
      <vt:lpstr>For 迴圈</vt:lpstr>
      <vt:lpstr>For 迴圈執行順序</vt:lpstr>
      <vt:lpstr>For 迴圈 – 範例</vt:lpstr>
      <vt:lpstr>For 迴圈 – 範例</vt:lpstr>
      <vt:lpstr>迴圈控制 - break</vt:lpstr>
      <vt:lpstr>迴圈控制 - break</vt:lpstr>
      <vt:lpstr>迴圈控制 - continue</vt:lpstr>
      <vt:lpstr>迴圈控制 - continue</vt:lpstr>
      <vt:lpstr>雙重迴圈</vt:lpstr>
      <vt:lpstr>陣列</vt:lpstr>
      <vt:lpstr>什麼是陣列？</vt:lpstr>
      <vt:lpstr>陣列的應用</vt:lpstr>
      <vt:lpstr>陣列 – 宣告</vt:lpstr>
      <vt:lpstr>陣列 – 初始化</vt:lpstr>
      <vt:lpstr>陣列 – 初始化範例</vt:lpstr>
      <vt:lpstr>陣列 – 操作</vt:lpstr>
      <vt:lpstr>陣列 – 範例：費波納契數列</vt:lpstr>
      <vt:lpstr>陣列 – 二維陣列</vt:lpstr>
      <vt:lpstr>陣列 – 二維陣列範例</vt:lpstr>
      <vt:lpstr>陣列 – 字串（字元陣列）</vt:lpstr>
      <vt:lpstr>陣列 – 字串（字元陣列）- 輸入 / 輸出</vt:lpstr>
      <vt:lpstr>陣列 – 字串（字元陣列）- 輸入 / 輸出</vt:lpstr>
      <vt:lpstr>單引號 ' 與雙引號 "</vt:lpstr>
      <vt:lpstr>陣列 – 冷知識</vt:lpstr>
      <vt:lpstr>函式</vt:lpstr>
      <vt:lpstr>函式 – 宣告</vt:lpstr>
      <vt:lpstr>函式 – 呼叫函式</vt:lpstr>
      <vt:lpstr>函式 – 範例</vt:lpstr>
      <vt:lpstr>函式 – 宣告順序問題</vt:lpstr>
      <vt:lpstr>函式 – 宣告順序問題的解法</vt:lpstr>
      <vt:lpstr>遞迴</vt:lpstr>
      <vt:lpstr>遞迴</vt:lpstr>
      <vt:lpstr>遞迴 – 範例：階乘</vt:lpstr>
      <vt:lpstr>遞迴 – 範例：迷宮 (深度優先搜尋)</vt:lpstr>
      <vt:lpstr>遞迴 – 範例：迷宮 | 變數</vt:lpstr>
      <vt:lpstr>遞迴 – 範例：迷宮 | Main 函式</vt:lpstr>
      <vt:lpstr>遞迴 – 範例：迷宮 | Main 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指標</vt:lpstr>
      <vt:lpstr>指標</vt:lpstr>
      <vt:lpstr>取址 &amp;  取值 *</vt:lpstr>
      <vt:lpstr>指標 – 範例</vt:lpstr>
      <vt:lpstr>指標 &amp; 函式</vt:lpstr>
      <vt:lpstr>指標 &amp; 函式 範例</vt:lpstr>
      <vt:lpstr>指標 &amp; 函式 範例</vt:lpstr>
      <vt:lpstr>指標 &amp; 函式 範例</vt:lpstr>
      <vt:lpstr>指標 &amp; 函式 範例</vt:lpstr>
      <vt:lpstr>PowerPoint 簡報</vt:lpstr>
      <vt:lpstr>資料結構</vt:lpstr>
      <vt:lpstr>資料結構</vt:lpstr>
      <vt:lpstr>資料結構 - struct</vt:lpstr>
      <vt:lpstr>資料結構 - struct</vt:lpstr>
      <vt:lpstr>資料結構 - typedef</vt:lpstr>
      <vt:lpstr>資料結構 - typedef</vt:lpstr>
      <vt:lpstr>資料結構 – 連結串列</vt:lpstr>
      <vt:lpstr>Recursion – Example: Fibonacci Sequence</vt:lpstr>
      <vt:lpstr>Recursion – Example: Prefix Calaulator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祐廷 劉</dc:creator>
  <cp:lastModifiedBy>祐廷 劉</cp:lastModifiedBy>
  <cp:revision>111</cp:revision>
  <dcterms:created xsi:type="dcterms:W3CDTF">2023-04-22T11:49:35Z</dcterms:created>
  <dcterms:modified xsi:type="dcterms:W3CDTF">2023-08-09T02:55:01Z</dcterms:modified>
</cp:coreProperties>
</file>