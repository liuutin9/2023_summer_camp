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39" r:id="rId6"/>
    <p:sldId id="313" r:id="rId7"/>
    <p:sldId id="314" r:id="rId8"/>
    <p:sldId id="315" r:id="rId9"/>
    <p:sldId id="336" r:id="rId10"/>
    <p:sldId id="316" r:id="rId11"/>
    <p:sldId id="337" r:id="rId12"/>
    <p:sldId id="317" r:id="rId13"/>
    <p:sldId id="319" r:id="rId14"/>
    <p:sldId id="318" r:id="rId15"/>
    <p:sldId id="320" r:id="rId16"/>
    <p:sldId id="326" r:id="rId17"/>
    <p:sldId id="258" r:id="rId18"/>
    <p:sldId id="287" r:id="rId19"/>
    <p:sldId id="295" r:id="rId20"/>
    <p:sldId id="257" r:id="rId21"/>
    <p:sldId id="259" r:id="rId22"/>
    <p:sldId id="278" r:id="rId23"/>
    <p:sldId id="260" r:id="rId24"/>
    <p:sldId id="262" r:id="rId25"/>
    <p:sldId id="289" r:id="rId26"/>
    <p:sldId id="288" r:id="rId27"/>
    <p:sldId id="264" r:id="rId28"/>
    <p:sldId id="327" r:id="rId29"/>
    <p:sldId id="328" r:id="rId30"/>
    <p:sldId id="334" r:id="rId31"/>
    <p:sldId id="266" r:id="rId32"/>
    <p:sldId id="267" r:id="rId33"/>
    <p:sldId id="268" r:id="rId34"/>
    <p:sldId id="291" r:id="rId35"/>
    <p:sldId id="269" r:id="rId36"/>
    <p:sldId id="271" r:id="rId37"/>
    <p:sldId id="272" r:id="rId38"/>
    <p:sldId id="273" r:id="rId39"/>
    <p:sldId id="274" r:id="rId40"/>
    <p:sldId id="292" r:id="rId41"/>
    <p:sldId id="296" r:id="rId42"/>
    <p:sldId id="297" r:id="rId43"/>
    <p:sldId id="300" r:id="rId44"/>
    <p:sldId id="298" r:id="rId45"/>
    <p:sldId id="299" r:id="rId46"/>
    <p:sldId id="301" r:id="rId47"/>
    <p:sldId id="303" r:id="rId48"/>
    <p:sldId id="304" r:id="rId49"/>
    <p:sldId id="305" r:id="rId50"/>
    <p:sldId id="306" r:id="rId51"/>
    <p:sldId id="307" r:id="rId52"/>
    <p:sldId id="310" r:id="rId53"/>
    <p:sldId id="308" r:id="rId54"/>
    <p:sldId id="311" r:id="rId55"/>
    <p:sldId id="302" r:id="rId56"/>
    <p:sldId id="279" r:id="rId57"/>
    <p:sldId id="280" r:id="rId58"/>
    <p:sldId id="338" r:id="rId59"/>
    <p:sldId id="321" r:id="rId60"/>
    <p:sldId id="281" r:id="rId61"/>
    <p:sldId id="329" r:id="rId62"/>
    <p:sldId id="330" r:id="rId63"/>
    <p:sldId id="332" r:id="rId64"/>
    <p:sldId id="331" r:id="rId65"/>
    <p:sldId id="333" r:id="rId66"/>
    <p:sldId id="284" r:id="rId67"/>
    <p:sldId id="285" r:id="rId68"/>
    <p:sldId id="324" r:id="rId69"/>
    <p:sldId id="322" r:id="rId70"/>
    <p:sldId id="323" r:id="rId71"/>
    <p:sldId id="325" r:id="rId72"/>
    <p:sldId id="286" r:id="rId73"/>
    <p:sldId id="277" r:id="rId74"/>
    <p:sldId id="290" r:id="rId7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1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21T15:21:00.832" v="5226" actId="255"/>
      <pc:docMkLst>
        <pc:docMk/>
      </pc:docMkLst>
      <pc:sldChg chg="modSp mod modTransition">
        <pc:chgData name="祐廷 劉" userId="55b9f2413b94badf" providerId="LiveId" clId="{5EA86210-9012-4E68-BCD1-7347BE0E642C}" dt="2023-07-21T15:21:00.832" v="5226" actId="255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7-21T15:21:00.832" v="5226" actId="255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addSp modSp mod modTransition modAnim">
        <pc:chgData name="祐廷 劉" userId="55b9f2413b94badf" providerId="LiveId" clId="{5EA86210-9012-4E68-BCD1-7347BE0E642C}" dt="2023-07-21T15:05:53.485" v="5057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  <pc:picChg chg="add mod">
          <ac:chgData name="祐廷 劉" userId="55b9f2413b94badf" providerId="LiveId" clId="{5EA86210-9012-4E68-BCD1-7347BE0E642C}" dt="2023-07-21T15:05:44.986" v="5056" actId="1076"/>
          <ac:picMkLst>
            <pc:docMk/>
            <pc:sldMk cId="2714440831" sldId="280"/>
            <ac:picMk id="5" creationId="{D193152F-896C-4016-9EDF-AE112CDA7863}"/>
          </ac:picMkLst>
        </pc:picChg>
      </pc:sldChg>
      <pc:sldChg chg="modSp mod modTransition">
        <pc:chgData name="祐廷 劉" userId="55b9f2413b94badf" providerId="LiveId" clId="{5EA86210-9012-4E68-BCD1-7347BE0E642C}" dt="2023-07-21T15:08:37.466" v="5207" actId="255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7-21T15:08:37.466" v="5207" actId="255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21T15:03:18.290" v="5050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21T15:02:27.375" v="5044" actId="20577"/>
          <ac:spMkLst>
            <pc:docMk/>
            <pc:sldMk cId="773901686" sldId="326"/>
            <ac:spMk id="4" creationId="{EDF44081-F897-437F-9B5D-59B0333B8F93}"/>
          </ac:spMkLst>
        </pc:spChg>
        <pc:spChg chg="add mod">
          <ac:chgData name="祐廷 劉" userId="55b9f2413b94badf" providerId="LiveId" clId="{5EA86210-9012-4E68-BCD1-7347BE0E642C}" dt="2023-07-21T15:02:34.086" v="5045" actId="1076"/>
          <ac:spMkLst>
            <pc:docMk/>
            <pc:sldMk cId="773901686" sldId="326"/>
            <ac:spMk id="7" creationId="{BE11CB8C-4056-4108-9849-E5E17DD48A94}"/>
          </ac:spMkLst>
        </pc:spChg>
        <pc:spChg chg="add mod">
          <ac:chgData name="祐廷 劉" userId="55b9f2413b94badf" providerId="LiveId" clId="{5EA86210-9012-4E68-BCD1-7347BE0E642C}" dt="2023-07-21T15:02:38.512" v="5046" actId="1076"/>
          <ac:spMkLst>
            <pc:docMk/>
            <pc:sldMk cId="773901686" sldId="326"/>
            <ac:spMk id="9" creationId="{614D1592-9859-4AEA-8A9E-D30CDCCEE790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  <pc:sldChg chg="modSp new mod">
        <pc:chgData name="祐廷 劉" userId="55b9f2413b94badf" providerId="LiveId" clId="{5EA86210-9012-4E68-BCD1-7347BE0E642C}" dt="2023-07-21T15:08:23.851" v="5206" actId="255"/>
        <pc:sldMkLst>
          <pc:docMk/>
          <pc:sldMk cId="49393110" sldId="338"/>
        </pc:sldMkLst>
        <pc:spChg chg="mod">
          <ac:chgData name="祐廷 劉" userId="55b9f2413b94badf" providerId="LiveId" clId="{5EA86210-9012-4E68-BCD1-7347BE0E642C}" dt="2023-07-21T15:08:01.519" v="5199" actId="20577"/>
          <ac:spMkLst>
            <pc:docMk/>
            <pc:sldMk cId="49393110" sldId="338"/>
            <ac:spMk id="2" creationId="{AF73D80A-F159-4B07-81DE-662FD7F76151}"/>
          </ac:spMkLst>
        </pc:spChg>
        <pc:spChg chg="mod">
          <ac:chgData name="祐廷 劉" userId="55b9f2413b94badf" providerId="LiveId" clId="{5EA86210-9012-4E68-BCD1-7347BE0E642C}" dt="2023-07-21T15:08:23.851" v="5206" actId="255"/>
          <ac:spMkLst>
            <pc:docMk/>
            <pc:sldMk cId="49393110" sldId="338"/>
            <ac:spMk id="3" creationId="{F3D1CAC8-454D-485E-92A9-5598DDB5D87B}"/>
          </ac:spMkLst>
        </pc:spChg>
      </pc:sldChg>
      <pc:sldChg chg="new del">
        <pc:chgData name="祐廷 劉" userId="55b9f2413b94badf" providerId="LiveId" clId="{5EA86210-9012-4E68-BCD1-7347BE0E642C}" dt="2023-07-21T15:20:37.385" v="5209" actId="47"/>
        <pc:sldMkLst>
          <pc:docMk/>
          <pc:sldMk cId="3924199916" sldId="33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2023/8/12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艾斯雞磨人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3495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3495"/>
            <a:ext cx="9905998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E639783B-CC05-4510-BDA7-EFD4DF7B0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57" y="399786"/>
            <a:ext cx="6287045" cy="605842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EFE8685-81EA-47BB-A9A5-A5E1F8A4B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913" y="2739328"/>
            <a:ext cx="4732430" cy="1379340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622DF29-551B-4F41-B7C4-7FEE2DAE086D}"/>
              </a:ext>
            </a:extLst>
          </p:cNvPr>
          <p:cNvGrpSpPr>
            <a:grpSpLocks noChangeAspect="1"/>
          </p:cNvGrpSpPr>
          <p:nvPr/>
        </p:nvGrpSpPr>
        <p:grpSpPr>
          <a:xfrm>
            <a:off x="216427" y="291331"/>
            <a:ext cx="11759145" cy="6275334"/>
            <a:chOff x="419657" y="354066"/>
            <a:chExt cx="11352686" cy="6058425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9F8D057A-3DEA-4D8C-AC20-65E2DE533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9657" y="354066"/>
              <a:ext cx="6287045" cy="6058425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2BFDA5C6-1890-4F3B-914C-1A2BD616A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9913" y="2693608"/>
              <a:ext cx="4732430" cy="13793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7155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83464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17969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291886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461130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31189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25552"/>
            <a:ext cx="9905998" cy="1905000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956007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799059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122530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429961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4753437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4974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4723359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109268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038308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21336"/>
            <a:ext cx="9905998" cy="1905000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05434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457472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3447380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061593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061593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88976"/>
            <a:ext cx="9905998" cy="1905000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13147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31435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446020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446019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4693916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4703063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446020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2862072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286435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119115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3946564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3946563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3725174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31435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36649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542452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80416"/>
            <a:ext cx="9905998" cy="1905000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808203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131674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439105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4762581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14118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4732503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2812612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164132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194492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31404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4619244" y="2377440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4619244" y="3733800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6515099" y="3733800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6515099" y="2377440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2302764" y="2377440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8828534" y="2377440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5035296" y="311810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6931151" y="311810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5983223" y="379628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5983223" y="2439924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3875533" y="2442972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8087868" y="243992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4503420" y="2212848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5695891" y="488452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8395716" y="2798710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8468239" y="3782902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5" y="2175235"/>
            <a:ext cx="6499442" cy="3219725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11321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4553712" y="2464308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4553712" y="3820668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6449567" y="3820668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6449567" y="2464308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2237232" y="2464308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8763002" y="2464308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4969764" y="3204972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6865619" y="3204972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5917691" y="3883152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5917691" y="2526792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3810001" y="2529840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8022336" y="2526792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4437888" y="2299716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5598297" y="497139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5916166" y="2659379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5271753" y="3258419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68" y="2244737"/>
            <a:ext cx="5913928" cy="291175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2841077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910316" y="323938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E11CB8C-4056-4108-9849-E5E17DD48A94}"/>
              </a:ext>
            </a:extLst>
          </p:cNvPr>
          <p:cNvSpPr txBox="1"/>
          <p:nvPr/>
        </p:nvSpPr>
        <p:spPr>
          <a:xfrm>
            <a:off x="910316" y="3944123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14D1592-9859-4AEA-8A9E-D30CDCCEE790}"/>
              </a:ext>
            </a:extLst>
          </p:cNvPr>
          <p:cNvSpPr txBox="1"/>
          <p:nvPr/>
        </p:nvSpPr>
        <p:spPr>
          <a:xfrm>
            <a:off x="910316" y="464885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54350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225352"/>
              </p:ext>
            </p:extLst>
          </p:nvPr>
        </p:nvGraphicFramePr>
        <p:xfrm>
          <a:off x="3991556" y="3959350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0118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046307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203358"/>
            <a:ext cx="6949767" cy="2612442"/>
          </a:xfrm>
          <a:prstGeom prst="rect">
            <a:avLst/>
          </a:prstGeom>
        </p:spPr>
      </p:pic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EDE7593F-6912-4850-85FD-F1E812C10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447809"/>
              </p:ext>
            </p:extLst>
          </p:nvPr>
        </p:nvGraphicFramePr>
        <p:xfrm>
          <a:off x="0" y="3983290"/>
          <a:ext cx="12192000" cy="707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814033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4041963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94065604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47834629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50270139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9459459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3047405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6556052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29316996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286412242"/>
                    </a:ext>
                  </a:extLst>
                </a:gridCol>
              </a:tblGrid>
              <a:tr h="70758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[0]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[1]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[2]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[3]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[4]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[5]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[6]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[7]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[8]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[9]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83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83836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1219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153663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1493366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1994273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2666840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2880352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04610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12577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443632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2642295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2947095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243874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158274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1219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045445"/>
              </p:ext>
            </p:extLst>
          </p:nvPr>
        </p:nvGraphicFramePr>
        <p:xfrm>
          <a:off x="608012" y="2807208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1888342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4170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271189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920399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147478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81783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082910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366086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140949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71471"/>
            <a:ext cx="9905998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1219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67688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0076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4395374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653911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2523685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3418032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4562054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3985775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381580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93209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15285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374904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258987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359093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465140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17544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51897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1848934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1914288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2485844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2815941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1499139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023577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1850938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101596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1989119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3647998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4818649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4706172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1219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69423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2961447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2794982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3511852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3965450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4696369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4857824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5240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1776983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397255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3912830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201588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426177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193152F-896C-4016-9EDF-AE112CDA7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8217"/>
            <a:ext cx="4203908" cy="162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3D80A-F159-4B07-81DE-662FD7F76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取址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取值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*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D1CAC8-454D-485E-92A9-5598DDB5D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18943"/>
            <a:ext cx="9905998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來獲取變數位址</a:t>
            </a: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zh-TW" altLang="en-US" sz="2800" dirty="0">
                <a:latin typeface="Consolas" panose="020B0609020204030204" pitchFamily="49" charset="0"/>
                <a:ea typeface="STHeiti TC" panose="02000000000000000000" pitchFamily="2" charset="-120"/>
              </a:rPr>
              <a:t>*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來獲取該位址上的值</a:t>
            </a:r>
          </a:p>
        </p:txBody>
      </p:sp>
    </p:spTree>
    <p:extLst>
      <p:ext uri="{BB962C8B-B14F-4D97-AF65-F5344CB8AC3E}">
        <p14:creationId xmlns:p14="http://schemas.microsoft.com/office/powerpoint/2010/main" val="49393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4855</TotalTime>
  <Words>1546</Words>
  <Application>Microsoft Office PowerPoint</Application>
  <PresentationFormat>寬螢幕</PresentationFormat>
  <Paragraphs>374</Paragraphs>
  <Slides>74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74</vt:i4>
      </vt:variant>
    </vt:vector>
  </HeadingPairs>
  <TitlesOfParts>
    <vt:vector size="80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PowerPoint 簡報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取址 &amp;  取值 *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113</cp:revision>
  <dcterms:created xsi:type="dcterms:W3CDTF">2023-04-22T11:49:35Z</dcterms:created>
  <dcterms:modified xsi:type="dcterms:W3CDTF">2023-08-12T05:27:51Z</dcterms:modified>
</cp:coreProperties>
</file>