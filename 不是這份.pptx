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93" r:id="rId3"/>
    <p:sldId id="294" r:id="rId4"/>
    <p:sldId id="312" r:id="rId5"/>
    <p:sldId id="313" r:id="rId6"/>
    <p:sldId id="314" r:id="rId7"/>
    <p:sldId id="315" r:id="rId8"/>
    <p:sldId id="316" r:id="rId9"/>
    <p:sldId id="317" r:id="rId10"/>
    <p:sldId id="319" r:id="rId11"/>
    <p:sldId id="318" r:id="rId12"/>
    <p:sldId id="320" r:id="rId13"/>
    <p:sldId id="258" r:id="rId14"/>
    <p:sldId id="287" r:id="rId15"/>
    <p:sldId id="295" r:id="rId16"/>
    <p:sldId id="257" r:id="rId17"/>
    <p:sldId id="259" r:id="rId18"/>
    <p:sldId id="278" r:id="rId19"/>
    <p:sldId id="260" r:id="rId20"/>
    <p:sldId id="262" r:id="rId21"/>
    <p:sldId id="289" r:id="rId22"/>
    <p:sldId id="288" r:id="rId23"/>
    <p:sldId id="264" r:id="rId24"/>
    <p:sldId id="266" r:id="rId25"/>
    <p:sldId id="267" r:id="rId26"/>
    <p:sldId id="268" r:id="rId27"/>
    <p:sldId id="291" r:id="rId28"/>
    <p:sldId id="269" r:id="rId29"/>
    <p:sldId id="271" r:id="rId30"/>
    <p:sldId id="272" r:id="rId31"/>
    <p:sldId id="273" r:id="rId32"/>
    <p:sldId id="274" r:id="rId33"/>
    <p:sldId id="292" r:id="rId34"/>
    <p:sldId id="296" r:id="rId35"/>
    <p:sldId id="297" r:id="rId36"/>
    <p:sldId id="300" r:id="rId37"/>
    <p:sldId id="298" r:id="rId38"/>
    <p:sldId id="299" r:id="rId39"/>
    <p:sldId id="301" r:id="rId40"/>
    <p:sldId id="303" r:id="rId41"/>
    <p:sldId id="304" r:id="rId42"/>
    <p:sldId id="305" r:id="rId43"/>
    <p:sldId id="306" r:id="rId44"/>
    <p:sldId id="307" r:id="rId45"/>
    <p:sldId id="310" r:id="rId46"/>
    <p:sldId id="308" r:id="rId47"/>
    <p:sldId id="311" r:id="rId48"/>
    <p:sldId id="302" r:id="rId49"/>
    <p:sldId id="279" r:id="rId50"/>
    <p:sldId id="280" r:id="rId51"/>
    <p:sldId id="321" r:id="rId52"/>
    <p:sldId id="281" r:id="rId53"/>
    <p:sldId id="282" r:id="rId54"/>
    <p:sldId id="284" r:id="rId55"/>
    <p:sldId id="285" r:id="rId56"/>
    <p:sldId id="324" r:id="rId57"/>
    <p:sldId id="322" r:id="rId58"/>
    <p:sldId id="323" r:id="rId59"/>
    <p:sldId id="325" r:id="rId60"/>
    <p:sldId id="286" r:id="rId61"/>
    <p:sldId id="277" r:id="rId62"/>
    <p:sldId id="290" r:id="rId6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1E1E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20" y="6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祐廷 劉" userId="55b9f2413b94badf" providerId="LiveId" clId="{FAE82E77-E966-4517-B31B-C9DB4C5134D8}"/>
    <pc:docChg chg="undo redo custSel addSld delSld modSld">
      <pc:chgData name="祐廷 劉" userId="55b9f2413b94badf" providerId="LiveId" clId="{FAE82E77-E966-4517-B31B-C9DB4C5134D8}" dt="2023-04-22T16:17:31.323" v="972" actId="478"/>
      <pc:docMkLst>
        <pc:docMk/>
      </pc:docMkLst>
      <pc:sldChg chg="modSp mod">
        <pc:chgData name="祐廷 劉" userId="55b9f2413b94badf" providerId="LiveId" clId="{FAE82E77-E966-4517-B31B-C9DB4C5134D8}" dt="2023-04-22T15:58:28.649" v="511" actId="20577"/>
        <pc:sldMkLst>
          <pc:docMk/>
          <pc:sldMk cId="2439948278" sldId="256"/>
        </pc:sldMkLst>
        <pc:spChg chg="mod">
          <ac:chgData name="祐廷 劉" userId="55b9f2413b94badf" providerId="LiveId" clId="{FAE82E77-E966-4517-B31B-C9DB4C5134D8}" dt="2023-04-22T15:58:21.606" v="499" actId="20577"/>
          <ac:spMkLst>
            <pc:docMk/>
            <pc:sldMk cId="2439948278" sldId="256"/>
            <ac:spMk id="2" creationId="{2547C986-049C-41FC-A0D1-5E7895C02A18}"/>
          </ac:spMkLst>
        </pc:spChg>
        <pc:spChg chg="mod">
          <ac:chgData name="祐廷 劉" userId="55b9f2413b94badf" providerId="LiveId" clId="{FAE82E77-E966-4517-B31B-C9DB4C5134D8}" dt="2023-04-22T15:58:28.649" v="511" actId="20577"/>
          <ac:spMkLst>
            <pc:docMk/>
            <pc:sldMk cId="2439948278" sldId="256"/>
            <ac:spMk id="3" creationId="{B2631129-228D-401D-83D2-17746602C315}"/>
          </ac:spMkLst>
        </pc:spChg>
      </pc:sldChg>
      <pc:sldChg chg="modSp mod">
        <pc:chgData name="祐廷 劉" userId="55b9f2413b94badf" providerId="LiveId" clId="{FAE82E77-E966-4517-B31B-C9DB4C5134D8}" dt="2023-04-22T15:57:48.485" v="456" actId="255"/>
        <pc:sldMkLst>
          <pc:docMk/>
          <pc:sldMk cId="4268384832" sldId="257"/>
        </pc:sldMkLst>
        <pc:spChg chg="mod">
          <ac:chgData name="祐廷 劉" userId="55b9f2413b94badf" providerId="LiveId" clId="{FAE82E77-E966-4517-B31B-C9DB4C5134D8}" dt="2023-04-22T15:57:48.485" v="456" actId="255"/>
          <ac:spMkLst>
            <pc:docMk/>
            <pc:sldMk cId="4268384832" sldId="257"/>
            <ac:spMk id="3" creationId="{5C81EC29-B3DF-4D67-BD52-51AA3594F8E8}"/>
          </ac:spMkLst>
        </pc:spChg>
      </pc:sldChg>
      <pc:sldChg chg="modSp mod">
        <pc:chgData name="祐廷 劉" userId="55b9f2413b94badf" providerId="LiveId" clId="{FAE82E77-E966-4517-B31B-C9DB4C5134D8}" dt="2023-04-22T16:03:48.827" v="623" actId="20577"/>
        <pc:sldMkLst>
          <pc:docMk/>
          <pc:sldMk cId="1688687825" sldId="258"/>
        </pc:sldMkLst>
        <pc:spChg chg="mod">
          <ac:chgData name="祐廷 劉" userId="55b9f2413b94badf" providerId="LiveId" clId="{FAE82E77-E966-4517-B31B-C9DB4C5134D8}" dt="2023-04-22T16:03:48.827" v="623" actId="20577"/>
          <ac:spMkLst>
            <pc:docMk/>
            <pc:sldMk cId="1688687825" sldId="258"/>
            <ac:spMk id="3" creationId="{B2631129-228D-401D-83D2-17746602C315}"/>
          </ac:spMkLst>
        </pc:spChg>
      </pc:sldChg>
      <pc:sldChg chg="modSp mod">
        <pc:chgData name="祐廷 劉" userId="55b9f2413b94badf" providerId="LiveId" clId="{FAE82E77-E966-4517-B31B-C9DB4C5134D8}" dt="2023-04-22T15:59:00.668" v="517" actId="20577"/>
        <pc:sldMkLst>
          <pc:docMk/>
          <pc:sldMk cId="3033534473" sldId="259"/>
        </pc:sldMkLst>
        <pc:spChg chg="mod">
          <ac:chgData name="祐廷 劉" userId="55b9f2413b94badf" providerId="LiveId" clId="{FAE82E77-E966-4517-B31B-C9DB4C5134D8}" dt="2023-04-22T15:59:00.668" v="517" actId="20577"/>
          <ac:spMkLst>
            <pc:docMk/>
            <pc:sldMk cId="3033534473" sldId="259"/>
            <ac:spMk id="3" creationId="{5C81EC29-B3DF-4D67-BD52-51AA3594F8E8}"/>
          </ac:spMkLst>
        </pc:spChg>
      </pc:sldChg>
      <pc:sldChg chg="modSp mod">
        <pc:chgData name="祐廷 劉" userId="55b9f2413b94badf" providerId="LiveId" clId="{FAE82E77-E966-4517-B31B-C9DB4C5134D8}" dt="2023-04-22T15:54:00.145" v="421" actId="255"/>
        <pc:sldMkLst>
          <pc:docMk/>
          <pc:sldMk cId="2304028743" sldId="260"/>
        </pc:sldMkLst>
        <pc:spChg chg="mod">
          <ac:chgData name="祐廷 劉" userId="55b9f2413b94badf" providerId="LiveId" clId="{FAE82E77-E966-4517-B31B-C9DB4C5134D8}" dt="2023-04-22T15:54:00.145" v="421" actId="255"/>
          <ac:spMkLst>
            <pc:docMk/>
            <pc:sldMk cId="2304028743" sldId="260"/>
            <ac:spMk id="3" creationId="{5C81EC29-B3DF-4D67-BD52-51AA3594F8E8}"/>
          </ac:spMkLst>
        </pc:spChg>
      </pc:sldChg>
      <pc:sldChg chg="modSp mod">
        <pc:chgData name="祐廷 劉" userId="55b9f2413b94badf" providerId="LiveId" clId="{FAE82E77-E966-4517-B31B-C9DB4C5134D8}" dt="2023-04-22T15:29:21.002" v="205" actId="20577"/>
        <pc:sldMkLst>
          <pc:docMk/>
          <pc:sldMk cId="3881002959" sldId="262"/>
        </pc:sldMkLst>
        <pc:spChg chg="mod">
          <ac:chgData name="祐廷 劉" userId="55b9f2413b94badf" providerId="LiveId" clId="{FAE82E77-E966-4517-B31B-C9DB4C5134D8}" dt="2023-04-22T15:29:21.002" v="205" actId="20577"/>
          <ac:spMkLst>
            <pc:docMk/>
            <pc:sldMk cId="3881002959" sldId="262"/>
            <ac:spMk id="2" creationId="{86A417EE-BD65-4C07-AA4D-FA2B143C912D}"/>
          </ac:spMkLst>
        </pc:spChg>
      </pc:sldChg>
      <pc:sldChg chg="modSp mod">
        <pc:chgData name="祐廷 劉" userId="55b9f2413b94badf" providerId="LiveId" clId="{FAE82E77-E966-4517-B31B-C9DB4C5134D8}" dt="2023-04-22T15:53:36.134" v="417" actId="20577"/>
        <pc:sldMkLst>
          <pc:docMk/>
          <pc:sldMk cId="2864515312" sldId="263"/>
        </pc:sldMkLst>
        <pc:spChg chg="mod">
          <ac:chgData name="祐廷 劉" userId="55b9f2413b94badf" providerId="LiveId" clId="{FAE82E77-E966-4517-B31B-C9DB4C5134D8}" dt="2023-04-22T15:53:36.134" v="417" actId="20577"/>
          <ac:spMkLst>
            <pc:docMk/>
            <pc:sldMk cId="2864515312" sldId="263"/>
            <ac:spMk id="3" creationId="{5C81EC29-B3DF-4D67-BD52-51AA3594F8E8}"/>
          </ac:spMkLst>
        </pc:spChg>
      </pc:sldChg>
      <pc:sldChg chg="modSp mod">
        <pc:chgData name="祐廷 劉" userId="55b9f2413b94badf" providerId="LiveId" clId="{FAE82E77-E966-4517-B31B-C9DB4C5134D8}" dt="2023-04-22T15:59:15.591" v="519" actId="113"/>
        <pc:sldMkLst>
          <pc:docMk/>
          <pc:sldMk cId="672116585" sldId="264"/>
        </pc:sldMkLst>
        <pc:spChg chg="mod">
          <ac:chgData name="祐廷 劉" userId="55b9f2413b94badf" providerId="LiveId" clId="{FAE82E77-E966-4517-B31B-C9DB4C5134D8}" dt="2023-04-22T15:59:15.591" v="519" actId="113"/>
          <ac:spMkLst>
            <pc:docMk/>
            <pc:sldMk cId="672116585" sldId="264"/>
            <ac:spMk id="3" creationId="{061B9E1D-3BE2-49AA-9338-D8B135E76119}"/>
          </ac:spMkLst>
        </pc:spChg>
      </pc:sldChg>
      <pc:sldChg chg="modSp mod">
        <pc:chgData name="祐廷 劉" userId="55b9f2413b94badf" providerId="LiveId" clId="{FAE82E77-E966-4517-B31B-C9DB4C5134D8}" dt="2023-04-22T16:00:55.704" v="539" actId="1076"/>
        <pc:sldMkLst>
          <pc:docMk/>
          <pc:sldMk cId="593513117" sldId="266"/>
        </pc:sldMkLst>
        <pc:spChg chg="mod">
          <ac:chgData name="祐廷 劉" userId="55b9f2413b94badf" providerId="LiveId" clId="{FAE82E77-E966-4517-B31B-C9DB4C5134D8}" dt="2023-04-22T16:00:46.007" v="537" actId="5793"/>
          <ac:spMkLst>
            <pc:docMk/>
            <pc:sldMk cId="593513117" sldId="266"/>
            <ac:spMk id="3" creationId="{061B9E1D-3BE2-49AA-9338-D8B135E76119}"/>
          </ac:spMkLst>
        </pc:spChg>
        <pc:picChg chg="mod">
          <ac:chgData name="祐廷 劉" userId="55b9f2413b94badf" providerId="LiveId" clId="{FAE82E77-E966-4517-B31B-C9DB4C5134D8}" dt="2023-04-22T16:00:52.394" v="538" actId="1076"/>
          <ac:picMkLst>
            <pc:docMk/>
            <pc:sldMk cId="593513117" sldId="266"/>
            <ac:picMk id="5" creationId="{7F678122-11A5-4A03-AA79-38476905298C}"/>
          </ac:picMkLst>
        </pc:picChg>
        <pc:picChg chg="mod">
          <ac:chgData name="祐廷 劉" userId="55b9f2413b94badf" providerId="LiveId" clId="{FAE82E77-E966-4517-B31B-C9DB4C5134D8}" dt="2023-04-22T16:00:55.704" v="539" actId="1076"/>
          <ac:picMkLst>
            <pc:docMk/>
            <pc:sldMk cId="593513117" sldId="266"/>
            <ac:picMk id="7" creationId="{32B08B26-05B7-44B0-A9E8-2439B038F55D}"/>
          </ac:picMkLst>
        </pc:picChg>
      </pc:sldChg>
      <pc:sldChg chg="modSp mod">
        <pc:chgData name="祐廷 劉" userId="55b9f2413b94badf" providerId="LiveId" clId="{FAE82E77-E966-4517-B31B-C9DB4C5134D8}" dt="2023-04-22T16:03:28.947" v="609" actId="20577"/>
        <pc:sldMkLst>
          <pc:docMk/>
          <pc:sldMk cId="3963719163" sldId="267"/>
        </pc:sldMkLst>
        <pc:spChg chg="mod">
          <ac:chgData name="祐廷 劉" userId="55b9f2413b94badf" providerId="LiveId" clId="{FAE82E77-E966-4517-B31B-C9DB4C5134D8}" dt="2023-04-22T16:03:28.947" v="609" actId="20577"/>
          <ac:spMkLst>
            <pc:docMk/>
            <pc:sldMk cId="3963719163" sldId="267"/>
            <ac:spMk id="3" creationId="{B2631129-228D-401D-83D2-17746602C315}"/>
          </ac:spMkLst>
        </pc:spChg>
      </pc:sldChg>
      <pc:sldChg chg="addSp delSp modSp mod">
        <pc:chgData name="祐廷 劉" userId="55b9f2413b94badf" providerId="LiveId" clId="{FAE82E77-E966-4517-B31B-C9DB4C5134D8}" dt="2023-04-22T14:58:06.687" v="25" actId="1076"/>
        <pc:sldMkLst>
          <pc:docMk/>
          <pc:sldMk cId="8053510" sldId="269"/>
        </pc:sldMkLst>
        <pc:picChg chg="del">
          <ac:chgData name="祐廷 劉" userId="55b9f2413b94badf" providerId="LiveId" clId="{FAE82E77-E966-4517-B31B-C9DB4C5134D8}" dt="2023-04-22T14:56:44.509" v="16" actId="478"/>
          <ac:picMkLst>
            <pc:docMk/>
            <pc:sldMk cId="8053510" sldId="269"/>
            <ac:picMk id="7" creationId="{B60EB933-0DA3-423E-87FD-0D50B6C44A58}"/>
          </ac:picMkLst>
        </pc:picChg>
        <pc:picChg chg="del">
          <ac:chgData name="祐廷 劉" userId="55b9f2413b94badf" providerId="LiveId" clId="{FAE82E77-E966-4517-B31B-C9DB4C5134D8}" dt="2023-04-22T14:56:46.782" v="17" actId="478"/>
          <ac:picMkLst>
            <pc:docMk/>
            <pc:sldMk cId="8053510" sldId="269"/>
            <ac:picMk id="9" creationId="{54353B1F-998D-4BB2-8C6C-C37FD07D9A90}"/>
          </ac:picMkLst>
        </pc:picChg>
        <pc:picChg chg="add mod">
          <ac:chgData name="祐廷 劉" userId="55b9f2413b94badf" providerId="LiveId" clId="{FAE82E77-E966-4517-B31B-C9DB4C5134D8}" dt="2023-04-22T14:56:56.467" v="21" actId="1076"/>
          <ac:picMkLst>
            <pc:docMk/>
            <pc:sldMk cId="8053510" sldId="269"/>
            <ac:picMk id="11" creationId="{70439831-5010-4C16-91D8-8BAB0FCFFA14}"/>
          </ac:picMkLst>
        </pc:picChg>
        <pc:picChg chg="add mod">
          <ac:chgData name="祐廷 劉" userId="55b9f2413b94badf" providerId="LiveId" clId="{FAE82E77-E966-4517-B31B-C9DB4C5134D8}" dt="2023-04-22T14:58:06.687" v="25" actId="1076"/>
          <ac:picMkLst>
            <pc:docMk/>
            <pc:sldMk cId="8053510" sldId="269"/>
            <ac:picMk id="13" creationId="{0BB40DCA-D1B4-4473-9227-70240643DEBE}"/>
          </ac:picMkLst>
        </pc:picChg>
      </pc:sldChg>
      <pc:sldChg chg="addSp delSp modSp add mod">
        <pc:chgData name="祐廷 劉" userId="55b9f2413b94badf" providerId="LiveId" clId="{FAE82E77-E966-4517-B31B-C9DB4C5134D8}" dt="2023-04-22T14:48:26.288" v="15" actId="1076"/>
        <pc:sldMkLst>
          <pc:docMk/>
          <pc:sldMk cId="2751198659" sldId="272"/>
        </pc:sldMkLst>
        <pc:picChg chg="add del mod">
          <ac:chgData name="祐廷 劉" userId="55b9f2413b94badf" providerId="LiveId" clId="{FAE82E77-E966-4517-B31B-C9DB4C5134D8}" dt="2023-04-22T14:47:39.391" v="8" actId="478"/>
          <ac:picMkLst>
            <pc:docMk/>
            <pc:sldMk cId="2751198659" sldId="272"/>
            <ac:picMk id="4" creationId="{DE0DA708-843F-4D0A-BA0D-81E8E4ADEDE3}"/>
          </ac:picMkLst>
        </pc:picChg>
        <pc:picChg chg="del">
          <ac:chgData name="祐廷 劉" userId="55b9f2413b94badf" providerId="LiveId" clId="{FAE82E77-E966-4517-B31B-C9DB4C5134D8}" dt="2023-04-22T14:44:28.544" v="3" actId="478"/>
          <ac:picMkLst>
            <pc:docMk/>
            <pc:sldMk cId="2751198659" sldId="272"/>
            <ac:picMk id="5" creationId="{4BEBD9F9-C2D8-408F-956C-909D73910EA7}"/>
          </ac:picMkLst>
        </pc:picChg>
        <pc:picChg chg="del">
          <ac:chgData name="祐廷 劉" userId="55b9f2413b94badf" providerId="LiveId" clId="{FAE82E77-E966-4517-B31B-C9DB4C5134D8}" dt="2023-04-22T14:44:29.155" v="4" actId="478"/>
          <ac:picMkLst>
            <pc:docMk/>
            <pc:sldMk cId="2751198659" sldId="272"/>
            <ac:picMk id="7" creationId="{5969664E-2D07-4A14-9954-A489D301E58B}"/>
          </ac:picMkLst>
        </pc:picChg>
        <pc:picChg chg="add mod">
          <ac:chgData name="祐廷 劉" userId="55b9f2413b94badf" providerId="LiveId" clId="{FAE82E77-E966-4517-B31B-C9DB4C5134D8}" dt="2023-04-22T14:47:54.874" v="12" actId="1076"/>
          <ac:picMkLst>
            <pc:docMk/>
            <pc:sldMk cId="2751198659" sldId="272"/>
            <ac:picMk id="8" creationId="{85A0E612-F1CD-4B2D-AED1-6B61CC959FDD}"/>
          </ac:picMkLst>
        </pc:picChg>
        <pc:picChg chg="add mod">
          <ac:chgData name="祐廷 劉" userId="55b9f2413b94badf" providerId="LiveId" clId="{FAE82E77-E966-4517-B31B-C9DB4C5134D8}" dt="2023-04-22T14:48:26.288" v="15" actId="1076"/>
          <ac:picMkLst>
            <pc:docMk/>
            <pc:sldMk cId="2751198659" sldId="272"/>
            <ac:picMk id="10" creationId="{57BB33D1-AD1A-4B16-9385-9265A44292D7}"/>
          </ac:picMkLst>
        </pc:picChg>
      </pc:sldChg>
      <pc:sldChg chg="new del">
        <pc:chgData name="祐廷 劉" userId="55b9f2413b94badf" providerId="LiveId" clId="{FAE82E77-E966-4517-B31B-C9DB4C5134D8}" dt="2023-04-22T14:43:15.401" v="1" actId="47"/>
        <pc:sldMkLst>
          <pc:docMk/>
          <pc:sldMk cId="3487719790" sldId="272"/>
        </pc:sldMkLst>
      </pc:sldChg>
      <pc:sldChg chg="modSp add mod">
        <pc:chgData name="祐廷 劉" userId="55b9f2413b94badf" providerId="LiveId" clId="{FAE82E77-E966-4517-B31B-C9DB4C5134D8}" dt="2023-04-22T14:59:42.601" v="78" actId="20577"/>
        <pc:sldMkLst>
          <pc:docMk/>
          <pc:sldMk cId="3255012270" sldId="273"/>
        </pc:sldMkLst>
        <pc:spChg chg="mod">
          <ac:chgData name="祐廷 劉" userId="55b9f2413b94badf" providerId="LiveId" clId="{FAE82E77-E966-4517-B31B-C9DB4C5134D8}" dt="2023-04-22T14:59:24.767" v="48" actId="20577"/>
          <ac:spMkLst>
            <pc:docMk/>
            <pc:sldMk cId="3255012270" sldId="273"/>
            <ac:spMk id="2" creationId="{2547C986-049C-41FC-A0D1-5E7895C02A18}"/>
          </ac:spMkLst>
        </pc:spChg>
        <pc:spChg chg="mod">
          <ac:chgData name="祐廷 劉" userId="55b9f2413b94badf" providerId="LiveId" clId="{FAE82E77-E966-4517-B31B-C9DB4C5134D8}" dt="2023-04-22T14:59:42.601" v="78" actId="20577"/>
          <ac:spMkLst>
            <pc:docMk/>
            <pc:sldMk cId="3255012270" sldId="273"/>
            <ac:spMk id="3" creationId="{B2631129-228D-401D-83D2-17746602C315}"/>
          </ac:spMkLst>
        </pc:spChg>
      </pc:sldChg>
      <pc:sldChg chg="new del">
        <pc:chgData name="祐廷 劉" userId="55b9f2413b94badf" providerId="LiveId" clId="{FAE82E77-E966-4517-B31B-C9DB4C5134D8}" dt="2023-04-22T14:59:04.144" v="27" actId="47"/>
        <pc:sldMkLst>
          <pc:docMk/>
          <pc:sldMk cId="4287791276" sldId="273"/>
        </pc:sldMkLst>
      </pc:sldChg>
      <pc:sldChg chg="addSp delSp modSp new mod">
        <pc:chgData name="祐廷 劉" userId="55b9f2413b94badf" providerId="LiveId" clId="{FAE82E77-E966-4517-B31B-C9DB4C5134D8}" dt="2023-04-22T15:46:00.223" v="370" actId="1076"/>
        <pc:sldMkLst>
          <pc:docMk/>
          <pc:sldMk cId="1316587971" sldId="274"/>
        </pc:sldMkLst>
        <pc:spChg chg="mod">
          <ac:chgData name="祐廷 劉" userId="55b9f2413b94badf" providerId="LiveId" clId="{FAE82E77-E966-4517-B31B-C9DB4C5134D8}" dt="2023-04-22T14:59:58.416" v="94" actId="20577"/>
          <ac:spMkLst>
            <pc:docMk/>
            <pc:sldMk cId="1316587971" sldId="274"/>
            <ac:spMk id="2" creationId="{A2F40727-A2E0-4DFE-BAAE-1DB58A855993}"/>
          </ac:spMkLst>
        </pc:spChg>
        <pc:spChg chg="mod">
          <ac:chgData name="祐廷 劉" userId="55b9f2413b94badf" providerId="LiveId" clId="{FAE82E77-E966-4517-B31B-C9DB4C5134D8}" dt="2023-04-22T15:00:33.832" v="143" actId="20577"/>
          <ac:spMkLst>
            <pc:docMk/>
            <pc:sldMk cId="1316587971" sldId="274"/>
            <ac:spMk id="3" creationId="{1A6E9D2E-8F06-488F-A6E5-FB21C03C7AC7}"/>
          </ac:spMkLst>
        </pc:spChg>
        <pc:spChg chg="add mod">
          <ac:chgData name="祐廷 劉" userId="55b9f2413b94badf" providerId="LiveId" clId="{FAE82E77-E966-4517-B31B-C9DB4C5134D8}" dt="2023-04-22T15:42:58.697" v="274" actId="20577"/>
          <ac:spMkLst>
            <pc:docMk/>
            <pc:sldMk cId="1316587971" sldId="274"/>
            <ac:spMk id="4" creationId="{75E1A584-AD4E-4217-96B1-46B976CE84A4}"/>
          </ac:spMkLst>
        </pc:spChg>
        <pc:spChg chg="add mod">
          <ac:chgData name="祐廷 劉" userId="55b9f2413b94badf" providerId="LiveId" clId="{FAE82E77-E966-4517-B31B-C9DB4C5134D8}" dt="2023-04-22T15:43:04.896" v="283" actId="20577"/>
          <ac:spMkLst>
            <pc:docMk/>
            <pc:sldMk cId="1316587971" sldId="274"/>
            <ac:spMk id="5" creationId="{848FE28D-8B9C-473F-810C-2C9E48A70F68}"/>
          </ac:spMkLst>
        </pc:spChg>
        <pc:spChg chg="add mod">
          <ac:chgData name="祐廷 劉" userId="55b9f2413b94badf" providerId="LiveId" clId="{FAE82E77-E966-4517-B31B-C9DB4C5134D8}" dt="2023-04-22T15:43:13.728" v="292" actId="20577"/>
          <ac:spMkLst>
            <pc:docMk/>
            <pc:sldMk cId="1316587971" sldId="274"/>
            <ac:spMk id="6" creationId="{9BCD5172-DCF5-4505-9E3E-144EEC192B28}"/>
          </ac:spMkLst>
        </pc:spChg>
        <pc:spChg chg="add mod">
          <ac:chgData name="祐廷 劉" userId="55b9f2413b94badf" providerId="LiveId" clId="{FAE82E77-E966-4517-B31B-C9DB4C5134D8}" dt="2023-04-22T15:30:41.426" v="213" actId="688"/>
          <ac:spMkLst>
            <pc:docMk/>
            <pc:sldMk cId="1316587971" sldId="274"/>
            <ac:spMk id="7" creationId="{A7150539-314E-4D80-A3CB-B9D9D4E6114A}"/>
          </ac:spMkLst>
        </pc:spChg>
        <pc:spChg chg="add mod">
          <ac:chgData name="祐廷 劉" userId="55b9f2413b94badf" providerId="LiveId" clId="{FAE82E77-E966-4517-B31B-C9DB4C5134D8}" dt="2023-04-22T15:30:48.394" v="215" actId="1076"/>
          <ac:spMkLst>
            <pc:docMk/>
            <pc:sldMk cId="1316587971" sldId="274"/>
            <ac:spMk id="8" creationId="{069AB269-5848-47C1-9733-FFFA8BAC5AAE}"/>
          </ac:spMkLst>
        </pc:spChg>
        <pc:spChg chg="add mod">
          <ac:chgData name="祐廷 劉" userId="55b9f2413b94badf" providerId="LiveId" clId="{FAE82E77-E966-4517-B31B-C9DB4C5134D8}" dt="2023-04-22T15:31:01.456" v="221" actId="1076"/>
          <ac:spMkLst>
            <pc:docMk/>
            <pc:sldMk cId="1316587971" sldId="274"/>
            <ac:spMk id="9" creationId="{8EF4FF62-FC10-43CD-9FF3-C4C796F2BD84}"/>
          </ac:spMkLst>
        </pc:spChg>
        <pc:spChg chg="add del mod">
          <ac:chgData name="祐廷 劉" userId="55b9f2413b94badf" providerId="LiveId" clId="{FAE82E77-E966-4517-B31B-C9DB4C5134D8}" dt="2023-04-22T15:30:51.626" v="218"/>
          <ac:spMkLst>
            <pc:docMk/>
            <pc:sldMk cId="1316587971" sldId="274"/>
            <ac:spMk id="10" creationId="{5E22735A-CDDF-4FC8-93E2-8CC713F41C84}"/>
          </ac:spMkLst>
        </pc:spChg>
        <pc:spChg chg="add mod">
          <ac:chgData name="祐廷 劉" userId="55b9f2413b94badf" providerId="LiveId" clId="{FAE82E77-E966-4517-B31B-C9DB4C5134D8}" dt="2023-04-22T15:31:09.069" v="223" actId="1076"/>
          <ac:spMkLst>
            <pc:docMk/>
            <pc:sldMk cId="1316587971" sldId="274"/>
            <ac:spMk id="11" creationId="{953A6FCA-6030-4D2A-A774-B28BE1F544B8}"/>
          </ac:spMkLst>
        </pc:spChg>
        <pc:spChg chg="add mod">
          <ac:chgData name="祐廷 劉" userId="55b9f2413b94badf" providerId="LiveId" clId="{FAE82E77-E966-4517-B31B-C9DB4C5134D8}" dt="2023-04-22T15:42:10.569" v="253" actId="1076"/>
          <ac:spMkLst>
            <pc:docMk/>
            <pc:sldMk cId="1316587971" sldId="274"/>
            <ac:spMk id="12" creationId="{05A72444-7CF2-4523-9A69-38DA227511D8}"/>
          </ac:spMkLst>
        </pc:spChg>
        <pc:spChg chg="add mod">
          <ac:chgData name="祐廷 劉" userId="55b9f2413b94badf" providerId="LiveId" clId="{FAE82E77-E966-4517-B31B-C9DB4C5134D8}" dt="2023-04-22T15:42:16.627" v="255" actId="1076"/>
          <ac:spMkLst>
            <pc:docMk/>
            <pc:sldMk cId="1316587971" sldId="274"/>
            <ac:spMk id="13" creationId="{4C736AAA-7CF8-4713-9137-98A7CC1F157F}"/>
          </ac:spMkLst>
        </pc:spChg>
        <pc:spChg chg="add mod">
          <ac:chgData name="祐廷 劉" userId="55b9f2413b94badf" providerId="LiveId" clId="{FAE82E77-E966-4517-B31B-C9DB4C5134D8}" dt="2023-04-22T15:42:31.713" v="263" actId="1076"/>
          <ac:spMkLst>
            <pc:docMk/>
            <pc:sldMk cId="1316587971" sldId="274"/>
            <ac:spMk id="14" creationId="{B4B64A92-2B2C-4F2F-92DA-9D3759462535}"/>
          </ac:spMkLst>
        </pc:spChg>
        <pc:spChg chg="add mod">
          <ac:chgData name="祐廷 劉" userId="55b9f2413b94badf" providerId="LiveId" clId="{FAE82E77-E966-4517-B31B-C9DB4C5134D8}" dt="2023-04-22T15:42:38.558" v="265" actId="1076"/>
          <ac:spMkLst>
            <pc:docMk/>
            <pc:sldMk cId="1316587971" sldId="274"/>
            <ac:spMk id="15" creationId="{D562A568-2A06-4D3D-B404-1F818C65E59B}"/>
          </ac:spMkLst>
        </pc:spChg>
        <pc:spChg chg="add mod">
          <ac:chgData name="祐廷 劉" userId="55b9f2413b94badf" providerId="LiveId" clId="{FAE82E77-E966-4517-B31B-C9DB4C5134D8}" dt="2023-04-22T15:43:28.101" v="294" actId="1076"/>
          <ac:spMkLst>
            <pc:docMk/>
            <pc:sldMk cId="1316587971" sldId="274"/>
            <ac:spMk id="16" creationId="{93F0582A-72C3-43E5-9BB8-A53AAE355755}"/>
          </ac:spMkLst>
        </pc:spChg>
        <pc:spChg chg="add mod">
          <ac:chgData name="祐廷 劉" userId="55b9f2413b94badf" providerId="LiveId" clId="{FAE82E77-E966-4517-B31B-C9DB4C5134D8}" dt="2023-04-22T15:44:15.985" v="313" actId="1076"/>
          <ac:spMkLst>
            <pc:docMk/>
            <pc:sldMk cId="1316587971" sldId="274"/>
            <ac:spMk id="17" creationId="{7A77FBA3-15CD-4469-A389-92D7BEF66CB1}"/>
          </ac:spMkLst>
        </pc:spChg>
        <pc:spChg chg="add del">
          <ac:chgData name="祐廷 劉" userId="55b9f2413b94badf" providerId="LiveId" clId="{FAE82E77-E966-4517-B31B-C9DB4C5134D8}" dt="2023-04-22T15:44:37.270" v="315" actId="478"/>
          <ac:spMkLst>
            <pc:docMk/>
            <pc:sldMk cId="1316587971" sldId="274"/>
            <ac:spMk id="18" creationId="{FF9F1880-4BE5-493A-BD91-E6F31AE0D199}"/>
          </ac:spMkLst>
        </pc:spChg>
        <pc:spChg chg="add mod">
          <ac:chgData name="祐廷 劉" userId="55b9f2413b94badf" providerId="LiveId" clId="{FAE82E77-E966-4517-B31B-C9DB4C5134D8}" dt="2023-04-22T15:45:44.278" v="365" actId="164"/>
          <ac:spMkLst>
            <pc:docMk/>
            <pc:sldMk cId="1316587971" sldId="274"/>
            <ac:spMk id="19" creationId="{7E7495BB-40BA-4AD3-88A1-4FC50BA48135}"/>
          </ac:spMkLst>
        </pc:spChg>
        <pc:spChg chg="add mod">
          <ac:chgData name="祐廷 劉" userId="55b9f2413b94badf" providerId="LiveId" clId="{FAE82E77-E966-4517-B31B-C9DB4C5134D8}" dt="2023-04-22T15:45:44.278" v="365" actId="164"/>
          <ac:spMkLst>
            <pc:docMk/>
            <pc:sldMk cId="1316587971" sldId="274"/>
            <ac:spMk id="20" creationId="{BAAA8F5F-78A1-4341-839F-D74119B9A5AD}"/>
          </ac:spMkLst>
        </pc:spChg>
        <pc:grpChg chg="add mod">
          <ac:chgData name="祐廷 劉" userId="55b9f2413b94badf" providerId="LiveId" clId="{FAE82E77-E966-4517-B31B-C9DB4C5134D8}" dt="2023-04-22T15:46:00.223" v="370" actId="1076"/>
          <ac:grpSpMkLst>
            <pc:docMk/>
            <pc:sldMk cId="1316587971" sldId="274"/>
            <ac:grpSpMk id="21" creationId="{385602CB-4A95-46D8-AEE4-E0F60069BF63}"/>
          </ac:grpSpMkLst>
        </pc:grpChg>
      </pc:sldChg>
      <pc:sldChg chg="new del">
        <pc:chgData name="祐廷 劉" userId="55b9f2413b94badf" providerId="LiveId" clId="{FAE82E77-E966-4517-B31B-C9DB4C5134D8}" dt="2023-04-22T15:00:46.404" v="146" actId="47"/>
        <pc:sldMkLst>
          <pc:docMk/>
          <pc:sldMk cId="361309165" sldId="275"/>
        </pc:sldMkLst>
      </pc:sldChg>
      <pc:sldChg chg="addSp delSp modSp add mod">
        <pc:chgData name="祐廷 劉" userId="55b9f2413b94badf" providerId="LiveId" clId="{FAE82E77-E966-4517-B31B-C9DB4C5134D8}" dt="2023-04-22T15:17:14.315" v="185" actId="1076"/>
        <pc:sldMkLst>
          <pc:docMk/>
          <pc:sldMk cId="4165867379" sldId="276"/>
        </pc:sldMkLst>
        <pc:spChg chg="mod">
          <ac:chgData name="祐廷 劉" userId="55b9f2413b94badf" providerId="LiveId" clId="{FAE82E77-E966-4517-B31B-C9DB4C5134D8}" dt="2023-04-22T15:03:02.001" v="170"/>
          <ac:spMkLst>
            <pc:docMk/>
            <pc:sldMk cId="4165867379" sldId="276"/>
            <ac:spMk id="2" creationId="{A2F40727-A2E0-4DFE-BAAE-1DB58A855993}"/>
          </ac:spMkLst>
        </pc:spChg>
        <pc:spChg chg="del mod">
          <ac:chgData name="祐廷 劉" userId="55b9f2413b94badf" providerId="LiveId" clId="{FAE82E77-E966-4517-B31B-C9DB4C5134D8}" dt="2023-04-22T15:09:02.922" v="173" actId="478"/>
          <ac:spMkLst>
            <pc:docMk/>
            <pc:sldMk cId="4165867379" sldId="276"/>
            <ac:spMk id="3" creationId="{1A6E9D2E-8F06-488F-A6E5-FB21C03C7AC7}"/>
          </ac:spMkLst>
        </pc:spChg>
        <pc:picChg chg="add mod">
          <ac:chgData name="祐廷 劉" userId="55b9f2413b94badf" providerId="LiveId" clId="{FAE82E77-E966-4517-B31B-C9DB4C5134D8}" dt="2023-04-22T15:09:23.322" v="179" actId="1076"/>
          <ac:picMkLst>
            <pc:docMk/>
            <pc:sldMk cId="4165867379" sldId="276"/>
            <ac:picMk id="5" creationId="{AFC7194C-DD38-4917-BCB4-ACCE5C1D066E}"/>
          </ac:picMkLst>
        </pc:picChg>
        <pc:picChg chg="add mod">
          <ac:chgData name="祐廷 劉" userId="55b9f2413b94badf" providerId="LiveId" clId="{FAE82E77-E966-4517-B31B-C9DB4C5134D8}" dt="2023-04-22T15:17:14.315" v="185" actId="1076"/>
          <ac:picMkLst>
            <pc:docMk/>
            <pc:sldMk cId="4165867379" sldId="276"/>
            <ac:picMk id="9" creationId="{7E7887C0-67CA-4A8E-A9C1-D40D2329732F}"/>
          </ac:picMkLst>
        </pc:picChg>
        <pc:cxnChg chg="add del">
          <ac:chgData name="祐廷 劉" userId="55b9f2413b94badf" providerId="LiveId" clId="{FAE82E77-E966-4517-B31B-C9DB4C5134D8}" dt="2023-04-22T15:13:46.029" v="181" actId="11529"/>
          <ac:cxnSpMkLst>
            <pc:docMk/>
            <pc:sldMk cId="4165867379" sldId="276"/>
            <ac:cxnSpMk id="7" creationId="{B41A0CD6-2DFC-4C9E-9B84-99E629F8E96B}"/>
          </ac:cxnSpMkLst>
        </pc:cxnChg>
      </pc:sldChg>
      <pc:sldChg chg="addSp delSp modSp new mod">
        <pc:chgData name="祐廷 劉" userId="55b9f2413b94badf" providerId="LiveId" clId="{FAE82E77-E966-4517-B31B-C9DB4C5134D8}" dt="2023-04-22T15:29:30.062" v="206"/>
        <pc:sldMkLst>
          <pc:docMk/>
          <pc:sldMk cId="741772491" sldId="277"/>
        </pc:sldMkLst>
        <pc:spChg chg="mod">
          <ac:chgData name="祐廷 劉" userId="55b9f2413b94badf" providerId="LiveId" clId="{FAE82E77-E966-4517-B31B-C9DB4C5134D8}" dt="2023-04-22T15:29:30.062" v="206"/>
          <ac:spMkLst>
            <pc:docMk/>
            <pc:sldMk cId="741772491" sldId="277"/>
            <ac:spMk id="2" creationId="{F9E8DE3B-0212-4177-999F-ABB3CDCB4791}"/>
          </ac:spMkLst>
        </pc:spChg>
        <pc:spChg chg="del">
          <ac:chgData name="祐廷 劉" userId="55b9f2413b94badf" providerId="LiveId" clId="{FAE82E77-E966-4517-B31B-C9DB4C5134D8}" dt="2023-04-22T15:27:42.803" v="187" actId="478"/>
          <ac:spMkLst>
            <pc:docMk/>
            <pc:sldMk cId="741772491" sldId="277"/>
            <ac:spMk id="3" creationId="{A4966A35-EDB9-4493-BE37-D9817E184BF4}"/>
          </ac:spMkLst>
        </pc:spChg>
        <pc:picChg chg="add mod">
          <ac:chgData name="祐廷 劉" userId="55b9f2413b94badf" providerId="LiveId" clId="{FAE82E77-E966-4517-B31B-C9DB4C5134D8}" dt="2023-04-22T15:27:47.502" v="189" actId="1076"/>
          <ac:picMkLst>
            <pc:docMk/>
            <pc:sldMk cId="741772491" sldId="277"/>
            <ac:picMk id="5" creationId="{9FD44C33-3EA6-4F1B-9E3A-22CAE5A5DAB3}"/>
          </ac:picMkLst>
        </pc:picChg>
        <pc:picChg chg="add mod">
          <ac:chgData name="祐廷 劉" userId="55b9f2413b94badf" providerId="LiveId" clId="{FAE82E77-E966-4517-B31B-C9DB4C5134D8}" dt="2023-04-22T15:28:37.136" v="194" actId="1076"/>
          <ac:picMkLst>
            <pc:docMk/>
            <pc:sldMk cId="741772491" sldId="277"/>
            <ac:picMk id="7" creationId="{FA30FFDD-97D2-4910-ABD5-194BE4F51A4F}"/>
          </ac:picMkLst>
        </pc:picChg>
      </pc:sldChg>
      <pc:sldChg chg="addSp delSp modSp new mod">
        <pc:chgData name="祐廷 劉" userId="55b9f2413b94badf" providerId="LiveId" clId="{FAE82E77-E966-4517-B31B-C9DB4C5134D8}" dt="2023-04-22T15:50:08.031" v="392" actId="20577"/>
        <pc:sldMkLst>
          <pc:docMk/>
          <pc:sldMk cId="4222768340" sldId="278"/>
        </pc:sldMkLst>
        <pc:spChg chg="mod">
          <ac:chgData name="祐廷 劉" userId="55b9f2413b94badf" providerId="LiveId" clId="{FAE82E77-E966-4517-B31B-C9DB4C5134D8}" dt="2023-04-22T15:50:08.031" v="392" actId="20577"/>
          <ac:spMkLst>
            <pc:docMk/>
            <pc:sldMk cId="4222768340" sldId="278"/>
            <ac:spMk id="2" creationId="{DBA85197-9A25-44B5-A028-9296B1EEE06D}"/>
          </ac:spMkLst>
        </pc:spChg>
        <pc:spChg chg="del">
          <ac:chgData name="祐廷 劉" userId="55b9f2413b94badf" providerId="LiveId" clId="{FAE82E77-E966-4517-B31B-C9DB4C5134D8}" dt="2023-04-22T15:48:33.025" v="372" actId="478"/>
          <ac:spMkLst>
            <pc:docMk/>
            <pc:sldMk cId="4222768340" sldId="278"/>
            <ac:spMk id="3" creationId="{D7F79AA6-1496-442B-BC41-AEF1957425BF}"/>
          </ac:spMkLst>
        </pc:spChg>
        <pc:picChg chg="add mod">
          <ac:chgData name="祐廷 劉" userId="55b9f2413b94badf" providerId="LiveId" clId="{FAE82E77-E966-4517-B31B-C9DB4C5134D8}" dt="2023-04-22T15:48:40.751" v="376" actId="1076"/>
          <ac:picMkLst>
            <pc:docMk/>
            <pc:sldMk cId="4222768340" sldId="278"/>
            <ac:picMk id="5" creationId="{38ED3261-09B2-4FBE-9264-1188AB463CA2}"/>
          </ac:picMkLst>
        </pc:picChg>
        <pc:picChg chg="add mod">
          <ac:chgData name="祐廷 劉" userId="55b9f2413b94badf" providerId="LiveId" clId="{FAE82E77-E966-4517-B31B-C9DB4C5134D8}" dt="2023-04-22T15:49:15.585" v="380" actId="1076"/>
          <ac:picMkLst>
            <pc:docMk/>
            <pc:sldMk cId="4222768340" sldId="278"/>
            <ac:picMk id="7" creationId="{CC33EA00-1775-426C-B64C-B32BB15F973B}"/>
          </ac:picMkLst>
        </pc:picChg>
        <pc:picChg chg="add mod">
          <ac:chgData name="祐廷 劉" userId="55b9f2413b94badf" providerId="LiveId" clId="{FAE82E77-E966-4517-B31B-C9DB4C5134D8}" dt="2023-04-22T15:49:49.790" v="382" actId="1076"/>
          <ac:picMkLst>
            <pc:docMk/>
            <pc:sldMk cId="4222768340" sldId="278"/>
            <ac:picMk id="9" creationId="{05B7CE11-E0BB-47D2-B6EA-BA4761AACB68}"/>
          </ac:picMkLst>
        </pc:picChg>
      </pc:sldChg>
      <pc:sldChg chg="new del">
        <pc:chgData name="祐廷 劉" userId="55b9f2413b94badf" providerId="LiveId" clId="{FAE82E77-E966-4517-B31B-C9DB4C5134D8}" dt="2023-04-22T16:02:45.751" v="573" actId="47"/>
        <pc:sldMkLst>
          <pc:docMk/>
          <pc:sldMk cId="671357147" sldId="279"/>
        </pc:sldMkLst>
      </pc:sldChg>
      <pc:sldChg chg="modSp add mod">
        <pc:chgData name="祐廷 劉" userId="55b9f2413b94badf" providerId="LiveId" clId="{FAE82E77-E966-4517-B31B-C9DB4C5134D8}" dt="2023-04-22T16:03:16.369" v="603" actId="20577"/>
        <pc:sldMkLst>
          <pc:docMk/>
          <pc:sldMk cId="1988659488" sldId="279"/>
        </pc:sldMkLst>
        <pc:spChg chg="mod">
          <ac:chgData name="祐廷 劉" userId="55b9f2413b94badf" providerId="LiveId" clId="{FAE82E77-E966-4517-B31B-C9DB4C5134D8}" dt="2023-04-22T16:02:53.835" v="581" actId="20577"/>
          <ac:spMkLst>
            <pc:docMk/>
            <pc:sldMk cId="1988659488" sldId="279"/>
            <ac:spMk id="2" creationId="{2547C986-049C-41FC-A0D1-5E7895C02A18}"/>
          </ac:spMkLst>
        </pc:spChg>
        <pc:spChg chg="mod">
          <ac:chgData name="祐廷 劉" userId="55b9f2413b94badf" providerId="LiveId" clId="{FAE82E77-E966-4517-B31B-C9DB4C5134D8}" dt="2023-04-22T16:03:16.369" v="603" actId="20577"/>
          <ac:spMkLst>
            <pc:docMk/>
            <pc:sldMk cId="1988659488" sldId="279"/>
            <ac:spMk id="3" creationId="{B2631129-228D-401D-83D2-17746602C315}"/>
          </ac:spMkLst>
        </pc:spChg>
      </pc:sldChg>
      <pc:sldChg chg="modSp new mod">
        <pc:chgData name="祐廷 劉" userId="55b9f2413b94badf" providerId="LiveId" clId="{FAE82E77-E966-4517-B31B-C9DB4C5134D8}" dt="2023-04-22T16:14:51.576" v="951" actId="20577"/>
        <pc:sldMkLst>
          <pc:docMk/>
          <pc:sldMk cId="2714440831" sldId="280"/>
        </pc:sldMkLst>
        <pc:spChg chg="mod">
          <ac:chgData name="祐廷 劉" userId="55b9f2413b94badf" providerId="LiveId" clId="{FAE82E77-E966-4517-B31B-C9DB4C5134D8}" dt="2023-04-22T16:04:35.302" v="631" actId="20577"/>
          <ac:spMkLst>
            <pc:docMk/>
            <pc:sldMk cId="2714440831" sldId="280"/>
            <ac:spMk id="2" creationId="{59C4C1D6-D9FB-4A53-AAED-6CF713FC4524}"/>
          </ac:spMkLst>
        </pc:spChg>
        <pc:spChg chg="mod">
          <ac:chgData name="祐廷 劉" userId="55b9f2413b94badf" providerId="LiveId" clId="{FAE82E77-E966-4517-B31B-C9DB4C5134D8}" dt="2023-04-22T16:14:51.576" v="951" actId="20577"/>
          <ac:spMkLst>
            <pc:docMk/>
            <pc:sldMk cId="2714440831" sldId="280"/>
            <ac:spMk id="3" creationId="{0E5B272C-E588-4538-9F92-1CF0F1BBEA59}"/>
          </ac:spMkLst>
        </pc:spChg>
      </pc:sldChg>
      <pc:sldChg chg="addSp delSp modSp add mod">
        <pc:chgData name="祐廷 劉" userId="55b9f2413b94badf" providerId="LiveId" clId="{FAE82E77-E966-4517-B31B-C9DB4C5134D8}" dt="2023-04-22T16:16:49.461" v="956"/>
        <pc:sldMkLst>
          <pc:docMk/>
          <pc:sldMk cId="3124783487" sldId="281"/>
        </pc:sldMkLst>
        <pc:spChg chg="mod">
          <ac:chgData name="祐廷 劉" userId="55b9f2413b94badf" providerId="LiveId" clId="{FAE82E77-E966-4517-B31B-C9DB4C5134D8}" dt="2023-04-22T16:04:58.230" v="648" actId="20577"/>
          <ac:spMkLst>
            <pc:docMk/>
            <pc:sldMk cId="3124783487" sldId="281"/>
            <ac:spMk id="2" creationId="{59C4C1D6-D9FB-4A53-AAED-6CF713FC4524}"/>
          </ac:spMkLst>
        </pc:spChg>
        <pc:spChg chg="mod">
          <ac:chgData name="祐廷 劉" userId="55b9f2413b94badf" providerId="LiveId" clId="{FAE82E77-E966-4517-B31B-C9DB4C5134D8}" dt="2023-04-22T16:05:16.850" v="674" actId="20577"/>
          <ac:spMkLst>
            <pc:docMk/>
            <pc:sldMk cId="3124783487" sldId="281"/>
            <ac:spMk id="3" creationId="{0E5B272C-E588-4538-9F92-1CF0F1BBEA59}"/>
          </ac:spMkLst>
        </pc:spChg>
        <pc:picChg chg="add del mod">
          <ac:chgData name="祐廷 劉" userId="55b9f2413b94badf" providerId="LiveId" clId="{FAE82E77-E966-4517-B31B-C9DB4C5134D8}" dt="2023-04-22T16:16:49.461" v="956"/>
          <ac:picMkLst>
            <pc:docMk/>
            <pc:sldMk cId="3124783487" sldId="281"/>
            <ac:picMk id="4" creationId="{35A97372-04E0-4BD2-B8A9-D97D737676C1}"/>
          </ac:picMkLst>
        </pc:picChg>
        <pc:picChg chg="add del mod">
          <ac:chgData name="祐廷 劉" userId="55b9f2413b94badf" providerId="LiveId" clId="{FAE82E77-E966-4517-B31B-C9DB4C5134D8}" dt="2023-04-22T16:16:49.461" v="956"/>
          <ac:picMkLst>
            <pc:docMk/>
            <pc:sldMk cId="3124783487" sldId="281"/>
            <ac:picMk id="5" creationId="{0DC0B5C1-62E7-4D64-9B73-C325D28981AF}"/>
          </ac:picMkLst>
        </pc:picChg>
      </pc:sldChg>
      <pc:sldChg chg="modSp add mod">
        <pc:chgData name="祐廷 劉" userId="55b9f2413b94badf" providerId="LiveId" clId="{FAE82E77-E966-4517-B31B-C9DB4C5134D8}" dt="2023-04-22T16:17:06.830" v="967" actId="20577"/>
        <pc:sldMkLst>
          <pc:docMk/>
          <pc:sldMk cId="1773413331" sldId="282"/>
        </pc:sldMkLst>
        <pc:spChg chg="mod">
          <ac:chgData name="祐廷 劉" userId="55b9f2413b94badf" providerId="LiveId" clId="{FAE82E77-E966-4517-B31B-C9DB4C5134D8}" dt="2023-04-22T16:17:06.830" v="967" actId="20577"/>
          <ac:spMkLst>
            <pc:docMk/>
            <pc:sldMk cId="1773413331" sldId="282"/>
            <ac:spMk id="2" creationId="{91541DDF-9217-4176-9BAC-35EE0C8B7419}"/>
          </ac:spMkLst>
        </pc:spChg>
      </pc:sldChg>
      <pc:sldChg chg="new del">
        <pc:chgData name="祐廷 劉" userId="55b9f2413b94badf" providerId="LiveId" clId="{FAE82E77-E966-4517-B31B-C9DB4C5134D8}" dt="2023-04-22T16:16:36.009" v="953" actId="680"/>
        <pc:sldMkLst>
          <pc:docMk/>
          <pc:sldMk cId="2510594950" sldId="282"/>
        </pc:sldMkLst>
      </pc:sldChg>
      <pc:sldChg chg="delSp modSp add mod delAnim">
        <pc:chgData name="祐廷 劉" userId="55b9f2413b94badf" providerId="LiveId" clId="{FAE82E77-E966-4517-B31B-C9DB4C5134D8}" dt="2023-04-22T16:17:31.323" v="972" actId="478"/>
        <pc:sldMkLst>
          <pc:docMk/>
          <pc:sldMk cId="4131467385" sldId="283"/>
        </pc:sldMkLst>
        <pc:spChg chg="mod">
          <ac:chgData name="祐廷 劉" userId="55b9f2413b94badf" providerId="LiveId" clId="{FAE82E77-E966-4517-B31B-C9DB4C5134D8}" dt="2023-04-22T16:17:20.042" v="968"/>
          <ac:spMkLst>
            <pc:docMk/>
            <pc:sldMk cId="4131467385" sldId="283"/>
            <ac:spMk id="2" creationId="{91541DDF-9217-4176-9BAC-35EE0C8B7419}"/>
          </ac:spMkLst>
        </pc:spChg>
        <pc:spChg chg="del">
          <ac:chgData name="祐廷 劉" userId="55b9f2413b94badf" providerId="LiveId" clId="{FAE82E77-E966-4517-B31B-C9DB4C5134D8}" dt="2023-04-22T16:17:29.410" v="969" actId="478"/>
          <ac:spMkLst>
            <pc:docMk/>
            <pc:sldMk cId="4131467385" sldId="283"/>
            <ac:spMk id="8" creationId="{A5A31845-0DC0-47F6-8A7B-9FBB391A6391}"/>
          </ac:spMkLst>
        </pc:spChg>
        <pc:spChg chg="del">
          <ac:chgData name="祐廷 劉" userId="55b9f2413b94badf" providerId="LiveId" clId="{FAE82E77-E966-4517-B31B-C9DB4C5134D8}" dt="2023-04-22T16:17:29.860" v="970" actId="478"/>
          <ac:spMkLst>
            <pc:docMk/>
            <pc:sldMk cId="4131467385" sldId="283"/>
            <ac:spMk id="9" creationId="{5C76223A-5DFD-4E35-A75C-589EC0FA56B1}"/>
          </ac:spMkLst>
        </pc:spChg>
        <pc:spChg chg="del">
          <ac:chgData name="祐廷 劉" userId="55b9f2413b94badf" providerId="LiveId" clId="{FAE82E77-E966-4517-B31B-C9DB4C5134D8}" dt="2023-04-22T16:17:30.445" v="971" actId="478"/>
          <ac:spMkLst>
            <pc:docMk/>
            <pc:sldMk cId="4131467385" sldId="283"/>
            <ac:spMk id="10" creationId="{7027D98E-C4E9-493D-A449-67729D84EDA8}"/>
          </ac:spMkLst>
        </pc:spChg>
        <pc:spChg chg="del">
          <ac:chgData name="祐廷 劉" userId="55b9f2413b94badf" providerId="LiveId" clId="{FAE82E77-E966-4517-B31B-C9DB4C5134D8}" dt="2023-04-22T16:17:31.323" v="972" actId="478"/>
          <ac:spMkLst>
            <pc:docMk/>
            <pc:sldMk cId="4131467385" sldId="283"/>
            <ac:spMk id="11" creationId="{89790E1B-E481-4EB4-95C4-2C4456F8679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3F93E-B5DE-4B50-93E6-ADB519FE5D77}" type="datetimeFigureOut">
              <a:rPr lang="zh-TW" altLang="en-US" smtClean="0"/>
              <a:t>2023/6/23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11B3D-2537-4E16-B4A3-E79E1A6EDE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3917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3F93E-B5DE-4B50-93E6-ADB519FE5D77}" type="datetimeFigureOut">
              <a:rPr lang="zh-TW" altLang="en-US" smtClean="0"/>
              <a:t>2023/6/23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11B3D-2537-4E16-B4A3-E79E1A6EDE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7635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3F93E-B5DE-4B50-93E6-ADB519FE5D77}" type="datetimeFigureOut">
              <a:rPr lang="zh-TW" altLang="en-US" smtClean="0"/>
              <a:t>2023/6/23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11B3D-2537-4E16-B4A3-E79E1A6EDE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0276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3F93E-B5DE-4B50-93E6-ADB519FE5D77}" type="datetimeFigureOut">
              <a:rPr lang="zh-TW" altLang="en-US" smtClean="0"/>
              <a:t>2023/6/23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11B3D-2537-4E16-B4A3-E79E1A6EDE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2491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3F93E-B5DE-4B50-93E6-ADB519FE5D77}" type="datetimeFigureOut">
              <a:rPr lang="zh-TW" altLang="en-US" smtClean="0"/>
              <a:t>2023/6/23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11B3D-2537-4E16-B4A3-E79E1A6EDE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986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3F93E-B5DE-4B50-93E6-ADB519FE5D77}" type="datetimeFigureOut">
              <a:rPr lang="zh-TW" altLang="en-US" smtClean="0"/>
              <a:t>2023/6/23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11B3D-2537-4E16-B4A3-E79E1A6EDE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0083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3F93E-B5DE-4B50-93E6-ADB519FE5D77}" type="datetimeFigureOut">
              <a:rPr lang="zh-TW" altLang="en-US" smtClean="0"/>
              <a:t>2023/6/23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11B3D-2537-4E16-B4A3-E79E1A6EDE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0225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3F93E-B5DE-4B50-93E6-ADB519FE5D77}" type="datetimeFigureOut">
              <a:rPr lang="zh-TW" altLang="en-US" smtClean="0"/>
              <a:t>2023/6/23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11B3D-2537-4E16-B4A3-E79E1A6EDE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7655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E293F93E-B5DE-4B50-93E6-ADB519FE5D77}" type="datetimeFigureOut">
              <a:rPr lang="zh-TW" altLang="en-US" smtClean="0"/>
              <a:t>2023/6/23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6E811B3D-2537-4E16-B4A3-E79E1A6EDE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301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3F93E-B5DE-4B50-93E6-ADB519FE5D77}" type="datetimeFigureOut">
              <a:rPr lang="zh-TW" altLang="en-US" smtClean="0"/>
              <a:t>2023/6/23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11B3D-2537-4E16-B4A3-E79E1A6EDE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7300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3F93E-B5DE-4B50-93E6-ADB519FE5D77}" type="datetimeFigureOut">
              <a:rPr lang="zh-TW" altLang="en-US" smtClean="0"/>
              <a:t>2023/6/23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11B3D-2537-4E16-B4A3-E79E1A6EDE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36039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3F93E-B5DE-4B50-93E6-ADB519FE5D77}" type="datetimeFigureOut">
              <a:rPr lang="zh-TW" altLang="en-US" smtClean="0"/>
              <a:t>2023/6/23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11B3D-2537-4E16-B4A3-E79E1A6EDE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58407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3F93E-B5DE-4B50-93E6-ADB519FE5D77}" type="datetimeFigureOut">
              <a:rPr lang="zh-TW" altLang="en-US" smtClean="0"/>
              <a:t>2023/6/23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11B3D-2537-4E16-B4A3-E79E1A6EDE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05635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3F93E-B5DE-4B50-93E6-ADB519FE5D77}" type="datetimeFigureOut">
              <a:rPr lang="zh-TW" altLang="en-US" smtClean="0"/>
              <a:t>2023/6/23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11B3D-2537-4E16-B4A3-E79E1A6EDE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39364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3F93E-B5DE-4B50-93E6-ADB519FE5D77}" type="datetimeFigureOut">
              <a:rPr lang="zh-TW" altLang="en-US" smtClean="0"/>
              <a:t>2023/6/23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11B3D-2537-4E16-B4A3-E79E1A6EDE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60927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3F93E-B5DE-4B50-93E6-ADB519FE5D77}" type="datetimeFigureOut">
              <a:rPr lang="zh-TW" altLang="en-US" smtClean="0"/>
              <a:t>2023/6/23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11B3D-2537-4E16-B4A3-E79E1A6EDE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71129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3F93E-B5DE-4B50-93E6-ADB519FE5D77}" type="datetimeFigureOut">
              <a:rPr lang="zh-TW" altLang="en-US" smtClean="0"/>
              <a:t>2023/6/23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11B3D-2537-4E16-B4A3-E79E1A6EDE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363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E293F93E-B5DE-4B50-93E6-ADB519FE5D77}" type="datetimeFigureOut">
              <a:rPr lang="zh-TW" altLang="en-US" smtClean="0"/>
              <a:t>2023/6/23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6E811B3D-2537-4E16-B4A3-E79E1A6EDE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20277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47C986-049C-41FC-A0D1-5E7895C02A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>
                <a:latin typeface="Consolas" panose="020B0609020204030204" pitchFamily="49" charset="0"/>
              </a:rPr>
              <a:t>C</a:t>
            </a:r>
            <a:r>
              <a:rPr lang="zh-TW" altLang="en-US" dirty="0">
                <a:latin typeface="Consolas" panose="020B0609020204030204" pitchFamily="49" charset="0"/>
              </a:rPr>
              <a:t> </a:t>
            </a:r>
            <a:r>
              <a:rPr lang="en-US" altLang="zh-TW" dirty="0">
                <a:latin typeface="Consolas" panose="020B0609020204030204" pitchFamily="49" charset="0"/>
              </a:rPr>
              <a:t>Programming II</a:t>
            </a:r>
            <a:endParaRPr lang="zh-TW" altLang="en-US" dirty="0">
              <a:latin typeface="Consolas" panose="020B0609020204030204" pitchFamily="49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2631129-228D-401D-83D2-17746602C3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cap="none" dirty="0">
                <a:latin typeface="Consolas" panose="020B0609020204030204" pitchFamily="49" charset="0"/>
              </a:rPr>
              <a:t>Utin Liu</a:t>
            </a:r>
            <a:endParaRPr lang="zh-TW" altLang="en-US" cap="none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99482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21CD7E-90F9-444D-8695-CCD0B59FE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cap="none" dirty="0">
                <a:latin typeface="Consolas" panose="020B0609020204030204" pitchFamily="49" charset="0"/>
              </a:rPr>
              <a:t>Syllabus</a:t>
            </a:r>
            <a:endParaRPr lang="zh-TW" altLang="en-US" cap="none" dirty="0">
              <a:latin typeface="Consolas" panose="020B0609020204030204" pitchFamily="49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0F124E-0939-4E4A-9AF9-8F0B97AA1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666999"/>
            <a:ext cx="9905998" cy="3581401"/>
          </a:xfrm>
        </p:spPr>
        <p:txBody>
          <a:bodyPr/>
          <a:lstStyle/>
          <a:p>
            <a:r>
              <a:rPr lang="en-US" altLang="zh-TW" sz="2400" cap="none" dirty="0">
                <a:latin typeface="Consolas" panose="020B0609020204030204" pitchFamily="49" charset="0"/>
              </a:rPr>
              <a:t>Loop</a:t>
            </a:r>
          </a:p>
          <a:p>
            <a:r>
              <a:rPr lang="en-US" altLang="zh-TW" sz="2400" cap="none" dirty="0">
                <a:latin typeface="Consolas" panose="020B0609020204030204" pitchFamily="49" charset="0"/>
              </a:rPr>
              <a:t>Array</a:t>
            </a:r>
          </a:p>
          <a:p>
            <a:r>
              <a:rPr lang="en-US" altLang="zh-TW" sz="2400" cap="none" dirty="0">
                <a:latin typeface="Consolas" panose="020B0609020204030204" pitchFamily="49" charset="0"/>
              </a:rPr>
              <a:t>Function</a:t>
            </a:r>
          </a:p>
          <a:p>
            <a:r>
              <a:rPr lang="en-US" altLang="zh-TW" sz="2400" cap="none" dirty="0">
                <a:latin typeface="Consolas" panose="020B0609020204030204" pitchFamily="49" charset="0"/>
              </a:rPr>
              <a:t>Recursion</a:t>
            </a:r>
          </a:p>
          <a:p>
            <a:r>
              <a:rPr lang="en-US" altLang="zh-TW" sz="2400" cap="none" dirty="0">
                <a:latin typeface="Consolas" panose="020B0609020204030204" pitchFamily="49" charset="0"/>
              </a:rPr>
              <a:t>Pointer</a:t>
            </a:r>
          </a:p>
          <a:p>
            <a:r>
              <a:rPr lang="en-US" altLang="zh-TW" sz="2400" cap="none" dirty="0">
                <a:latin typeface="Consolas" panose="020B0609020204030204" pitchFamily="49" charset="0"/>
              </a:rPr>
              <a:t>Data Structure</a:t>
            </a:r>
          </a:p>
          <a:p>
            <a:endParaRPr lang="zh-TW" altLang="en-US" cap="none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29529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47C986-049C-41FC-A0D1-5E7895C02A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>
                <a:latin typeface="Consolas" panose="020B0609020204030204" pitchFamily="49" charset="0"/>
              </a:rPr>
              <a:t>Loop</a:t>
            </a:r>
            <a:endParaRPr lang="zh-TW" altLang="en-US" dirty="0">
              <a:latin typeface="Consolas" panose="020B0609020204030204" pitchFamily="49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2631129-228D-401D-83D2-17746602C3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TW" sz="2400" cap="none" dirty="0">
                <a:latin typeface="Consolas" panose="020B0609020204030204" pitchFamily="49" charset="0"/>
              </a:rPr>
              <a:t>Do something again and again</a:t>
            </a:r>
            <a:endParaRPr lang="zh-TW" altLang="en-US" sz="2400" cap="none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10571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10D7CB-D079-4247-ABBF-5110177DA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cap="none" dirty="0">
                <a:latin typeface="Consolas" panose="020B0609020204030204" pitchFamily="49" charset="0"/>
              </a:rPr>
              <a:t>When do we use loop?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3D8E5CB-CA98-4B6C-A305-D62663D5DA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400" cap="none" dirty="0">
                <a:solidFill>
                  <a:srgbClr val="FFFF00"/>
                </a:solidFill>
                <a:latin typeface="Consolas" panose="020B0609020204030204" pitchFamily="49" charset="0"/>
              </a:rPr>
              <a:t>When we want to do something again and again</a:t>
            </a:r>
          </a:p>
          <a:p>
            <a:pPr marL="0" indent="0">
              <a:buNone/>
            </a:pPr>
            <a:endParaRPr lang="en-US" altLang="zh-TW" sz="2400" cap="none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TW" sz="2400" cap="none" dirty="0">
                <a:latin typeface="Consolas" panose="020B0609020204030204" pitchFamily="49" charset="0"/>
              </a:rPr>
              <a:t>Ex:</a:t>
            </a:r>
          </a:p>
          <a:p>
            <a:pPr marL="0" indent="0">
              <a:buNone/>
            </a:pPr>
            <a:r>
              <a:rPr lang="en-US" altLang="zh-TW" sz="2400" cap="none" dirty="0">
                <a:latin typeface="Consolas" panose="020B0609020204030204" pitchFamily="49" charset="0"/>
              </a:rPr>
              <a:t>Count n! = n(n – 1)(n – 2)... * 2 * 1</a:t>
            </a:r>
            <a:endParaRPr lang="zh-TW" altLang="en-US" sz="2400" cap="none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4204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03F527-35A6-4D8D-8B31-76ADFE108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cap="none" dirty="0">
                <a:latin typeface="Consolas" panose="020B0609020204030204" pitchFamily="49" charset="0"/>
              </a:rPr>
              <a:t>While Loop</a:t>
            </a:r>
            <a:endParaRPr lang="zh-TW" altLang="en-US" cap="none" dirty="0">
              <a:latin typeface="Consolas" panose="020B0609020204030204" pitchFamily="49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6454C7E-A529-43F7-8932-8B3760124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3" y="3429000"/>
            <a:ext cx="5339587" cy="1364128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84A23D80-F19D-4F33-90F1-6D1D74DB46DE}"/>
              </a:ext>
            </a:extLst>
          </p:cNvPr>
          <p:cNvSpPr txBox="1"/>
          <p:nvPr/>
        </p:nvSpPr>
        <p:spPr>
          <a:xfrm>
            <a:off x="1121199" y="2774054"/>
            <a:ext cx="107196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highlight>
                  <a:srgbClr val="FF0000"/>
                </a:highlight>
                <a:latin typeface="Consolas" panose="020B0609020204030204" pitchFamily="49" charset="0"/>
              </a:rPr>
              <a:t>If loop condition is true, then while loop will run repeatedly</a:t>
            </a:r>
            <a:endParaRPr lang="zh-TW" altLang="en-US" sz="2400" dirty="0">
              <a:highlight>
                <a:srgbClr val="FF0000"/>
              </a:highlight>
              <a:latin typeface="Consolas" panose="020B0609020204030204" pitchFamily="49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AA112A3-6A19-4B67-AFFF-E95EAAEBBF50}"/>
              </a:ext>
            </a:extLst>
          </p:cNvPr>
          <p:cNvSpPr/>
          <p:nvPr/>
        </p:nvSpPr>
        <p:spPr>
          <a:xfrm>
            <a:off x="3031958" y="3513221"/>
            <a:ext cx="2991853" cy="3930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FCE2436-9A40-42CC-B82E-338B3291D824}"/>
              </a:ext>
            </a:extLst>
          </p:cNvPr>
          <p:cNvSpPr txBox="1"/>
          <p:nvPr/>
        </p:nvSpPr>
        <p:spPr>
          <a:xfrm>
            <a:off x="1121199" y="5205662"/>
            <a:ext cx="80009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highlight>
                  <a:srgbClr val="FF0000"/>
                </a:highlight>
                <a:latin typeface="Consolas" panose="020B0609020204030204" pitchFamily="49" charset="0"/>
              </a:rPr>
              <a:t>Something you want while loop to do repeatedly</a:t>
            </a:r>
            <a:endParaRPr lang="zh-TW" altLang="en-US" sz="2400" dirty="0">
              <a:highlight>
                <a:srgbClr val="FF0000"/>
              </a:highlight>
              <a:latin typeface="Consolas" panose="020B0609020204030204" pitchFamily="49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7168E79-7728-4117-AC54-8EF55C7799C9}"/>
              </a:ext>
            </a:extLst>
          </p:cNvPr>
          <p:cNvSpPr/>
          <p:nvPr/>
        </p:nvSpPr>
        <p:spPr>
          <a:xfrm>
            <a:off x="2679032" y="3906253"/>
            <a:ext cx="3344779" cy="3930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8040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0E7EF7-BCA6-469B-B0A4-D5C04590F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cap="none" dirty="0">
                <a:latin typeface="Consolas" panose="020B0609020204030204" pitchFamily="49" charset="0"/>
              </a:rPr>
              <a:t>While Loop - Example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A2B67C6-0EC3-4B1C-84DB-5F6D79F0E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3" y="2340055"/>
            <a:ext cx="4561555" cy="3460911"/>
          </a:xfrm>
          <a:prstGeom prst="rect">
            <a:avLst/>
          </a:prstGeom>
        </p:spPr>
      </p:pic>
      <p:grpSp>
        <p:nvGrpSpPr>
          <p:cNvPr id="6" name="群組 5">
            <a:extLst>
              <a:ext uri="{FF2B5EF4-FFF2-40B4-BE49-F238E27FC236}">
                <a16:creationId xmlns:a16="http://schemas.microsoft.com/office/drawing/2014/main" id="{7BE2C85E-D9CF-4AD6-B687-D199A93CCD32}"/>
              </a:ext>
            </a:extLst>
          </p:cNvPr>
          <p:cNvGrpSpPr/>
          <p:nvPr/>
        </p:nvGrpSpPr>
        <p:grpSpPr>
          <a:xfrm>
            <a:off x="6900527" y="1183107"/>
            <a:ext cx="1656011" cy="1323472"/>
            <a:chOff x="9683833" y="1191128"/>
            <a:chExt cx="1656011" cy="1323472"/>
          </a:xfrm>
        </p:grpSpPr>
        <p:grpSp>
          <p:nvGrpSpPr>
            <p:cNvPr id="7" name="群組 6">
              <a:extLst>
                <a:ext uri="{FF2B5EF4-FFF2-40B4-BE49-F238E27FC236}">
                  <a16:creationId xmlns:a16="http://schemas.microsoft.com/office/drawing/2014/main" id="{5992D52E-64EC-458E-A6BB-E203ABA774EB}"/>
                </a:ext>
              </a:extLst>
            </p:cNvPr>
            <p:cNvGrpSpPr/>
            <p:nvPr/>
          </p:nvGrpSpPr>
          <p:grpSpPr>
            <a:xfrm>
              <a:off x="9683833" y="1191128"/>
              <a:ext cx="1435768" cy="1323472"/>
              <a:chOff x="9683833" y="1191128"/>
              <a:chExt cx="1435768" cy="1323472"/>
            </a:xfrm>
          </p:grpSpPr>
          <p:sp>
            <p:nvSpPr>
              <p:cNvPr id="9" name="矩形: 圓角 8">
                <a:extLst>
                  <a:ext uri="{FF2B5EF4-FFF2-40B4-BE49-F238E27FC236}">
                    <a16:creationId xmlns:a16="http://schemas.microsoft.com/office/drawing/2014/main" id="{ACE07E87-0102-4BC1-9488-4C0F2D9D5D43}"/>
                  </a:ext>
                </a:extLst>
              </p:cNvPr>
              <p:cNvSpPr/>
              <p:nvPr/>
            </p:nvSpPr>
            <p:spPr>
              <a:xfrm>
                <a:off x="9683833" y="1712495"/>
                <a:ext cx="1435768" cy="802105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err="1">
                    <a:latin typeface="Consolas" panose="020B0609020204030204" pitchFamily="49" charset="0"/>
                  </a:rPr>
                  <a:t>i</a:t>
                </a:r>
                <a:r>
                  <a:rPr lang="en-US" altLang="zh-TW" dirty="0">
                    <a:latin typeface="Consolas" panose="020B0609020204030204" pitchFamily="49" charset="0"/>
                  </a:rPr>
                  <a:t> = 1</a:t>
                </a:r>
                <a:endParaRPr lang="zh-TW" altLang="en-US" dirty="0">
                  <a:latin typeface="Consolas" panose="020B0609020204030204" pitchFamily="49" charset="0"/>
                </a:endParaRPr>
              </a:p>
            </p:txBody>
          </p:sp>
          <p:sp>
            <p:nvSpPr>
              <p:cNvPr id="10" name="箭號: 向下 9">
                <a:extLst>
                  <a:ext uri="{FF2B5EF4-FFF2-40B4-BE49-F238E27FC236}">
                    <a16:creationId xmlns:a16="http://schemas.microsoft.com/office/drawing/2014/main" id="{471F0D9E-14F4-4261-ACB7-6967B88F22BB}"/>
                  </a:ext>
                </a:extLst>
              </p:cNvPr>
              <p:cNvSpPr/>
              <p:nvPr/>
            </p:nvSpPr>
            <p:spPr>
              <a:xfrm>
                <a:off x="10309475" y="1191128"/>
                <a:ext cx="184484" cy="513346"/>
              </a:xfrm>
              <a:prstGeom prst="dow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052AB989-6BB6-4B22-90C6-09205C7C49E0}"/>
                </a:ext>
              </a:extLst>
            </p:cNvPr>
            <p:cNvSpPr txBox="1"/>
            <p:nvPr/>
          </p:nvSpPr>
          <p:spPr>
            <a:xfrm>
              <a:off x="10775266" y="1266782"/>
              <a:ext cx="5645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err="1">
                  <a:latin typeface="Consolas" panose="020B0609020204030204" pitchFamily="49" charset="0"/>
                </a:rPr>
                <a:t>i</a:t>
              </a:r>
              <a:r>
                <a:rPr lang="en-US" altLang="zh-TW" dirty="0">
                  <a:latin typeface="Consolas" panose="020B0609020204030204" pitchFamily="49" charset="0"/>
                </a:rPr>
                <a:t>++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</p:grp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987E1A93-8413-4BA2-A677-DB6F7D531D94}"/>
              </a:ext>
            </a:extLst>
          </p:cNvPr>
          <p:cNvGrpSpPr/>
          <p:nvPr/>
        </p:nvGrpSpPr>
        <p:grpSpPr>
          <a:xfrm>
            <a:off x="6814080" y="2506578"/>
            <a:ext cx="1742458" cy="1315452"/>
            <a:chOff x="9683833" y="2514600"/>
            <a:chExt cx="1742458" cy="1315452"/>
          </a:xfrm>
        </p:grpSpPr>
        <p:grpSp>
          <p:nvGrpSpPr>
            <p:cNvPr id="12" name="群組 11">
              <a:extLst>
                <a:ext uri="{FF2B5EF4-FFF2-40B4-BE49-F238E27FC236}">
                  <a16:creationId xmlns:a16="http://schemas.microsoft.com/office/drawing/2014/main" id="{4571E7C2-D12F-4123-A001-94481A050A62}"/>
                </a:ext>
              </a:extLst>
            </p:cNvPr>
            <p:cNvGrpSpPr/>
            <p:nvPr/>
          </p:nvGrpSpPr>
          <p:grpSpPr>
            <a:xfrm>
              <a:off x="9683833" y="2514600"/>
              <a:ext cx="1435768" cy="1315452"/>
              <a:chOff x="9683833" y="2514600"/>
              <a:chExt cx="1435768" cy="1315452"/>
            </a:xfrm>
          </p:grpSpPr>
          <p:sp>
            <p:nvSpPr>
              <p:cNvPr id="14" name="矩形: 圓角 13">
                <a:extLst>
                  <a:ext uri="{FF2B5EF4-FFF2-40B4-BE49-F238E27FC236}">
                    <a16:creationId xmlns:a16="http://schemas.microsoft.com/office/drawing/2014/main" id="{5A5A1344-69F5-42B9-8150-E517E226D2DE}"/>
                  </a:ext>
                </a:extLst>
              </p:cNvPr>
              <p:cNvSpPr/>
              <p:nvPr/>
            </p:nvSpPr>
            <p:spPr>
              <a:xfrm>
                <a:off x="9683833" y="3027947"/>
                <a:ext cx="1435768" cy="802105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latin typeface="Consolas" panose="020B0609020204030204" pitchFamily="49" charset="0"/>
                  </a:rPr>
                  <a:t>i = 2</a:t>
                </a:r>
                <a:endParaRPr lang="zh-TW" altLang="en-US" dirty="0">
                  <a:latin typeface="Consolas" panose="020B0609020204030204" pitchFamily="49" charset="0"/>
                </a:endParaRPr>
              </a:p>
            </p:txBody>
          </p:sp>
          <p:sp>
            <p:nvSpPr>
              <p:cNvPr id="15" name="箭號: 向下 14">
                <a:extLst>
                  <a:ext uri="{FF2B5EF4-FFF2-40B4-BE49-F238E27FC236}">
                    <a16:creationId xmlns:a16="http://schemas.microsoft.com/office/drawing/2014/main" id="{AE6E5C11-1625-4A5B-9E7E-6132D8506B7B}"/>
                  </a:ext>
                </a:extLst>
              </p:cNvPr>
              <p:cNvSpPr/>
              <p:nvPr/>
            </p:nvSpPr>
            <p:spPr>
              <a:xfrm>
                <a:off x="10395922" y="2514600"/>
                <a:ext cx="184484" cy="513346"/>
              </a:xfrm>
              <a:prstGeom prst="dow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8B272E68-0962-4368-833B-690EA8E415D3}"/>
                </a:ext>
              </a:extLst>
            </p:cNvPr>
            <p:cNvSpPr txBox="1"/>
            <p:nvPr/>
          </p:nvSpPr>
          <p:spPr>
            <a:xfrm>
              <a:off x="10861713" y="2586607"/>
              <a:ext cx="5645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err="1">
                  <a:latin typeface="Consolas" panose="020B0609020204030204" pitchFamily="49" charset="0"/>
                </a:rPr>
                <a:t>i</a:t>
              </a:r>
              <a:r>
                <a:rPr lang="en-US" altLang="zh-TW" dirty="0">
                  <a:latin typeface="Consolas" panose="020B0609020204030204" pitchFamily="49" charset="0"/>
                </a:rPr>
                <a:t>++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9E80A9B0-0FF8-4510-B800-25A19D3C95A5}"/>
              </a:ext>
            </a:extLst>
          </p:cNvPr>
          <p:cNvGrpSpPr/>
          <p:nvPr/>
        </p:nvGrpSpPr>
        <p:grpSpPr>
          <a:xfrm>
            <a:off x="6900527" y="3814009"/>
            <a:ext cx="1656011" cy="1323476"/>
            <a:chOff x="9683833" y="3822030"/>
            <a:chExt cx="1656011" cy="1323476"/>
          </a:xfrm>
        </p:grpSpPr>
        <p:grpSp>
          <p:nvGrpSpPr>
            <p:cNvPr id="17" name="群組 16">
              <a:extLst>
                <a:ext uri="{FF2B5EF4-FFF2-40B4-BE49-F238E27FC236}">
                  <a16:creationId xmlns:a16="http://schemas.microsoft.com/office/drawing/2014/main" id="{B99044D0-3456-4A4C-A216-1D752EE8D6B9}"/>
                </a:ext>
              </a:extLst>
            </p:cNvPr>
            <p:cNvGrpSpPr/>
            <p:nvPr/>
          </p:nvGrpSpPr>
          <p:grpSpPr>
            <a:xfrm>
              <a:off x="9683833" y="3822030"/>
              <a:ext cx="1435768" cy="1323476"/>
              <a:chOff x="9683833" y="3822030"/>
              <a:chExt cx="1435768" cy="1323476"/>
            </a:xfrm>
          </p:grpSpPr>
          <p:sp>
            <p:nvSpPr>
              <p:cNvPr id="19" name="矩形: 圓角 18">
                <a:extLst>
                  <a:ext uri="{FF2B5EF4-FFF2-40B4-BE49-F238E27FC236}">
                    <a16:creationId xmlns:a16="http://schemas.microsoft.com/office/drawing/2014/main" id="{5EBD123B-74CD-47B2-8996-A089ADE83FFC}"/>
                  </a:ext>
                </a:extLst>
              </p:cNvPr>
              <p:cNvSpPr/>
              <p:nvPr/>
            </p:nvSpPr>
            <p:spPr>
              <a:xfrm>
                <a:off x="9683833" y="4343401"/>
                <a:ext cx="1435768" cy="802105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err="1">
                    <a:latin typeface="Consolas" panose="020B0609020204030204" pitchFamily="49" charset="0"/>
                  </a:rPr>
                  <a:t>i</a:t>
                </a:r>
                <a:r>
                  <a:rPr lang="en-US" altLang="zh-TW" dirty="0">
                    <a:latin typeface="Consolas" panose="020B0609020204030204" pitchFamily="49" charset="0"/>
                  </a:rPr>
                  <a:t> = 3</a:t>
                </a:r>
                <a:endParaRPr lang="zh-TW" altLang="en-US" dirty="0">
                  <a:latin typeface="Consolas" panose="020B0609020204030204" pitchFamily="49" charset="0"/>
                </a:endParaRPr>
              </a:p>
            </p:txBody>
          </p:sp>
          <p:sp>
            <p:nvSpPr>
              <p:cNvPr id="20" name="箭號: 向下 19">
                <a:extLst>
                  <a:ext uri="{FF2B5EF4-FFF2-40B4-BE49-F238E27FC236}">
                    <a16:creationId xmlns:a16="http://schemas.microsoft.com/office/drawing/2014/main" id="{C1B3AB95-228C-49FE-ACD7-27C2F0E609D2}"/>
                  </a:ext>
                </a:extLst>
              </p:cNvPr>
              <p:cNvSpPr/>
              <p:nvPr/>
            </p:nvSpPr>
            <p:spPr>
              <a:xfrm>
                <a:off x="10305464" y="3822030"/>
                <a:ext cx="184484" cy="513346"/>
              </a:xfrm>
              <a:prstGeom prst="dow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1C791A78-7309-48EB-8227-6EB48C5DC75F}"/>
                </a:ext>
              </a:extLst>
            </p:cNvPr>
            <p:cNvSpPr txBox="1"/>
            <p:nvPr/>
          </p:nvSpPr>
          <p:spPr>
            <a:xfrm>
              <a:off x="10775266" y="3893865"/>
              <a:ext cx="5645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err="1">
                  <a:latin typeface="Consolas" panose="020B0609020204030204" pitchFamily="49" charset="0"/>
                </a:rPr>
                <a:t>i</a:t>
              </a:r>
              <a:r>
                <a:rPr lang="en-US" altLang="zh-TW" dirty="0">
                  <a:latin typeface="Consolas" panose="020B0609020204030204" pitchFamily="49" charset="0"/>
                </a:rPr>
                <a:t>++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</p:grp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B6BEAAA4-87AA-4ACF-8987-D300AC98B256}"/>
              </a:ext>
            </a:extLst>
          </p:cNvPr>
          <p:cNvGrpSpPr/>
          <p:nvPr/>
        </p:nvGrpSpPr>
        <p:grpSpPr>
          <a:xfrm>
            <a:off x="6900527" y="5137485"/>
            <a:ext cx="1656011" cy="1315454"/>
            <a:chOff x="9683833" y="5145506"/>
            <a:chExt cx="1656011" cy="1315454"/>
          </a:xfrm>
        </p:grpSpPr>
        <p:grpSp>
          <p:nvGrpSpPr>
            <p:cNvPr id="22" name="群組 21">
              <a:extLst>
                <a:ext uri="{FF2B5EF4-FFF2-40B4-BE49-F238E27FC236}">
                  <a16:creationId xmlns:a16="http://schemas.microsoft.com/office/drawing/2014/main" id="{63D14EAA-BD3F-4FA8-BCFA-23E97CA3D97C}"/>
                </a:ext>
              </a:extLst>
            </p:cNvPr>
            <p:cNvGrpSpPr/>
            <p:nvPr/>
          </p:nvGrpSpPr>
          <p:grpSpPr>
            <a:xfrm>
              <a:off x="9683833" y="5145506"/>
              <a:ext cx="1435768" cy="1315454"/>
              <a:chOff x="9683833" y="5145506"/>
              <a:chExt cx="1435768" cy="1315454"/>
            </a:xfrm>
          </p:grpSpPr>
          <p:sp>
            <p:nvSpPr>
              <p:cNvPr id="24" name="矩形: 圓角 23">
                <a:extLst>
                  <a:ext uri="{FF2B5EF4-FFF2-40B4-BE49-F238E27FC236}">
                    <a16:creationId xmlns:a16="http://schemas.microsoft.com/office/drawing/2014/main" id="{B2DCD887-238A-4E18-A13F-B1EC72D888FC}"/>
                  </a:ext>
                </a:extLst>
              </p:cNvPr>
              <p:cNvSpPr/>
              <p:nvPr/>
            </p:nvSpPr>
            <p:spPr>
              <a:xfrm>
                <a:off x="9683833" y="5658855"/>
                <a:ext cx="1435768" cy="802105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latin typeface="Consolas" panose="020B0609020204030204" pitchFamily="49" charset="0"/>
                  </a:rPr>
                  <a:t>i = 4</a:t>
                </a:r>
                <a:endParaRPr lang="zh-TW" altLang="en-US" dirty="0">
                  <a:latin typeface="Consolas" panose="020B0609020204030204" pitchFamily="49" charset="0"/>
                </a:endParaRPr>
              </a:p>
            </p:txBody>
          </p:sp>
          <p:sp>
            <p:nvSpPr>
              <p:cNvPr id="25" name="箭號: 向下 24">
                <a:extLst>
                  <a:ext uri="{FF2B5EF4-FFF2-40B4-BE49-F238E27FC236}">
                    <a16:creationId xmlns:a16="http://schemas.microsoft.com/office/drawing/2014/main" id="{050637C3-2AE0-4300-AA24-08753DD8629B}"/>
                  </a:ext>
                </a:extLst>
              </p:cNvPr>
              <p:cNvSpPr/>
              <p:nvPr/>
            </p:nvSpPr>
            <p:spPr>
              <a:xfrm>
                <a:off x="10315270" y="5145506"/>
                <a:ext cx="184484" cy="513346"/>
              </a:xfrm>
              <a:prstGeom prst="dow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000F7328-D15B-4F46-9A2E-862C9B82BB33}"/>
                </a:ext>
              </a:extLst>
            </p:cNvPr>
            <p:cNvSpPr txBox="1"/>
            <p:nvPr/>
          </p:nvSpPr>
          <p:spPr>
            <a:xfrm>
              <a:off x="10775266" y="5218233"/>
              <a:ext cx="5645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err="1">
                  <a:latin typeface="Consolas" panose="020B0609020204030204" pitchFamily="49" charset="0"/>
                </a:rPr>
                <a:t>i</a:t>
              </a:r>
              <a:r>
                <a:rPr lang="en-US" altLang="zh-TW" dirty="0">
                  <a:latin typeface="Consolas" panose="020B0609020204030204" pitchFamily="49" charset="0"/>
                </a:rPr>
                <a:t>++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</p:grpSp>
      <p:sp>
        <p:nvSpPr>
          <p:cNvPr id="27" name="矩形: 圓角 26">
            <a:extLst>
              <a:ext uri="{FF2B5EF4-FFF2-40B4-BE49-F238E27FC236}">
                <a16:creationId xmlns:a16="http://schemas.microsoft.com/office/drawing/2014/main" id="{0782D954-D1ED-487D-8724-4318B447A93C}"/>
              </a:ext>
            </a:extLst>
          </p:cNvPr>
          <p:cNvSpPr/>
          <p:nvPr/>
        </p:nvSpPr>
        <p:spPr>
          <a:xfrm>
            <a:off x="6900527" y="389022"/>
            <a:ext cx="1435768" cy="80210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Consolas" panose="020B0609020204030204" pitchFamily="49" charset="0"/>
              </a:rPr>
              <a:t>i = 0</a:t>
            </a:r>
            <a:endParaRPr lang="zh-TW" altLang="en-US" dirty="0">
              <a:latin typeface="Consolas" panose="020B0609020204030204" pitchFamily="49" charset="0"/>
            </a:endParaRPr>
          </a:p>
        </p:txBody>
      </p:sp>
      <p:grpSp>
        <p:nvGrpSpPr>
          <p:cNvPr id="36" name="群組 35">
            <a:extLst>
              <a:ext uri="{FF2B5EF4-FFF2-40B4-BE49-F238E27FC236}">
                <a16:creationId xmlns:a16="http://schemas.microsoft.com/office/drawing/2014/main" id="{697F5705-E1C8-402F-A6F5-513D1BAED1FB}"/>
              </a:ext>
            </a:extLst>
          </p:cNvPr>
          <p:cNvGrpSpPr/>
          <p:nvPr/>
        </p:nvGrpSpPr>
        <p:grpSpPr>
          <a:xfrm>
            <a:off x="8347885" y="5107407"/>
            <a:ext cx="1888958" cy="1888958"/>
            <a:chOff x="8347885" y="5107407"/>
            <a:chExt cx="1888958" cy="1888958"/>
          </a:xfrm>
        </p:grpSpPr>
        <p:sp>
          <p:nvSpPr>
            <p:cNvPr id="30" name="箭號: 向下 29">
              <a:extLst>
                <a:ext uri="{FF2B5EF4-FFF2-40B4-BE49-F238E27FC236}">
                  <a16:creationId xmlns:a16="http://schemas.microsoft.com/office/drawing/2014/main" id="{E9071C8B-8963-4B39-AC65-EA497B3B4102}"/>
                </a:ext>
              </a:extLst>
            </p:cNvPr>
            <p:cNvSpPr/>
            <p:nvPr/>
          </p:nvSpPr>
          <p:spPr>
            <a:xfrm rot="16200000">
              <a:off x="8685266" y="5795213"/>
              <a:ext cx="184484" cy="513346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33" name="群組 32">
              <a:extLst>
                <a:ext uri="{FF2B5EF4-FFF2-40B4-BE49-F238E27FC236}">
                  <a16:creationId xmlns:a16="http://schemas.microsoft.com/office/drawing/2014/main" id="{CD8E0A4A-8705-43BB-ACF4-CB0CB5CC8CF3}"/>
                </a:ext>
              </a:extLst>
            </p:cNvPr>
            <p:cNvGrpSpPr/>
            <p:nvPr/>
          </p:nvGrpSpPr>
          <p:grpSpPr>
            <a:xfrm>
              <a:off x="8347885" y="5107407"/>
              <a:ext cx="1888958" cy="1888958"/>
              <a:chOff x="2352173" y="3313763"/>
              <a:chExt cx="1888958" cy="1888958"/>
            </a:xfrm>
          </p:grpSpPr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76898DE3-FFC5-45C3-9308-7B37B484F69E}"/>
                  </a:ext>
                </a:extLst>
              </p:cNvPr>
              <p:cNvSpPr/>
              <p:nvPr/>
            </p:nvSpPr>
            <p:spPr>
              <a:xfrm rot="-2700000">
                <a:off x="3220453" y="3313763"/>
                <a:ext cx="152400" cy="1888958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EF9AE834-8141-44A2-9943-9740EFF05D22}"/>
                  </a:ext>
                </a:extLst>
              </p:cNvPr>
              <p:cNvSpPr/>
              <p:nvPr/>
            </p:nvSpPr>
            <p:spPr>
              <a:xfrm rot="2700000">
                <a:off x="3220452" y="3313764"/>
                <a:ext cx="152400" cy="1888958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32" name="文字方塊 31">
              <a:extLst>
                <a:ext uri="{FF2B5EF4-FFF2-40B4-BE49-F238E27FC236}">
                  <a16:creationId xmlns:a16="http://schemas.microsoft.com/office/drawing/2014/main" id="{3D817903-C601-48A6-A96B-93D33386E302}"/>
                </a:ext>
              </a:extLst>
            </p:cNvPr>
            <p:cNvSpPr txBox="1"/>
            <p:nvPr/>
          </p:nvSpPr>
          <p:spPr>
            <a:xfrm>
              <a:off x="9218721" y="5867220"/>
              <a:ext cx="8557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>
                  <a:latin typeface="Consolas" panose="020B0609020204030204" pitchFamily="49" charset="0"/>
                </a:rPr>
                <a:t>i = 5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31" name="文字方塊 30">
              <a:extLst>
                <a:ext uri="{FF2B5EF4-FFF2-40B4-BE49-F238E27FC236}">
                  <a16:creationId xmlns:a16="http://schemas.microsoft.com/office/drawing/2014/main" id="{D7ED7356-FEBA-441D-8EA3-AD78F465682E}"/>
                </a:ext>
              </a:extLst>
            </p:cNvPr>
            <p:cNvSpPr txBox="1"/>
            <p:nvPr/>
          </p:nvSpPr>
          <p:spPr>
            <a:xfrm>
              <a:off x="8495219" y="6248400"/>
              <a:ext cx="5645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err="1">
                  <a:latin typeface="Consolas" panose="020B0609020204030204" pitchFamily="49" charset="0"/>
                </a:rPr>
                <a:t>i</a:t>
              </a:r>
              <a:r>
                <a:rPr lang="en-US" altLang="zh-TW" dirty="0">
                  <a:latin typeface="Consolas" panose="020B0609020204030204" pitchFamily="49" charset="0"/>
                </a:rPr>
                <a:t>++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</p:grpSp>
      <p:pic>
        <p:nvPicPr>
          <p:cNvPr id="38" name="圖片 37">
            <a:extLst>
              <a:ext uri="{FF2B5EF4-FFF2-40B4-BE49-F238E27FC236}">
                <a16:creationId xmlns:a16="http://schemas.microsoft.com/office/drawing/2014/main" id="{40FDF315-4ED8-4E0E-A241-B06647B643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623" y="3493316"/>
            <a:ext cx="9639577" cy="1142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230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226D4DC-C634-40DE-BB48-7E97FD8CE4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3" y="3669244"/>
            <a:ext cx="10645319" cy="1102893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2C03F527-35A6-4D8D-8B31-76ADFE108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cap="none" dirty="0">
                <a:latin typeface="Consolas" panose="020B0609020204030204" pitchFamily="49" charset="0"/>
              </a:rPr>
              <a:t>For Loop</a:t>
            </a:r>
            <a:endParaRPr lang="zh-TW" altLang="en-US" cap="none" dirty="0">
              <a:latin typeface="Consolas" panose="020B0609020204030204" pitchFamily="49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AA112A3-6A19-4B67-AFFF-E95EAAEBBF50}"/>
              </a:ext>
            </a:extLst>
          </p:cNvPr>
          <p:cNvSpPr/>
          <p:nvPr/>
        </p:nvSpPr>
        <p:spPr>
          <a:xfrm>
            <a:off x="2430380" y="3685285"/>
            <a:ext cx="2366210" cy="3930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FCE2436-9A40-42CC-B82E-338B3291D824}"/>
              </a:ext>
            </a:extLst>
          </p:cNvPr>
          <p:cNvSpPr txBox="1"/>
          <p:nvPr/>
        </p:nvSpPr>
        <p:spPr>
          <a:xfrm>
            <a:off x="1121199" y="5205662"/>
            <a:ext cx="71513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highlight>
                  <a:srgbClr val="FF0000"/>
                </a:highlight>
                <a:latin typeface="Consolas" panose="020B0609020204030204" pitchFamily="49" charset="0"/>
              </a:rPr>
              <a:t>Something you want for loop do repeatedly</a:t>
            </a:r>
            <a:endParaRPr lang="zh-TW" altLang="en-US" sz="2400" dirty="0">
              <a:highlight>
                <a:srgbClr val="FF0000"/>
              </a:highlight>
              <a:latin typeface="Consolas" panose="020B0609020204030204" pitchFamily="49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7168E79-7728-4117-AC54-8EF55C7799C9}"/>
              </a:ext>
            </a:extLst>
          </p:cNvPr>
          <p:cNvSpPr/>
          <p:nvPr/>
        </p:nvSpPr>
        <p:spPr>
          <a:xfrm>
            <a:off x="2430379" y="4078316"/>
            <a:ext cx="4074695" cy="30117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0CE22CE-5AFA-4279-A43E-2354907914CC}"/>
              </a:ext>
            </a:extLst>
          </p:cNvPr>
          <p:cNvSpPr/>
          <p:nvPr/>
        </p:nvSpPr>
        <p:spPr>
          <a:xfrm>
            <a:off x="4902452" y="3692529"/>
            <a:ext cx="2366210" cy="3930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3037457-2C6D-431A-823D-8F0A00BF4067}"/>
              </a:ext>
            </a:extLst>
          </p:cNvPr>
          <p:cNvSpPr/>
          <p:nvPr/>
        </p:nvSpPr>
        <p:spPr>
          <a:xfrm>
            <a:off x="7374524" y="3692529"/>
            <a:ext cx="3991308" cy="3930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9848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0" grpId="0" animBg="1"/>
      <p:bldP spid="10" grpId="1" animBg="1"/>
      <p:bldP spid="11" grpId="0" animBg="1"/>
      <p:bldP spid="11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0E7EF7-BCA6-469B-B0A4-D5C04590F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cap="none" dirty="0">
                <a:latin typeface="Consolas" panose="020B0609020204030204" pitchFamily="49" charset="0"/>
              </a:rPr>
              <a:t>For Loop - Example</a:t>
            </a:r>
            <a:endParaRPr lang="zh-TW" altLang="en-US" dirty="0"/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7BE2C85E-D9CF-4AD6-B687-D199A93CCD32}"/>
              </a:ext>
            </a:extLst>
          </p:cNvPr>
          <p:cNvGrpSpPr/>
          <p:nvPr/>
        </p:nvGrpSpPr>
        <p:grpSpPr>
          <a:xfrm>
            <a:off x="8001176" y="1137387"/>
            <a:ext cx="1656011" cy="1323472"/>
            <a:chOff x="9683833" y="1191128"/>
            <a:chExt cx="1656011" cy="1323472"/>
          </a:xfrm>
        </p:grpSpPr>
        <p:grpSp>
          <p:nvGrpSpPr>
            <p:cNvPr id="7" name="群組 6">
              <a:extLst>
                <a:ext uri="{FF2B5EF4-FFF2-40B4-BE49-F238E27FC236}">
                  <a16:creationId xmlns:a16="http://schemas.microsoft.com/office/drawing/2014/main" id="{5992D52E-64EC-458E-A6BB-E203ABA774EB}"/>
                </a:ext>
              </a:extLst>
            </p:cNvPr>
            <p:cNvGrpSpPr/>
            <p:nvPr/>
          </p:nvGrpSpPr>
          <p:grpSpPr>
            <a:xfrm>
              <a:off x="9683833" y="1191128"/>
              <a:ext cx="1435768" cy="1323472"/>
              <a:chOff x="9683833" y="1191128"/>
              <a:chExt cx="1435768" cy="1323472"/>
            </a:xfrm>
          </p:grpSpPr>
          <p:sp>
            <p:nvSpPr>
              <p:cNvPr id="9" name="矩形: 圓角 8">
                <a:extLst>
                  <a:ext uri="{FF2B5EF4-FFF2-40B4-BE49-F238E27FC236}">
                    <a16:creationId xmlns:a16="http://schemas.microsoft.com/office/drawing/2014/main" id="{ACE07E87-0102-4BC1-9488-4C0F2D9D5D43}"/>
                  </a:ext>
                </a:extLst>
              </p:cNvPr>
              <p:cNvSpPr/>
              <p:nvPr/>
            </p:nvSpPr>
            <p:spPr>
              <a:xfrm>
                <a:off x="9683833" y="1712495"/>
                <a:ext cx="1435768" cy="802105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err="1">
                    <a:latin typeface="Consolas" panose="020B0609020204030204" pitchFamily="49" charset="0"/>
                  </a:rPr>
                  <a:t>i</a:t>
                </a:r>
                <a:r>
                  <a:rPr lang="en-US" altLang="zh-TW" dirty="0">
                    <a:latin typeface="Consolas" panose="020B0609020204030204" pitchFamily="49" charset="0"/>
                  </a:rPr>
                  <a:t> = 1</a:t>
                </a:r>
                <a:endParaRPr lang="zh-TW" altLang="en-US" dirty="0">
                  <a:latin typeface="Consolas" panose="020B0609020204030204" pitchFamily="49" charset="0"/>
                </a:endParaRPr>
              </a:p>
            </p:txBody>
          </p:sp>
          <p:sp>
            <p:nvSpPr>
              <p:cNvPr id="10" name="箭號: 向下 9">
                <a:extLst>
                  <a:ext uri="{FF2B5EF4-FFF2-40B4-BE49-F238E27FC236}">
                    <a16:creationId xmlns:a16="http://schemas.microsoft.com/office/drawing/2014/main" id="{471F0D9E-14F4-4261-ACB7-6967B88F22BB}"/>
                  </a:ext>
                </a:extLst>
              </p:cNvPr>
              <p:cNvSpPr/>
              <p:nvPr/>
            </p:nvSpPr>
            <p:spPr>
              <a:xfrm>
                <a:off x="10309475" y="1191128"/>
                <a:ext cx="184484" cy="513346"/>
              </a:xfrm>
              <a:prstGeom prst="dow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052AB989-6BB6-4B22-90C6-09205C7C49E0}"/>
                </a:ext>
              </a:extLst>
            </p:cNvPr>
            <p:cNvSpPr txBox="1"/>
            <p:nvPr/>
          </p:nvSpPr>
          <p:spPr>
            <a:xfrm>
              <a:off x="10775266" y="1266782"/>
              <a:ext cx="5645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err="1">
                  <a:latin typeface="Consolas" panose="020B0609020204030204" pitchFamily="49" charset="0"/>
                </a:rPr>
                <a:t>i</a:t>
              </a:r>
              <a:r>
                <a:rPr lang="en-US" altLang="zh-TW" dirty="0">
                  <a:latin typeface="Consolas" panose="020B0609020204030204" pitchFamily="49" charset="0"/>
                </a:rPr>
                <a:t>++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</p:grp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987E1A93-8413-4BA2-A677-DB6F7D531D94}"/>
              </a:ext>
            </a:extLst>
          </p:cNvPr>
          <p:cNvGrpSpPr/>
          <p:nvPr/>
        </p:nvGrpSpPr>
        <p:grpSpPr>
          <a:xfrm>
            <a:off x="7914729" y="2460858"/>
            <a:ext cx="1742458" cy="1315452"/>
            <a:chOff x="9683833" y="2514600"/>
            <a:chExt cx="1742458" cy="1315452"/>
          </a:xfrm>
        </p:grpSpPr>
        <p:grpSp>
          <p:nvGrpSpPr>
            <p:cNvPr id="12" name="群組 11">
              <a:extLst>
                <a:ext uri="{FF2B5EF4-FFF2-40B4-BE49-F238E27FC236}">
                  <a16:creationId xmlns:a16="http://schemas.microsoft.com/office/drawing/2014/main" id="{4571E7C2-D12F-4123-A001-94481A050A62}"/>
                </a:ext>
              </a:extLst>
            </p:cNvPr>
            <p:cNvGrpSpPr/>
            <p:nvPr/>
          </p:nvGrpSpPr>
          <p:grpSpPr>
            <a:xfrm>
              <a:off x="9683833" y="2514600"/>
              <a:ext cx="1435768" cy="1315452"/>
              <a:chOff x="9683833" y="2514600"/>
              <a:chExt cx="1435768" cy="1315452"/>
            </a:xfrm>
          </p:grpSpPr>
          <p:sp>
            <p:nvSpPr>
              <p:cNvPr id="14" name="矩形: 圓角 13">
                <a:extLst>
                  <a:ext uri="{FF2B5EF4-FFF2-40B4-BE49-F238E27FC236}">
                    <a16:creationId xmlns:a16="http://schemas.microsoft.com/office/drawing/2014/main" id="{5A5A1344-69F5-42B9-8150-E517E226D2DE}"/>
                  </a:ext>
                </a:extLst>
              </p:cNvPr>
              <p:cNvSpPr/>
              <p:nvPr/>
            </p:nvSpPr>
            <p:spPr>
              <a:xfrm>
                <a:off x="9683833" y="3027947"/>
                <a:ext cx="1435768" cy="802105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latin typeface="Consolas" panose="020B0609020204030204" pitchFamily="49" charset="0"/>
                  </a:rPr>
                  <a:t>i = 2</a:t>
                </a:r>
                <a:endParaRPr lang="zh-TW" altLang="en-US" dirty="0">
                  <a:latin typeface="Consolas" panose="020B0609020204030204" pitchFamily="49" charset="0"/>
                </a:endParaRPr>
              </a:p>
            </p:txBody>
          </p:sp>
          <p:sp>
            <p:nvSpPr>
              <p:cNvPr id="15" name="箭號: 向下 14">
                <a:extLst>
                  <a:ext uri="{FF2B5EF4-FFF2-40B4-BE49-F238E27FC236}">
                    <a16:creationId xmlns:a16="http://schemas.microsoft.com/office/drawing/2014/main" id="{AE6E5C11-1625-4A5B-9E7E-6132D8506B7B}"/>
                  </a:ext>
                </a:extLst>
              </p:cNvPr>
              <p:cNvSpPr/>
              <p:nvPr/>
            </p:nvSpPr>
            <p:spPr>
              <a:xfrm>
                <a:off x="10395922" y="2514600"/>
                <a:ext cx="184484" cy="513346"/>
              </a:xfrm>
              <a:prstGeom prst="dow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8B272E68-0962-4368-833B-690EA8E415D3}"/>
                </a:ext>
              </a:extLst>
            </p:cNvPr>
            <p:cNvSpPr txBox="1"/>
            <p:nvPr/>
          </p:nvSpPr>
          <p:spPr>
            <a:xfrm>
              <a:off x="10861713" y="2586607"/>
              <a:ext cx="5645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err="1">
                  <a:latin typeface="Consolas" panose="020B0609020204030204" pitchFamily="49" charset="0"/>
                </a:rPr>
                <a:t>i</a:t>
              </a:r>
              <a:r>
                <a:rPr lang="en-US" altLang="zh-TW" dirty="0">
                  <a:latin typeface="Consolas" panose="020B0609020204030204" pitchFamily="49" charset="0"/>
                </a:rPr>
                <a:t>++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9E80A9B0-0FF8-4510-B800-25A19D3C95A5}"/>
              </a:ext>
            </a:extLst>
          </p:cNvPr>
          <p:cNvGrpSpPr/>
          <p:nvPr/>
        </p:nvGrpSpPr>
        <p:grpSpPr>
          <a:xfrm>
            <a:off x="8001176" y="3768289"/>
            <a:ext cx="1656011" cy="1323476"/>
            <a:chOff x="9683833" y="3822030"/>
            <a:chExt cx="1656011" cy="1323476"/>
          </a:xfrm>
        </p:grpSpPr>
        <p:grpSp>
          <p:nvGrpSpPr>
            <p:cNvPr id="17" name="群組 16">
              <a:extLst>
                <a:ext uri="{FF2B5EF4-FFF2-40B4-BE49-F238E27FC236}">
                  <a16:creationId xmlns:a16="http://schemas.microsoft.com/office/drawing/2014/main" id="{B99044D0-3456-4A4C-A216-1D752EE8D6B9}"/>
                </a:ext>
              </a:extLst>
            </p:cNvPr>
            <p:cNvGrpSpPr/>
            <p:nvPr/>
          </p:nvGrpSpPr>
          <p:grpSpPr>
            <a:xfrm>
              <a:off x="9683833" y="3822030"/>
              <a:ext cx="1435768" cy="1323476"/>
              <a:chOff x="9683833" y="3822030"/>
              <a:chExt cx="1435768" cy="1323476"/>
            </a:xfrm>
          </p:grpSpPr>
          <p:sp>
            <p:nvSpPr>
              <p:cNvPr id="19" name="矩形: 圓角 18">
                <a:extLst>
                  <a:ext uri="{FF2B5EF4-FFF2-40B4-BE49-F238E27FC236}">
                    <a16:creationId xmlns:a16="http://schemas.microsoft.com/office/drawing/2014/main" id="{5EBD123B-74CD-47B2-8996-A089ADE83FFC}"/>
                  </a:ext>
                </a:extLst>
              </p:cNvPr>
              <p:cNvSpPr/>
              <p:nvPr/>
            </p:nvSpPr>
            <p:spPr>
              <a:xfrm>
                <a:off x="9683833" y="4343401"/>
                <a:ext cx="1435768" cy="802105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err="1">
                    <a:latin typeface="Consolas" panose="020B0609020204030204" pitchFamily="49" charset="0"/>
                  </a:rPr>
                  <a:t>i</a:t>
                </a:r>
                <a:r>
                  <a:rPr lang="en-US" altLang="zh-TW" dirty="0">
                    <a:latin typeface="Consolas" panose="020B0609020204030204" pitchFamily="49" charset="0"/>
                  </a:rPr>
                  <a:t> = 3</a:t>
                </a:r>
                <a:endParaRPr lang="zh-TW" altLang="en-US" dirty="0">
                  <a:latin typeface="Consolas" panose="020B0609020204030204" pitchFamily="49" charset="0"/>
                </a:endParaRPr>
              </a:p>
            </p:txBody>
          </p:sp>
          <p:sp>
            <p:nvSpPr>
              <p:cNvPr id="20" name="箭號: 向下 19">
                <a:extLst>
                  <a:ext uri="{FF2B5EF4-FFF2-40B4-BE49-F238E27FC236}">
                    <a16:creationId xmlns:a16="http://schemas.microsoft.com/office/drawing/2014/main" id="{C1B3AB95-228C-49FE-ACD7-27C2F0E609D2}"/>
                  </a:ext>
                </a:extLst>
              </p:cNvPr>
              <p:cNvSpPr/>
              <p:nvPr/>
            </p:nvSpPr>
            <p:spPr>
              <a:xfrm>
                <a:off x="10305464" y="3822030"/>
                <a:ext cx="184484" cy="513346"/>
              </a:xfrm>
              <a:prstGeom prst="dow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1C791A78-7309-48EB-8227-6EB48C5DC75F}"/>
                </a:ext>
              </a:extLst>
            </p:cNvPr>
            <p:cNvSpPr txBox="1"/>
            <p:nvPr/>
          </p:nvSpPr>
          <p:spPr>
            <a:xfrm>
              <a:off x="10775266" y="3893865"/>
              <a:ext cx="5645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err="1">
                  <a:latin typeface="Consolas" panose="020B0609020204030204" pitchFamily="49" charset="0"/>
                </a:rPr>
                <a:t>i</a:t>
              </a:r>
              <a:r>
                <a:rPr lang="en-US" altLang="zh-TW" dirty="0">
                  <a:latin typeface="Consolas" panose="020B0609020204030204" pitchFamily="49" charset="0"/>
                </a:rPr>
                <a:t>++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</p:grp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B6BEAAA4-87AA-4ACF-8987-D300AC98B256}"/>
              </a:ext>
            </a:extLst>
          </p:cNvPr>
          <p:cNvGrpSpPr/>
          <p:nvPr/>
        </p:nvGrpSpPr>
        <p:grpSpPr>
          <a:xfrm>
            <a:off x="8001176" y="5091765"/>
            <a:ext cx="1656011" cy="1315454"/>
            <a:chOff x="9683833" y="5145506"/>
            <a:chExt cx="1656011" cy="1315454"/>
          </a:xfrm>
        </p:grpSpPr>
        <p:grpSp>
          <p:nvGrpSpPr>
            <p:cNvPr id="22" name="群組 21">
              <a:extLst>
                <a:ext uri="{FF2B5EF4-FFF2-40B4-BE49-F238E27FC236}">
                  <a16:creationId xmlns:a16="http://schemas.microsoft.com/office/drawing/2014/main" id="{63D14EAA-BD3F-4FA8-BCFA-23E97CA3D97C}"/>
                </a:ext>
              </a:extLst>
            </p:cNvPr>
            <p:cNvGrpSpPr/>
            <p:nvPr/>
          </p:nvGrpSpPr>
          <p:grpSpPr>
            <a:xfrm>
              <a:off x="9683833" y="5145506"/>
              <a:ext cx="1435768" cy="1315454"/>
              <a:chOff x="9683833" y="5145506"/>
              <a:chExt cx="1435768" cy="1315454"/>
            </a:xfrm>
          </p:grpSpPr>
          <p:sp>
            <p:nvSpPr>
              <p:cNvPr id="24" name="矩形: 圓角 23">
                <a:extLst>
                  <a:ext uri="{FF2B5EF4-FFF2-40B4-BE49-F238E27FC236}">
                    <a16:creationId xmlns:a16="http://schemas.microsoft.com/office/drawing/2014/main" id="{B2DCD887-238A-4E18-A13F-B1EC72D888FC}"/>
                  </a:ext>
                </a:extLst>
              </p:cNvPr>
              <p:cNvSpPr/>
              <p:nvPr/>
            </p:nvSpPr>
            <p:spPr>
              <a:xfrm>
                <a:off x="9683833" y="5658855"/>
                <a:ext cx="1435768" cy="802105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latin typeface="Consolas" panose="020B0609020204030204" pitchFamily="49" charset="0"/>
                  </a:rPr>
                  <a:t>i = 4</a:t>
                </a:r>
                <a:endParaRPr lang="zh-TW" altLang="en-US" dirty="0">
                  <a:latin typeface="Consolas" panose="020B0609020204030204" pitchFamily="49" charset="0"/>
                </a:endParaRPr>
              </a:p>
            </p:txBody>
          </p:sp>
          <p:sp>
            <p:nvSpPr>
              <p:cNvPr id="25" name="箭號: 向下 24">
                <a:extLst>
                  <a:ext uri="{FF2B5EF4-FFF2-40B4-BE49-F238E27FC236}">
                    <a16:creationId xmlns:a16="http://schemas.microsoft.com/office/drawing/2014/main" id="{050637C3-2AE0-4300-AA24-08753DD8629B}"/>
                  </a:ext>
                </a:extLst>
              </p:cNvPr>
              <p:cNvSpPr/>
              <p:nvPr/>
            </p:nvSpPr>
            <p:spPr>
              <a:xfrm>
                <a:off x="10315270" y="5145506"/>
                <a:ext cx="184484" cy="513346"/>
              </a:xfrm>
              <a:prstGeom prst="dow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000F7328-D15B-4F46-9A2E-862C9B82BB33}"/>
                </a:ext>
              </a:extLst>
            </p:cNvPr>
            <p:cNvSpPr txBox="1"/>
            <p:nvPr/>
          </p:nvSpPr>
          <p:spPr>
            <a:xfrm>
              <a:off x="10775266" y="5218233"/>
              <a:ext cx="5645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err="1">
                  <a:latin typeface="Consolas" panose="020B0609020204030204" pitchFamily="49" charset="0"/>
                </a:rPr>
                <a:t>i</a:t>
              </a:r>
              <a:r>
                <a:rPr lang="en-US" altLang="zh-TW" dirty="0">
                  <a:latin typeface="Consolas" panose="020B0609020204030204" pitchFamily="49" charset="0"/>
                </a:rPr>
                <a:t>++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</p:grpSp>
      <p:sp>
        <p:nvSpPr>
          <p:cNvPr id="27" name="矩形: 圓角 26">
            <a:extLst>
              <a:ext uri="{FF2B5EF4-FFF2-40B4-BE49-F238E27FC236}">
                <a16:creationId xmlns:a16="http://schemas.microsoft.com/office/drawing/2014/main" id="{0782D954-D1ED-487D-8724-4318B447A93C}"/>
              </a:ext>
            </a:extLst>
          </p:cNvPr>
          <p:cNvSpPr/>
          <p:nvPr/>
        </p:nvSpPr>
        <p:spPr>
          <a:xfrm>
            <a:off x="8001176" y="343302"/>
            <a:ext cx="1435768" cy="80210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Consolas" panose="020B0609020204030204" pitchFamily="49" charset="0"/>
              </a:rPr>
              <a:t>i = 0</a:t>
            </a:r>
            <a:endParaRPr lang="zh-TW" altLang="en-US" dirty="0">
              <a:latin typeface="Consolas" panose="020B0609020204030204" pitchFamily="49" charset="0"/>
            </a:endParaRPr>
          </a:p>
        </p:txBody>
      </p:sp>
      <p:grpSp>
        <p:nvGrpSpPr>
          <p:cNvPr id="36" name="群組 35">
            <a:extLst>
              <a:ext uri="{FF2B5EF4-FFF2-40B4-BE49-F238E27FC236}">
                <a16:creationId xmlns:a16="http://schemas.microsoft.com/office/drawing/2014/main" id="{697F5705-E1C8-402F-A6F5-513D1BAED1FB}"/>
              </a:ext>
            </a:extLst>
          </p:cNvPr>
          <p:cNvGrpSpPr/>
          <p:nvPr/>
        </p:nvGrpSpPr>
        <p:grpSpPr>
          <a:xfrm>
            <a:off x="9448534" y="5061687"/>
            <a:ext cx="1888958" cy="1888958"/>
            <a:chOff x="8347885" y="5107407"/>
            <a:chExt cx="1888958" cy="1888958"/>
          </a:xfrm>
        </p:grpSpPr>
        <p:sp>
          <p:nvSpPr>
            <p:cNvPr id="30" name="箭號: 向下 29">
              <a:extLst>
                <a:ext uri="{FF2B5EF4-FFF2-40B4-BE49-F238E27FC236}">
                  <a16:creationId xmlns:a16="http://schemas.microsoft.com/office/drawing/2014/main" id="{E9071C8B-8963-4B39-AC65-EA497B3B4102}"/>
                </a:ext>
              </a:extLst>
            </p:cNvPr>
            <p:cNvSpPr/>
            <p:nvPr/>
          </p:nvSpPr>
          <p:spPr>
            <a:xfrm rot="16200000">
              <a:off x="8685266" y="5795213"/>
              <a:ext cx="184484" cy="513346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33" name="群組 32">
              <a:extLst>
                <a:ext uri="{FF2B5EF4-FFF2-40B4-BE49-F238E27FC236}">
                  <a16:creationId xmlns:a16="http://schemas.microsoft.com/office/drawing/2014/main" id="{CD8E0A4A-8705-43BB-ACF4-CB0CB5CC8CF3}"/>
                </a:ext>
              </a:extLst>
            </p:cNvPr>
            <p:cNvGrpSpPr/>
            <p:nvPr/>
          </p:nvGrpSpPr>
          <p:grpSpPr>
            <a:xfrm>
              <a:off x="8347885" y="5107407"/>
              <a:ext cx="1888958" cy="1888958"/>
              <a:chOff x="2352173" y="3313763"/>
              <a:chExt cx="1888958" cy="1888958"/>
            </a:xfrm>
          </p:grpSpPr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76898DE3-FFC5-45C3-9308-7B37B484F69E}"/>
                  </a:ext>
                </a:extLst>
              </p:cNvPr>
              <p:cNvSpPr/>
              <p:nvPr/>
            </p:nvSpPr>
            <p:spPr>
              <a:xfrm rot="-2700000">
                <a:off x="3220453" y="3313763"/>
                <a:ext cx="152400" cy="1888958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EF9AE834-8141-44A2-9943-9740EFF05D22}"/>
                  </a:ext>
                </a:extLst>
              </p:cNvPr>
              <p:cNvSpPr/>
              <p:nvPr/>
            </p:nvSpPr>
            <p:spPr>
              <a:xfrm rot="2700000">
                <a:off x="3220452" y="3313764"/>
                <a:ext cx="152400" cy="1888958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32" name="文字方塊 31">
              <a:extLst>
                <a:ext uri="{FF2B5EF4-FFF2-40B4-BE49-F238E27FC236}">
                  <a16:creationId xmlns:a16="http://schemas.microsoft.com/office/drawing/2014/main" id="{3D817903-C601-48A6-A96B-93D33386E302}"/>
                </a:ext>
              </a:extLst>
            </p:cNvPr>
            <p:cNvSpPr txBox="1"/>
            <p:nvPr/>
          </p:nvSpPr>
          <p:spPr>
            <a:xfrm>
              <a:off x="9218721" y="5867220"/>
              <a:ext cx="8557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>
                  <a:latin typeface="Consolas" panose="020B0609020204030204" pitchFamily="49" charset="0"/>
                </a:rPr>
                <a:t>i = 5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31" name="文字方塊 30">
              <a:extLst>
                <a:ext uri="{FF2B5EF4-FFF2-40B4-BE49-F238E27FC236}">
                  <a16:creationId xmlns:a16="http://schemas.microsoft.com/office/drawing/2014/main" id="{D7ED7356-FEBA-441D-8EA3-AD78F465682E}"/>
                </a:ext>
              </a:extLst>
            </p:cNvPr>
            <p:cNvSpPr txBox="1"/>
            <p:nvPr/>
          </p:nvSpPr>
          <p:spPr>
            <a:xfrm>
              <a:off x="8495219" y="6248400"/>
              <a:ext cx="5645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err="1">
                  <a:latin typeface="Consolas" panose="020B0609020204030204" pitchFamily="49" charset="0"/>
                </a:rPr>
                <a:t>i</a:t>
              </a:r>
              <a:r>
                <a:rPr lang="en-US" altLang="zh-TW" dirty="0">
                  <a:latin typeface="Consolas" panose="020B0609020204030204" pitchFamily="49" charset="0"/>
                </a:rPr>
                <a:t>++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</p:grpSp>
      <p:pic>
        <p:nvPicPr>
          <p:cNvPr id="4" name="圖片 3">
            <a:extLst>
              <a:ext uri="{FF2B5EF4-FFF2-40B4-BE49-F238E27FC236}">
                <a16:creationId xmlns:a16="http://schemas.microsoft.com/office/drawing/2014/main" id="{0B64CD31-CFE8-4757-83A3-0B99689CA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508" y="3141796"/>
            <a:ext cx="5502813" cy="2387167"/>
          </a:xfrm>
          <a:prstGeom prst="rect">
            <a:avLst/>
          </a:prstGeom>
        </p:spPr>
      </p:pic>
      <p:pic>
        <p:nvPicPr>
          <p:cNvPr id="37" name="圖片 36">
            <a:extLst>
              <a:ext uri="{FF2B5EF4-FFF2-40B4-BE49-F238E27FC236}">
                <a16:creationId xmlns:a16="http://schemas.microsoft.com/office/drawing/2014/main" id="{0138C9C0-14F8-403F-B8FE-F09B15301E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623" y="3493316"/>
            <a:ext cx="9639577" cy="1142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170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CD52D8-1EB9-44AB-8124-38B2513FE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cap="none" dirty="0">
                <a:latin typeface="Consolas" panose="020B0609020204030204" pitchFamily="49" charset="0"/>
              </a:rPr>
              <a:t>Loop Control - break</a:t>
            </a:r>
            <a:endParaRPr lang="zh-TW" altLang="en-US" cap="none" dirty="0">
              <a:latin typeface="Consolas" panose="020B0609020204030204" pitchFamily="49" charset="0"/>
            </a:endParaRP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2AE5729A-79D6-4A68-844F-5233B998D78F}"/>
              </a:ext>
            </a:extLst>
          </p:cNvPr>
          <p:cNvSpPr/>
          <p:nvPr/>
        </p:nvSpPr>
        <p:spPr>
          <a:xfrm>
            <a:off x="3026664" y="3227832"/>
            <a:ext cx="1060704" cy="7406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A05D293D-AC3D-475A-8DAD-0F6C06621303}"/>
              </a:ext>
            </a:extLst>
          </p:cNvPr>
          <p:cNvSpPr/>
          <p:nvPr/>
        </p:nvSpPr>
        <p:spPr>
          <a:xfrm>
            <a:off x="3026664" y="4584192"/>
            <a:ext cx="1060704" cy="7406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45DFBB00-EC01-4C55-9F3C-94A65693B475}"/>
              </a:ext>
            </a:extLst>
          </p:cNvPr>
          <p:cNvSpPr/>
          <p:nvPr/>
        </p:nvSpPr>
        <p:spPr>
          <a:xfrm>
            <a:off x="4922519" y="4584192"/>
            <a:ext cx="1060704" cy="7406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4E5B4615-603D-4EDA-A92F-7F4CCEC73054}"/>
              </a:ext>
            </a:extLst>
          </p:cNvPr>
          <p:cNvSpPr/>
          <p:nvPr/>
        </p:nvSpPr>
        <p:spPr>
          <a:xfrm>
            <a:off x="4922519" y="3227832"/>
            <a:ext cx="1060704" cy="7406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70E7DFC6-7BF4-4DEF-A5B3-4F8F9D2FEE4D}"/>
              </a:ext>
            </a:extLst>
          </p:cNvPr>
          <p:cNvSpPr/>
          <p:nvPr/>
        </p:nvSpPr>
        <p:spPr>
          <a:xfrm>
            <a:off x="710184" y="3227832"/>
            <a:ext cx="1060704" cy="7406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BFE92C8E-9A09-45E3-876C-94314B97246C}"/>
              </a:ext>
            </a:extLst>
          </p:cNvPr>
          <p:cNvSpPr/>
          <p:nvPr/>
        </p:nvSpPr>
        <p:spPr>
          <a:xfrm>
            <a:off x="7235954" y="3227832"/>
            <a:ext cx="1060704" cy="7406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箭號: 向下 9">
            <a:extLst>
              <a:ext uri="{FF2B5EF4-FFF2-40B4-BE49-F238E27FC236}">
                <a16:creationId xmlns:a16="http://schemas.microsoft.com/office/drawing/2014/main" id="{3C64F223-6EB2-41D4-87AD-E2AF1B2F75AF}"/>
              </a:ext>
            </a:extLst>
          </p:cNvPr>
          <p:cNvSpPr/>
          <p:nvPr/>
        </p:nvSpPr>
        <p:spPr>
          <a:xfrm>
            <a:off x="3442716" y="3968496"/>
            <a:ext cx="228600" cy="61569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箭號: 向下 10">
            <a:extLst>
              <a:ext uri="{FF2B5EF4-FFF2-40B4-BE49-F238E27FC236}">
                <a16:creationId xmlns:a16="http://schemas.microsoft.com/office/drawing/2014/main" id="{56F8976E-C9F0-409A-9E49-4E92454DF636}"/>
              </a:ext>
            </a:extLst>
          </p:cNvPr>
          <p:cNvSpPr/>
          <p:nvPr/>
        </p:nvSpPr>
        <p:spPr>
          <a:xfrm rot="10800000">
            <a:off x="5338571" y="3968496"/>
            <a:ext cx="228600" cy="61569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箭號: 向下 11">
            <a:extLst>
              <a:ext uri="{FF2B5EF4-FFF2-40B4-BE49-F238E27FC236}">
                <a16:creationId xmlns:a16="http://schemas.microsoft.com/office/drawing/2014/main" id="{75E17C5C-9308-4085-BD37-9DF3B87E0225}"/>
              </a:ext>
            </a:extLst>
          </p:cNvPr>
          <p:cNvSpPr/>
          <p:nvPr/>
        </p:nvSpPr>
        <p:spPr>
          <a:xfrm rot="16200000">
            <a:off x="4390643" y="4646676"/>
            <a:ext cx="228600" cy="61569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箭號: 向下 12">
            <a:extLst>
              <a:ext uri="{FF2B5EF4-FFF2-40B4-BE49-F238E27FC236}">
                <a16:creationId xmlns:a16="http://schemas.microsoft.com/office/drawing/2014/main" id="{76C54D3D-6013-410E-87DD-C37CA214FB83}"/>
              </a:ext>
            </a:extLst>
          </p:cNvPr>
          <p:cNvSpPr/>
          <p:nvPr/>
        </p:nvSpPr>
        <p:spPr>
          <a:xfrm rot="5400000" flipH="1">
            <a:off x="4390643" y="3290316"/>
            <a:ext cx="228600" cy="615696"/>
          </a:xfrm>
          <a:prstGeom prst="down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箭號: 向下 13">
            <a:extLst>
              <a:ext uri="{FF2B5EF4-FFF2-40B4-BE49-F238E27FC236}">
                <a16:creationId xmlns:a16="http://schemas.microsoft.com/office/drawing/2014/main" id="{9568CBDC-96B2-441E-843A-A19CA2223962}"/>
              </a:ext>
            </a:extLst>
          </p:cNvPr>
          <p:cNvSpPr/>
          <p:nvPr/>
        </p:nvSpPr>
        <p:spPr>
          <a:xfrm rot="16200000">
            <a:off x="2282953" y="3293364"/>
            <a:ext cx="228600" cy="61569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箭號: 向下 14">
            <a:extLst>
              <a:ext uri="{FF2B5EF4-FFF2-40B4-BE49-F238E27FC236}">
                <a16:creationId xmlns:a16="http://schemas.microsoft.com/office/drawing/2014/main" id="{EB671041-AFBE-4475-9DD9-2918A3492A59}"/>
              </a:ext>
            </a:extLst>
          </p:cNvPr>
          <p:cNvSpPr/>
          <p:nvPr/>
        </p:nvSpPr>
        <p:spPr>
          <a:xfrm rot="16200000">
            <a:off x="6495288" y="3290316"/>
            <a:ext cx="228600" cy="61569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27AA132-9C5C-4B99-B165-A1085E6D3A29}"/>
              </a:ext>
            </a:extLst>
          </p:cNvPr>
          <p:cNvSpPr/>
          <p:nvPr/>
        </p:nvSpPr>
        <p:spPr>
          <a:xfrm>
            <a:off x="2910840" y="3063240"/>
            <a:ext cx="3185159" cy="243230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C993D28A-EAED-461B-88EC-3CFF3C437F75}"/>
              </a:ext>
            </a:extLst>
          </p:cNvPr>
          <p:cNvSpPr txBox="1"/>
          <p:nvPr/>
        </p:nvSpPr>
        <p:spPr>
          <a:xfrm>
            <a:off x="4071249" y="5734918"/>
            <a:ext cx="8643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400" dirty="0">
                <a:latin typeface="Consolas" panose="020B0609020204030204" pitchFamily="49" charset="0"/>
              </a:rPr>
              <a:t>Loop</a:t>
            </a:r>
            <a:endParaRPr lang="zh-TW" altLang="en-US" sz="2400" dirty="0">
              <a:latin typeface="Consolas" panose="020B0609020204030204" pitchFamily="49" charset="0"/>
            </a:endParaRPr>
          </a:p>
        </p:txBody>
      </p:sp>
      <p:sp>
        <p:nvSpPr>
          <p:cNvPr id="18" name="箭號: 向下 17">
            <a:extLst>
              <a:ext uri="{FF2B5EF4-FFF2-40B4-BE49-F238E27FC236}">
                <a16:creationId xmlns:a16="http://schemas.microsoft.com/office/drawing/2014/main" id="{C15D5209-1427-4696-BBA4-BB8D1F33CB69}"/>
              </a:ext>
            </a:extLst>
          </p:cNvPr>
          <p:cNvSpPr/>
          <p:nvPr/>
        </p:nvSpPr>
        <p:spPr>
          <a:xfrm rot="14396294">
            <a:off x="6803136" y="3649102"/>
            <a:ext cx="228600" cy="1676403"/>
          </a:xfrm>
          <a:prstGeom prst="down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EBAE7CB1-FA4E-483C-9313-92A6A690F81C}"/>
              </a:ext>
            </a:extLst>
          </p:cNvPr>
          <p:cNvSpPr txBox="1"/>
          <p:nvPr/>
        </p:nvSpPr>
        <p:spPr>
          <a:xfrm>
            <a:off x="6875659" y="4633294"/>
            <a:ext cx="10518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400" dirty="0">
                <a:latin typeface="Consolas" panose="020B0609020204030204" pitchFamily="49" charset="0"/>
              </a:rPr>
              <a:t>break</a:t>
            </a:r>
            <a:endParaRPr lang="zh-TW" altLang="en-US" sz="2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5103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CD52D8-1EB9-44AB-8124-38B2513FE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cap="none" dirty="0">
                <a:latin typeface="Consolas" panose="020B0609020204030204" pitchFamily="49" charset="0"/>
              </a:rPr>
              <a:t>Loop Control - break</a:t>
            </a:r>
            <a:endParaRPr lang="zh-TW" altLang="en-US" cap="none" dirty="0">
              <a:latin typeface="Consolas" panose="020B0609020204030204" pitchFamily="49" charset="0"/>
            </a:endParaRPr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0548D40A-BD67-4E95-AE4E-960CB07FCD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3" y="2950576"/>
            <a:ext cx="5623205" cy="2785650"/>
          </a:xfrm>
          <a:prstGeom prst="rect">
            <a:avLst/>
          </a:prstGeom>
        </p:spPr>
      </p:pic>
      <p:pic>
        <p:nvPicPr>
          <p:cNvPr id="50" name="圖片 49">
            <a:extLst>
              <a:ext uri="{FF2B5EF4-FFF2-40B4-BE49-F238E27FC236}">
                <a16:creationId xmlns:a16="http://schemas.microsoft.com/office/drawing/2014/main" id="{C5E19BB9-4C91-49B5-AF32-4FD9E43A1BA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261"/>
          <a:stretch/>
        </p:blipFill>
        <p:spPr>
          <a:xfrm>
            <a:off x="6887831" y="3707575"/>
            <a:ext cx="5163675" cy="1230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822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CD52D8-1EB9-44AB-8124-38B2513FE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cap="none" dirty="0">
                <a:latin typeface="Consolas" panose="020B0609020204030204" pitchFamily="49" charset="0"/>
              </a:rPr>
              <a:t>Loop Control - continue</a:t>
            </a:r>
            <a:endParaRPr lang="zh-TW" altLang="en-US" cap="none" dirty="0">
              <a:latin typeface="Consolas" panose="020B0609020204030204" pitchFamily="49" charset="0"/>
            </a:endParaRP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0EA05593-9F91-4BA4-B2A4-CC0C98B966FB}"/>
              </a:ext>
            </a:extLst>
          </p:cNvPr>
          <p:cNvSpPr/>
          <p:nvPr/>
        </p:nvSpPr>
        <p:spPr>
          <a:xfrm>
            <a:off x="3026664" y="3227832"/>
            <a:ext cx="1060704" cy="7406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6C633BCC-6478-4721-870E-347BA7F55FCF}"/>
              </a:ext>
            </a:extLst>
          </p:cNvPr>
          <p:cNvSpPr/>
          <p:nvPr/>
        </p:nvSpPr>
        <p:spPr>
          <a:xfrm>
            <a:off x="3026664" y="4584192"/>
            <a:ext cx="1060704" cy="7406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279BAD0B-AD39-470C-ADFA-2329851CAFC0}"/>
              </a:ext>
            </a:extLst>
          </p:cNvPr>
          <p:cNvSpPr/>
          <p:nvPr/>
        </p:nvSpPr>
        <p:spPr>
          <a:xfrm>
            <a:off x="4922519" y="4584192"/>
            <a:ext cx="1060704" cy="7406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E2236A03-C357-494E-AD84-5E5FBF79E986}"/>
              </a:ext>
            </a:extLst>
          </p:cNvPr>
          <p:cNvSpPr/>
          <p:nvPr/>
        </p:nvSpPr>
        <p:spPr>
          <a:xfrm>
            <a:off x="4922519" y="3227832"/>
            <a:ext cx="1060704" cy="7406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21801F8D-DA21-477D-89C5-714403150627}"/>
              </a:ext>
            </a:extLst>
          </p:cNvPr>
          <p:cNvSpPr/>
          <p:nvPr/>
        </p:nvSpPr>
        <p:spPr>
          <a:xfrm>
            <a:off x="710184" y="3227832"/>
            <a:ext cx="1060704" cy="7406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E1824D7A-B50D-46E2-936B-48EEB8D9F386}"/>
              </a:ext>
            </a:extLst>
          </p:cNvPr>
          <p:cNvSpPr/>
          <p:nvPr/>
        </p:nvSpPr>
        <p:spPr>
          <a:xfrm>
            <a:off x="7235954" y="3227832"/>
            <a:ext cx="1060704" cy="7406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箭號: 向下 25">
            <a:extLst>
              <a:ext uri="{FF2B5EF4-FFF2-40B4-BE49-F238E27FC236}">
                <a16:creationId xmlns:a16="http://schemas.microsoft.com/office/drawing/2014/main" id="{A812D014-24ED-4E54-BBBC-F660B4876AF5}"/>
              </a:ext>
            </a:extLst>
          </p:cNvPr>
          <p:cNvSpPr/>
          <p:nvPr/>
        </p:nvSpPr>
        <p:spPr>
          <a:xfrm>
            <a:off x="3442716" y="3968496"/>
            <a:ext cx="228600" cy="61569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箭號: 向下 26">
            <a:extLst>
              <a:ext uri="{FF2B5EF4-FFF2-40B4-BE49-F238E27FC236}">
                <a16:creationId xmlns:a16="http://schemas.microsoft.com/office/drawing/2014/main" id="{826BA017-086A-4659-80C3-EDB89A585865}"/>
              </a:ext>
            </a:extLst>
          </p:cNvPr>
          <p:cNvSpPr/>
          <p:nvPr/>
        </p:nvSpPr>
        <p:spPr>
          <a:xfrm rot="10800000">
            <a:off x="5338571" y="3968496"/>
            <a:ext cx="228600" cy="61569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箭號: 向下 27">
            <a:extLst>
              <a:ext uri="{FF2B5EF4-FFF2-40B4-BE49-F238E27FC236}">
                <a16:creationId xmlns:a16="http://schemas.microsoft.com/office/drawing/2014/main" id="{9AAA577E-2896-423F-9734-1F005EA2E7C3}"/>
              </a:ext>
            </a:extLst>
          </p:cNvPr>
          <p:cNvSpPr/>
          <p:nvPr/>
        </p:nvSpPr>
        <p:spPr>
          <a:xfrm rot="16200000">
            <a:off x="4390643" y="4646676"/>
            <a:ext cx="228600" cy="61569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箭號: 向下 28">
            <a:extLst>
              <a:ext uri="{FF2B5EF4-FFF2-40B4-BE49-F238E27FC236}">
                <a16:creationId xmlns:a16="http://schemas.microsoft.com/office/drawing/2014/main" id="{0D305E4C-8FD3-4AFC-BE32-4BCB4545D0C6}"/>
              </a:ext>
            </a:extLst>
          </p:cNvPr>
          <p:cNvSpPr/>
          <p:nvPr/>
        </p:nvSpPr>
        <p:spPr>
          <a:xfrm rot="5400000" flipH="1">
            <a:off x="4390643" y="3290316"/>
            <a:ext cx="228600" cy="615696"/>
          </a:xfrm>
          <a:prstGeom prst="down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箭號: 向下 29">
            <a:extLst>
              <a:ext uri="{FF2B5EF4-FFF2-40B4-BE49-F238E27FC236}">
                <a16:creationId xmlns:a16="http://schemas.microsoft.com/office/drawing/2014/main" id="{6C686256-E3E6-478C-AAE3-357A8D5FDA60}"/>
              </a:ext>
            </a:extLst>
          </p:cNvPr>
          <p:cNvSpPr/>
          <p:nvPr/>
        </p:nvSpPr>
        <p:spPr>
          <a:xfrm rot="16200000">
            <a:off x="2282953" y="3293364"/>
            <a:ext cx="228600" cy="61569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箭號: 向下 30">
            <a:extLst>
              <a:ext uri="{FF2B5EF4-FFF2-40B4-BE49-F238E27FC236}">
                <a16:creationId xmlns:a16="http://schemas.microsoft.com/office/drawing/2014/main" id="{751602FC-CE56-4D4B-9B3A-EBE27BBBA534}"/>
              </a:ext>
            </a:extLst>
          </p:cNvPr>
          <p:cNvSpPr/>
          <p:nvPr/>
        </p:nvSpPr>
        <p:spPr>
          <a:xfrm rot="16200000">
            <a:off x="6495288" y="3290316"/>
            <a:ext cx="228600" cy="61569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B670BAA-81E9-421B-A224-FE43A2CE86CB}"/>
              </a:ext>
            </a:extLst>
          </p:cNvPr>
          <p:cNvSpPr/>
          <p:nvPr/>
        </p:nvSpPr>
        <p:spPr>
          <a:xfrm>
            <a:off x="2910840" y="3063240"/>
            <a:ext cx="3185159" cy="243230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50777013-1F05-4755-B26B-8CB7FC087C4A}"/>
              </a:ext>
            </a:extLst>
          </p:cNvPr>
          <p:cNvSpPr txBox="1"/>
          <p:nvPr/>
        </p:nvSpPr>
        <p:spPr>
          <a:xfrm>
            <a:off x="4071249" y="5734918"/>
            <a:ext cx="8643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400" dirty="0">
                <a:latin typeface="Consolas" panose="020B0609020204030204" pitchFamily="49" charset="0"/>
              </a:rPr>
              <a:t>Loop</a:t>
            </a:r>
            <a:endParaRPr lang="zh-TW" altLang="en-US" sz="2400" dirty="0">
              <a:latin typeface="Consolas" panose="020B0609020204030204" pitchFamily="49" charset="0"/>
            </a:endParaRPr>
          </a:p>
        </p:txBody>
      </p:sp>
      <p:sp>
        <p:nvSpPr>
          <p:cNvPr id="34" name="箭號: 向下 33">
            <a:extLst>
              <a:ext uri="{FF2B5EF4-FFF2-40B4-BE49-F238E27FC236}">
                <a16:creationId xmlns:a16="http://schemas.microsoft.com/office/drawing/2014/main" id="{CD5C823B-57E8-4F53-8154-24CFDABA5547}"/>
              </a:ext>
            </a:extLst>
          </p:cNvPr>
          <p:cNvSpPr/>
          <p:nvPr/>
        </p:nvSpPr>
        <p:spPr>
          <a:xfrm rot="7440956">
            <a:off x="4389118" y="3422903"/>
            <a:ext cx="228600" cy="1676403"/>
          </a:xfrm>
          <a:prstGeom prst="down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7180EA69-E852-409B-A56E-79E3AFCEE703}"/>
              </a:ext>
            </a:extLst>
          </p:cNvPr>
          <p:cNvSpPr txBox="1"/>
          <p:nvPr/>
        </p:nvSpPr>
        <p:spPr>
          <a:xfrm>
            <a:off x="3744705" y="4021943"/>
            <a:ext cx="15440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400" dirty="0">
                <a:latin typeface="Consolas" panose="020B0609020204030204" pitchFamily="49" charset="0"/>
              </a:rPr>
              <a:t>continue</a:t>
            </a:r>
            <a:endParaRPr lang="zh-TW" altLang="en-US" sz="2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0982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CD52D8-1EB9-44AB-8124-38B2513FE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cap="none" dirty="0">
                <a:latin typeface="Consolas" panose="020B0609020204030204" pitchFamily="49" charset="0"/>
              </a:rPr>
              <a:t>Loop Control - continue</a:t>
            </a:r>
            <a:endParaRPr lang="zh-TW" altLang="en-US" cap="none" dirty="0">
              <a:latin typeface="Consolas" panose="020B0609020204030204" pitchFamily="49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3805A4B-5834-4EF0-8343-71E4CBEF79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3" y="3132434"/>
            <a:ext cx="4919084" cy="2421934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B478217C-88B7-4CD7-A98D-57825313F67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1" b="1553"/>
          <a:stretch/>
        </p:blipFill>
        <p:spPr>
          <a:xfrm>
            <a:off x="6131505" y="3444581"/>
            <a:ext cx="5827835" cy="1740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889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47C986-049C-41FC-A0D1-5E7895C02A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>
                <a:latin typeface="Consolas" panose="020B0609020204030204" pitchFamily="49" charset="0"/>
              </a:rPr>
              <a:t>Array</a:t>
            </a:r>
            <a:endParaRPr lang="zh-TW" altLang="en-US" dirty="0">
              <a:latin typeface="Consolas" panose="020B0609020204030204" pitchFamily="49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2631129-228D-401D-83D2-17746602C3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TW" sz="2400" cap="none" dirty="0">
                <a:latin typeface="Consolas" panose="020B0609020204030204" pitchFamily="49" charset="0"/>
              </a:rPr>
              <a:t>A Data Sequence With The Same Data Type</a:t>
            </a:r>
            <a:endParaRPr lang="zh-TW" altLang="en-US" sz="2400" cap="none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86878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62A0F0-E3BA-4ED0-9850-622702AD2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cap="none" dirty="0">
                <a:latin typeface="Consolas" panose="020B0609020204030204" pitchFamily="49" charset="0"/>
              </a:rPr>
              <a:t>What is array?</a:t>
            </a:r>
            <a:endParaRPr lang="zh-TW" altLang="en-US" cap="none" dirty="0">
              <a:latin typeface="Consolas" panose="020B0609020204030204" pitchFamily="49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2BF4F77-F0C2-4F47-B8A6-68CEEA00DF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133599"/>
            <a:ext cx="9905998" cy="12954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400" cap="none" dirty="0">
                <a:latin typeface="Consolas" panose="020B0609020204030204" pitchFamily="49" charset="0"/>
              </a:rPr>
              <a:t>A sequence that can store several values of the </a:t>
            </a:r>
            <a:r>
              <a:rPr lang="en-US" altLang="zh-TW" sz="2400" cap="none" dirty="0">
                <a:solidFill>
                  <a:srgbClr val="FFFF00"/>
                </a:solidFill>
                <a:latin typeface="Consolas" panose="020B0609020204030204" pitchFamily="49" charset="0"/>
              </a:rPr>
              <a:t>same type</a:t>
            </a:r>
          </a:p>
          <a:p>
            <a:pPr marL="0" indent="0">
              <a:buNone/>
            </a:pPr>
            <a:r>
              <a:rPr lang="en-US" altLang="zh-TW" sz="2400" cap="none" dirty="0">
                <a:solidFill>
                  <a:srgbClr val="FFFF00"/>
                </a:solidFill>
                <a:latin typeface="Consolas" panose="020B0609020204030204" pitchFamily="49" charset="0"/>
              </a:rPr>
              <a:t>Index starts from 0</a:t>
            </a: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6612ABFC-CA6F-40B8-AEA2-60251FA2E8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8520007"/>
              </p:ext>
            </p:extLst>
          </p:nvPr>
        </p:nvGraphicFramePr>
        <p:xfrm>
          <a:off x="1141410" y="4343401"/>
          <a:ext cx="990600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5143">
                  <a:extLst>
                    <a:ext uri="{9D8B030D-6E8A-4147-A177-3AD203B41FA5}">
                      <a16:colId xmlns:a16="http://schemas.microsoft.com/office/drawing/2014/main" val="2473726606"/>
                    </a:ext>
                  </a:extLst>
                </a:gridCol>
                <a:gridCol w="1415143">
                  <a:extLst>
                    <a:ext uri="{9D8B030D-6E8A-4147-A177-3AD203B41FA5}">
                      <a16:colId xmlns:a16="http://schemas.microsoft.com/office/drawing/2014/main" val="3828678157"/>
                    </a:ext>
                  </a:extLst>
                </a:gridCol>
                <a:gridCol w="1415143">
                  <a:extLst>
                    <a:ext uri="{9D8B030D-6E8A-4147-A177-3AD203B41FA5}">
                      <a16:colId xmlns:a16="http://schemas.microsoft.com/office/drawing/2014/main" val="410683403"/>
                    </a:ext>
                  </a:extLst>
                </a:gridCol>
                <a:gridCol w="1415143">
                  <a:extLst>
                    <a:ext uri="{9D8B030D-6E8A-4147-A177-3AD203B41FA5}">
                      <a16:colId xmlns:a16="http://schemas.microsoft.com/office/drawing/2014/main" val="875667491"/>
                    </a:ext>
                  </a:extLst>
                </a:gridCol>
                <a:gridCol w="1415143">
                  <a:extLst>
                    <a:ext uri="{9D8B030D-6E8A-4147-A177-3AD203B41FA5}">
                      <a16:colId xmlns:a16="http://schemas.microsoft.com/office/drawing/2014/main" val="2694963539"/>
                    </a:ext>
                  </a:extLst>
                </a:gridCol>
                <a:gridCol w="1415143">
                  <a:extLst>
                    <a:ext uri="{9D8B030D-6E8A-4147-A177-3AD203B41FA5}">
                      <a16:colId xmlns:a16="http://schemas.microsoft.com/office/drawing/2014/main" val="2622484337"/>
                    </a:ext>
                  </a:extLst>
                </a:gridCol>
                <a:gridCol w="1415143">
                  <a:extLst>
                    <a:ext uri="{9D8B030D-6E8A-4147-A177-3AD203B41FA5}">
                      <a16:colId xmlns:a16="http://schemas.microsoft.com/office/drawing/2014/main" val="26770581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latin typeface="Consolas" panose="020B0609020204030204" pitchFamily="49" charset="0"/>
                        </a:rPr>
                        <a:t>Element0</a:t>
                      </a:r>
                      <a:endParaRPr lang="zh-TW" altLang="en-US" b="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latin typeface="Consolas" panose="020B0609020204030204" pitchFamily="49" charset="0"/>
                        </a:rPr>
                        <a:t>Element1</a:t>
                      </a:r>
                      <a:endParaRPr lang="zh-TW" altLang="en-US" b="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latin typeface="Consolas" panose="020B0609020204030204" pitchFamily="49" charset="0"/>
                        </a:rPr>
                        <a:t>Element2</a:t>
                      </a:r>
                      <a:endParaRPr lang="zh-TW" altLang="en-US" b="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latin typeface="Consolas" panose="020B0609020204030204" pitchFamily="49" charset="0"/>
                        </a:rPr>
                        <a:t>Element3</a:t>
                      </a:r>
                      <a:endParaRPr lang="zh-TW" altLang="en-US" b="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latin typeface="Consolas" panose="020B0609020204030204" pitchFamily="49" charset="0"/>
                        </a:rPr>
                        <a:t>Element4</a:t>
                      </a:r>
                      <a:endParaRPr lang="zh-TW" altLang="en-US" b="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latin typeface="Consolas" panose="020B0609020204030204" pitchFamily="49" charset="0"/>
                        </a:rPr>
                        <a:t>Element5</a:t>
                      </a:r>
                      <a:endParaRPr lang="zh-TW" altLang="en-US" b="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latin typeface="Consolas" panose="020B0609020204030204" pitchFamily="49" charset="0"/>
                        </a:rPr>
                        <a:t>Element6</a:t>
                      </a:r>
                      <a:endParaRPr lang="zh-TW" altLang="en-US" b="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07194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02712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2A0A36-E877-4AFF-A56F-559ADD524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cap="none" dirty="0">
                <a:latin typeface="Consolas" panose="020B0609020204030204" pitchFamily="49" charset="0"/>
              </a:rPr>
              <a:t>When do we use array?</a:t>
            </a:r>
            <a:endParaRPr lang="zh-TW" altLang="en-US" cap="none" dirty="0">
              <a:latin typeface="Consolas" panose="020B0609020204030204" pitchFamily="49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D3D1AF8-2FB4-42E5-ACEC-4262FEF82C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666998"/>
            <a:ext cx="9905998" cy="35814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400" cap="none" dirty="0">
                <a:latin typeface="Consolas" panose="020B0609020204030204" pitchFamily="49" charset="0"/>
              </a:rPr>
              <a:t>When we need to store a lot of data with same type</a:t>
            </a:r>
          </a:p>
          <a:p>
            <a:pPr marL="0" indent="0">
              <a:buNone/>
            </a:pPr>
            <a:endParaRPr lang="en-US" altLang="zh-TW" sz="2400" cap="none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TW" sz="2400" cap="none" dirty="0">
                <a:latin typeface="Consolas" panose="020B0609020204030204" pitchFamily="49" charset="0"/>
              </a:rPr>
              <a:t>Ex:</a:t>
            </a:r>
          </a:p>
          <a:p>
            <a:pPr marL="0" indent="0">
              <a:buNone/>
            </a:pPr>
            <a:r>
              <a:rPr lang="en-US" altLang="zh-TW" sz="2400" cap="none" dirty="0">
                <a:latin typeface="Consolas" panose="020B0609020204030204" pitchFamily="49" charset="0"/>
              </a:rPr>
              <a:t>Student list</a:t>
            </a:r>
          </a:p>
          <a:p>
            <a:pPr marL="0" indent="0">
              <a:buNone/>
            </a:pPr>
            <a:r>
              <a:rPr lang="en-US" altLang="zh-TW" sz="2400" cap="none" dirty="0">
                <a:latin typeface="Consolas" panose="020B0609020204030204" pitchFamily="49" charset="0"/>
              </a:rPr>
              <a:t>Encode table</a:t>
            </a:r>
          </a:p>
          <a:p>
            <a:pPr marL="0" indent="0">
              <a:buNone/>
            </a:pPr>
            <a:r>
              <a:rPr lang="en-US" altLang="zh-TW" sz="2400" cap="none" dirty="0">
                <a:latin typeface="Consolas" panose="020B0609020204030204" pitchFamily="49" charset="0"/>
              </a:rPr>
              <a:t>Map (2D array)</a:t>
            </a:r>
            <a:endParaRPr lang="zh-TW" altLang="en-US" sz="2400" cap="none" dirty="0">
              <a:latin typeface="Consolas" panose="020B0609020204030204" pitchFamily="49" charset="0"/>
            </a:endParaRP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7319AE0C-9824-49AE-83D1-5A94223EFE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690013"/>
              </p:ext>
            </p:extLst>
          </p:nvPr>
        </p:nvGraphicFramePr>
        <p:xfrm>
          <a:off x="4331367" y="4946761"/>
          <a:ext cx="705585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1171">
                  <a:extLst>
                    <a:ext uri="{9D8B030D-6E8A-4147-A177-3AD203B41FA5}">
                      <a16:colId xmlns:a16="http://schemas.microsoft.com/office/drawing/2014/main" val="1953202906"/>
                    </a:ext>
                  </a:extLst>
                </a:gridCol>
                <a:gridCol w="1411171">
                  <a:extLst>
                    <a:ext uri="{9D8B030D-6E8A-4147-A177-3AD203B41FA5}">
                      <a16:colId xmlns:a16="http://schemas.microsoft.com/office/drawing/2014/main" val="3263224507"/>
                    </a:ext>
                  </a:extLst>
                </a:gridCol>
                <a:gridCol w="1411171">
                  <a:extLst>
                    <a:ext uri="{9D8B030D-6E8A-4147-A177-3AD203B41FA5}">
                      <a16:colId xmlns:a16="http://schemas.microsoft.com/office/drawing/2014/main" val="1429212706"/>
                    </a:ext>
                  </a:extLst>
                </a:gridCol>
                <a:gridCol w="1411171">
                  <a:extLst>
                    <a:ext uri="{9D8B030D-6E8A-4147-A177-3AD203B41FA5}">
                      <a16:colId xmlns:a16="http://schemas.microsoft.com/office/drawing/2014/main" val="452378124"/>
                    </a:ext>
                  </a:extLst>
                </a:gridCol>
                <a:gridCol w="1411171">
                  <a:extLst>
                    <a:ext uri="{9D8B030D-6E8A-4147-A177-3AD203B41FA5}">
                      <a16:colId xmlns:a16="http://schemas.microsoft.com/office/drawing/2014/main" val="1404246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Consolas" panose="020B0609020204030204" pitchFamily="49" charset="0"/>
                        </a:rPr>
                        <a:t>Eric</a:t>
                      </a:r>
                      <a:endParaRPr lang="zh-TW" altLang="en-US" b="1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Consolas" panose="020B0609020204030204" pitchFamily="49" charset="0"/>
                        </a:rPr>
                        <a:t>Amy</a:t>
                      </a:r>
                      <a:endParaRPr lang="zh-TW" altLang="en-US" b="1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Consolas" panose="020B0609020204030204" pitchFamily="49" charset="0"/>
                        </a:rPr>
                        <a:t>Roger</a:t>
                      </a:r>
                      <a:endParaRPr lang="zh-TW" altLang="en-US" b="1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Consolas" panose="020B0609020204030204" pitchFamily="49" charset="0"/>
                        </a:rPr>
                        <a:t>Jerry</a:t>
                      </a:r>
                      <a:endParaRPr lang="zh-TW" altLang="en-US" b="1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Consolas" panose="020B0609020204030204" pitchFamily="49" charset="0"/>
                        </a:rPr>
                        <a:t>Mary</a:t>
                      </a:r>
                      <a:endParaRPr lang="zh-TW" altLang="en-US" b="1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06684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12855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A417EE-BD65-4C07-AA4D-FA2B143C9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23622"/>
            <a:ext cx="9905998" cy="1905000"/>
          </a:xfrm>
        </p:spPr>
        <p:txBody>
          <a:bodyPr/>
          <a:lstStyle/>
          <a:p>
            <a:r>
              <a:rPr lang="en-US" altLang="zh-TW" cap="none" dirty="0">
                <a:latin typeface="Consolas" panose="020B0609020204030204" pitchFamily="49" charset="0"/>
              </a:rPr>
              <a:t>Array - Declaration</a:t>
            </a:r>
            <a:endParaRPr lang="zh-TW" altLang="en-US" cap="none" dirty="0">
              <a:latin typeface="Consolas" panose="020B0609020204030204" pitchFamily="49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5953974-5FD7-4C55-A1DA-3E835470E3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988" y="2649811"/>
            <a:ext cx="10995226" cy="779189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BC673D4E-91FD-4BF4-86E7-F70039CB2D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9527" y="3806862"/>
            <a:ext cx="6949767" cy="2612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3848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A417EE-BD65-4C07-AA4D-FA2B143C9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cap="none" dirty="0">
                <a:latin typeface="Consolas" panose="020B0609020204030204" pitchFamily="49" charset="0"/>
              </a:rPr>
              <a:t>Array - Initialization</a:t>
            </a:r>
            <a:endParaRPr lang="zh-TW" altLang="en-US" cap="none" dirty="0">
              <a:latin typeface="Consolas" panose="020B0609020204030204" pitchFamily="49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C81EC29-B3DF-4D67-BD52-51AA3594F8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905628"/>
            <a:ext cx="9905998" cy="287554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2400" cap="none" dirty="0">
                <a:latin typeface="Consolas" panose="020B0609020204030204" pitchFamily="49" charset="0"/>
              </a:rPr>
              <a:t>If we declare an array as a </a:t>
            </a:r>
            <a:r>
              <a:rPr lang="en-US" altLang="zh-TW" sz="2400" cap="none" dirty="0">
                <a:solidFill>
                  <a:srgbClr val="FFFF00"/>
                </a:solidFill>
                <a:latin typeface="Consolas" panose="020B0609020204030204" pitchFamily="49" charset="0"/>
              </a:rPr>
              <a:t>global variable</a:t>
            </a:r>
            <a:r>
              <a:rPr lang="en-US" altLang="zh-TW" sz="2400" cap="none" dirty="0">
                <a:latin typeface="Consolas" panose="020B0609020204030204" pitchFamily="49" charset="0"/>
              </a:rPr>
              <a:t>, it would </a:t>
            </a:r>
            <a:r>
              <a:rPr lang="en-US" altLang="zh-TW" sz="2400" cap="none" dirty="0">
                <a:solidFill>
                  <a:srgbClr val="FFFF00"/>
                </a:solidFill>
                <a:latin typeface="Consolas" panose="020B0609020204030204" pitchFamily="49" charset="0"/>
              </a:rPr>
              <a:t>automatically set every element to 0</a:t>
            </a:r>
            <a:r>
              <a:rPr lang="en-US" altLang="zh-TW" sz="2400" cap="none" dirty="0">
                <a:latin typeface="Consolas" panose="020B0609020204030204" pitchFamily="49" charset="0"/>
              </a:rPr>
              <a:t>. </a:t>
            </a:r>
            <a:r>
              <a:rPr lang="en-US" altLang="zh-TW" sz="2400" cap="none" dirty="0">
                <a:solidFill>
                  <a:srgbClr val="FF0000"/>
                </a:solidFill>
                <a:latin typeface="Consolas" panose="020B0609020204030204" pitchFamily="49" charset="0"/>
              </a:rPr>
              <a:t>Otherwise</a:t>
            </a:r>
            <a:r>
              <a:rPr lang="en-US" altLang="zh-TW" sz="2400" cap="none" dirty="0">
                <a:latin typeface="Consolas" panose="020B0609020204030204" pitchFamily="49" charset="0"/>
              </a:rPr>
              <a:t>, every element would have </a:t>
            </a:r>
            <a:r>
              <a:rPr lang="en-US" altLang="zh-TW" sz="2400" cap="none" dirty="0">
                <a:solidFill>
                  <a:srgbClr val="FF0000"/>
                </a:solidFill>
                <a:latin typeface="Consolas" panose="020B0609020204030204" pitchFamily="49" charset="0"/>
              </a:rPr>
              <a:t>random value</a:t>
            </a:r>
            <a:r>
              <a:rPr lang="en-US" altLang="zh-TW" sz="2400" cap="none" dirty="0">
                <a:latin typeface="Consolas" panose="020B0609020204030204" pitchFamily="49" charset="0"/>
              </a:rPr>
              <a:t>.</a:t>
            </a:r>
          </a:p>
          <a:p>
            <a:pPr marL="0" indent="0">
              <a:buNone/>
            </a:pPr>
            <a:endParaRPr lang="en-US" altLang="zh-TW" sz="2400" cap="none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TW" sz="2400" cap="none" dirty="0">
                <a:latin typeface="Consolas" panose="020B0609020204030204" pitchFamily="49" charset="0"/>
              </a:rPr>
              <a:t>If we have given value to some of the elements in the array, </a:t>
            </a:r>
            <a:r>
              <a:rPr lang="en-US" altLang="zh-TW" sz="2400" cap="none" dirty="0">
                <a:solidFill>
                  <a:srgbClr val="FFFF00"/>
                </a:solidFill>
                <a:latin typeface="Consolas" panose="020B0609020204030204" pitchFamily="49" charset="0"/>
              </a:rPr>
              <a:t>the others would be automatically set to 0</a:t>
            </a:r>
            <a:r>
              <a:rPr lang="en-US" altLang="zh-TW" sz="2400" cap="none" dirty="0">
                <a:latin typeface="Consolas" panose="020B0609020204030204" pitchFamily="49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335344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A85197-9A25-44B5-A028-9296B1EEE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cap="none" dirty="0">
                <a:latin typeface="Consolas" panose="020B0609020204030204" pitchFamily="49" charset="0"/>
              </a:rPr>
              <a:t>Array – Initialization Example</a:t>
            </a:r>
            <a:endParaRPr lang="zh-TW" altLang="en-US" cap="none" dirty="0">
              <a:latin typeface="Consolas" panose="020B0609020204030204" pitchFamily="49" charset="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50D79F48-D921-4880-913B-D3B37EE5216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813"/>
          <a:stretch/>
        </p:blipFill>
        <p:spPr>
          <a:xfrm>
            <a:off x="6042012" y="3775455"/>
            <a:ext cx="5005399" cy="1135890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08B97FF8-41B3-481F-B511-81BF2A564D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13" y="2115158"/>
            <a:ext cx="4606506" cy="4456485"/>
          </a:xfrm>
          <a:prstGeom prst="rect">
            <a:avLst/>
          </a:prstGeom>
        </p:spPr>
      </p:pic>
      <p:grpSp>
        <p:nvGrpSpPr>
          <p:cNvPr id="4" name="群組 3">
            <a:extLst>
              <a:ext uri="{FF2B5EF4-FFF2-40B4-BE49-F238E27FC236}">
                <a16:creationId xmlns:a16="http://schemas.microsoft.com/office/drawing/2014/main" id="{524152AA-BBB1-4945-A845-29AF69413EDF}"/>
              </a:ext>
            </a:extLst>
          </p:cNvPr>
          <p:cNvGrpSpPr/>
          <p:nvPr/>
        </p:nvGrpSpPr>
        <p:grpSpPr>
          <a:xfrm>
            <a:off x="1572127" y="2616065"/>
            <a:ext cx="5686926" cy="2020103"/>
            <a:chOff x="1572127" y="2616065"/>
            <a:chExt cx="5686926" cy="2020103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2F88C3EF-D5EC-42E1-93D6-AE32E0116EF8}"/>
                </a:ext>
              </a:extLst>
            </p:cNvPr>
            <p:cNvSpPr/>
            <p:nvPr/>
          </p:nvSpPr>
          <p:spPr>
            <a:xfrm>
              <a:off x="1981200" y="3922295"/>
              <a:ext cx="3176337" cy="713873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16F14F19-723B-4543-A1B8-C722E54A662F}"/>
                </a:ext>
              </a:extLst>
            </p:cNvPr>
            <p:cNvSpPr/>
            <p:nvPr/>
          </p:nvSpPr>
          <p:spPr>
            <a:xfrm>
              <a:off x="1572127" y="2616065"/>
              <a:ext cx="1812758" cy="3116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4DA06CF6-6B36-4C6D-8701-640A5DA6358A}"/>
                </a:ext>
              </a:extLst>
            </p:cNvPr>
            <p:cNvSpPr/>
            <p:nvPr/>
          </p:nvSpPr>
          <p:spPr>
            <a:xfrm>
              <a:off x="6042012" y="4075691"/>
              <a:ext cx="1217041" cy="26771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8" name="群組 7">
            <a:extLst>
              <a:ext uri="{FF2B5EF4-FFF2-40B4-BE49-F238E27FC236}">
                <a16:creationId xmlns:a16="http://schemas.microsoft.com/office/drawing/2014/main" id="{B7190639-C6DB-49FC-9B86-5BB5625BDA9A}"/>
              </a:ext>
            </a:extLst>
          </p:cNvPr>
          <p:cNvGrpSpPr/>
          <p:nvPr/>
        </p:nvGrpSpPr>
        <p:grpSpPr>
          <a:xfrm>
            <a:off x="1981200" y="3288632"/>
            <a:ext cx="5277854" cy="2202678"/>
            <a:chOff x="1981200" y="3288632"/>
            <a:chExt cx="5277854" cy="2202678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186582BC-0B00-49DA-98F7-D223A857B6D4}"/>
                </a:ext>
              </a:extLst>
            </p:cNvPr>
            <p:cNvSpPr/>
            <p:nvPr/>
          </p:nvSpPr>
          <p:spPr>
            <a:xfrm>
              <a:off x="1997243" y="3288632"/>
              <a:ext cx="3240504" cy="24805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64027E34-4214-4428-8E40-70D68C05EDBC}"/>
                </a:ext>
              </a:extLst>
            </p:cNvPr>
            <p:cNvSpPr/>
            <p:nvPr/>
          </p:nvSpPr>
          <p:spPr>
            <a:xfrm>
              <a:off x="1981200" y="4777437"/>
              <a:ext cx="3553326" cy="713873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256DD782-D211-4231-AC78-4B3A1414A76E}"/>
                </a:ext>
              </a:extLst>
            </p:cNvPr>
            <p:cNvSpPr/>
            <p:nvPr/>
          </p:nvSpPr>
          <p:spPr>
            <a:xfrm>
              <a:off x="6042013" y="4356427"/>
              <a:ext cx="1217041" cy="26771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D901530D-FFD0-4773-B1AE-59382830C56A}"/>
              </a:ext>
            </a:extLst>
          </p:cNvPr>
          <p:cNvGrpSpPr/>
          <p:nvPr/>
        </p:nvGrpSpPr>
        <p:grpSpPr>
          <a:xfrm>
            <a:off x="1981199" y="3502144"/>
            <a:ext cx="9066212" cy="2875138"/>
            <a:chOff x="1981199" y="3502144"/>
            <a:chExt cx="9066212" cy="2875138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A6B0F4B2-C8BE-49EF-8494-F268D452AE32}"/>
                </a:ext>
              </a:extLst>
            </p:cNvPr>
            <p:cNvSpPr/>
            <p:nvPr/>
          </p:nvSpPr>
          <p:spPr>
            <a:xfrm>
              <a:off x="6042014" y="4637163"/>
              <a:ext cx="5005397" cy="26771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BEFABB6A-FC2C-4426-9623-CCF8B22FD190}"/>
                </a:ext>
              </a:extLst>
            </p:cNvPr>
            <p:cNvSpPr/>
            <p:nvPr/>
          </p:nvSpPr>
          <p:spPr>
            <a:xfrm>
              <a:off x="1981199" y="5663409"/>
              <a:ext cx="3766719" cy="713873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9DB004F8-1B73-4842-9117-C110958147E5}"/>
                </a:ext>
              </a:extLst>
            </p:cNvPr>
            <p:cNvSpPr/>
            <p:nvPr/>
          </p:nvSpPr>
          <p:spPr>
            <a:xfrm>
              <a:off x="1997243" y="3502144"/>
              <a:ext cx="2310062" cy="24805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2227683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A417EE-BD65-4C07-AA4D-FA2B143C9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cap="none" dirty="0">
                <a:latin typeface="Consolas" panose="020B0609020204030204" pitchFamily="49" charset="0"/>
              </a:rPr>
              <a:t>Array - Operation</a:t>
            </a:r>
            <a:endParaRPr lang="zh-TW" altLang="en-US" cap="none" dirty="0">
              <a:latin typeface="Consolas" panose="020B0609020204030204" pitchFamily="49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C81EC29-B3DF-4D67-BD52-51AA3594F8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871538"/>
            <a:ext cx="9905998" cy="294372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cap="none" dirty="0">
                <a:latin typeface="Consolas" panose="020B0609020204030204" pitchFamily="49" charset="0"/>
              </a:rPr>
              <a:t>We use </a:t>
            </a:r>
            <a:r>
              <a:rPr lang="en-US" altLang="zh-TW" b="1" cap="none" dirty="0">
                <a:solidFill>
                  <a:srgbClr val="FFFF00"/>
                </a:solidFill>
                <a:latin typeface="Consolas" panose="020B0609020204030204" pitchFamily="49" charset="0"/>
              </a:rPr>
              <a:t>[]</a:t>
            </a:r>
            <a:r>
              <a:rPr lang="en-US" altLang="zh-TW" cap="none" dirty="0">
                <a:latin typeface="Consolas" panose="020B0609020204030204" pitchFamily="49" charset="0"/>
              </a:rPr>
              <a:t> to get the element in array.</a:t>
            </a:r>
          </a:p>
          <a:p>
            <a:pPr marL="0" indent="0">
              <a:buNone/>
            </a:pPr>
            <a:endParaRPr lang="en-US" altLang="zh-TW" sz="1000" cap="none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TW" b="1" cap="none" dirty="0">
                <a:solidFill>
                  <a:srgbClr val="FFFF00"/>
                </a:solidFill>
                <a:latin typeface="Consolas" panose="020B0609020204030204" pitchFamily="49" charset="0"/>
              </a:rPr>
              <a:t>name[index] </a:t>
            </a:r>
            <a:r>
              <a:rPr lang="en-US" altLang="zh-TW" cap="none" dirty="0">
                <a:latin typeface="Consolas" panose="020B0609020204030204" pitchFamily="49" charset="0"/>
              </a:rPr>
              <a:t>means the index-</a:t>
            </a:r>
            <a:r>
              <a:rPr lang="en-US" altLang="zh-TW" cap="none" dirty="0" err="1">
                <a:latin typeface="Consolas" panose="020B0609020204030204" pitchFamily="49" charset="0"/>
              </a:rPr>
              <a:t>th</a:t>
            </a:r>
            <a:r>
              <a:rPr lang="en-US" altLang="zh-TW" cap="none" dirty="0">
                <a:latin typeface="Consolas" panose="020B0609020204030204" pitchFamily="49" charset="0"/>
              </a:rPr>
              <a:t> element of the array called name.</a:t>
            </a:r>
          </a:p>
          <a:p>
            <a:pPr marL="0" indent="0">
              <a:buNone/>
            </a:pPr>
            <a:endParaRPr lang="en-US" altLang="zh-TW" sz="1000" cap="none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TW" cap="none" dirty="0">
                <a:latin typeface="Consolas" panose="020B0609020204030204" pitchFamily="49" charset="0"/>
              </a:rPr>
              <a:t>We can do some operations as variables, such as +, -, *, /, %, &amp;, |, ^.</a:t>
            </a:r>
          </a:p>
          <a:p>
            <a:pPr marL="0" indent="0">
              <a:buNone/>
            </a:pPr>
            <a:endParaRPr lang="en-US" altLang="zh-TW" sz="1000" cap="none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TW" cap="none" dirty="0">
                <a:solidFill>
                  <a:srgbClr val="FFFF00"/>
                </a:solidFill>
                <a:latin typeface="Consolas" panose="020B0609020204030204" pitchFamily="49" charset="0"/>
              </a:rPr>
              <a:t>We can use for-loop to access many elements in an array more easily</a:t>
            </a:r>
            <a:r>
              <a:rPr lang="en-US" altLang="zh-TW" cap="none" dirty="0">
                <a:latin typeface="Consolas" panose="020B0609020204030204" pitchFamily="49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040287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A417EE-BD65-4C07-AA4D-FA2B143C9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cap="none" dirty="0">
                <a:latin typeface="Consolas" panose="020B0609020204030204" pitchFamily="49" charset="0"/>
              </a:rPr>
              <a:t>Array – Example: Fibonacci Sequence</a:t>
            </a:r>
            <a:endParaRPr lang="zh-TW" altLang="en-US" cap="none" dirty="0">
              <a:latin typeface="Consolas" panose="020B0609020204030204" pitchFamily="49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CE262ED-1746-48EF-ABC8-DDA31662B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42345"/>
            <a:ext cx="5820587" cy="400105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6424C03C-4C07-4D36-9870-764639050F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0654" y="3873400"/>
            <a:ext cx="4333146" cy="538948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B084FB27-D02D-4FA5-8B15-4EA7F6154B00}"/>
              </a:ext>
            </a:extLst>
          </p:cNvPr>
          <p:cNvSpPr/>
          <p:nvPr/>
        </p:nvSpPr>
        <p:spPr>
          <a:xfrm>
            <a:off x="2061411" y="3072063"/>
            <a:ext cx="1475873" cy="29677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B0660A8-8454-481C-ADAB-6BE85C0BFB26}"/>
              </a:ext>
            </a:extLst>
          </p:cNvPr>
          <p:cNvSpPr/>
          <p:nvPr/>
        </p:nvSpPr>
        <p:spPr>
          <a:xfrm>
            <a:off x="2061411" y="3376863"/>
            <a:ext cx="2454442" cy="29677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3D40B64-E9AB-4E16-8730-5678B4D46E22}"/>
              </a:ext>
            </a:extLst>
          </p:cNvPr>
          <p:cNvSpPr/>
          <p:nvPr/>
        </p:nvSpPr>
        <p:spPr>
          <a:xfrm>
            <a:off x="2061410" y="3673642"/>
            <a:ext cx="4491790" cy="92242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45BE1A1-49C7-479C-943B-A700ADB49C48}"/>
              </a:ext>
            </a:extLst>
          </p:cNvPr>
          <p:cNvSpPr/>
          <p:nvPr/>
        </p:nvSpPr>
        <p:spPr>
          <a:xfrm>
            <a:off x="2061410" y="4588042"/>
            <a:ext cx="3914274" cy="1219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10029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6" grpId="0" animBg="1"/>
      <p:bldP spid="6" grpId="1" animBg="1"/>
      <p:bldP spid="8" grpId="0" animBg="1"/>
      <p:bldP spid="8" grpId="1" animBg="1"/>
      <p:bldP spid="9" grpId="0" animBg="1"/>
      <p:bldP spid="9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8159BF-AB76-4EE8-95F5-64A21103B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cap="none" dirty="0">
                <a:latin typeface="Consolas" panose="020B0609020204030204" pitchFamily="49" charset="0"/>
              </a:rPr>
              <a:t>Array – 2D Array</a:t>
            </a:r>
            <a:endParaRPr lang="zh-TW" altLang="en-US" cap="none" dirty="0">
              <a:latin typeface="Consolas" panose="020B0609020204030204" pitchFamily="49" charset="0"/>
            </a:endParaRP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7FFD384B-9EE0-4476-99BF-6407C9C99E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2677499"/>
              </p:ext>
            </p:extLst>
          </p:nvPr>
        </p:nvGraphicFramePr>
        <p:xfrm>
          <a:off x="608012" y="342900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1307933159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270768279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554570645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16086679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900453829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7552801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Row</a:t>
                      </a:r>
                      <a:r>
                        <a:rPr lang="en-US" altLang="zh-TW" sz="2400" b="0" dirty="0">
                          <a:latin typeface="Consolas" panose="020B0609020204030204" pitchFamily="49" charset="0"/>
                        </a:rPr>
                        <a:t> \ </a:t>
                      </a:r>
                      <a:r>
                        <a:rPr lang="en-US" altLang="zh-TW" sz="2400" b="0" dirty="0">
                          <a:solidFill>
                            <a:srgbClr val="00FF00"/>
                          </a:solidFill>
                          <a:latin typeface="Consolas" panose="020B0609020204030204" pitchFamily="49" charset="0"/>
                        </a:rPr>
                        <a:t>Col</a:t>
                      </a:r>
                      <a:endParaRPr lang="zh-TW" altLang="en-US" sz="2400" b="0" dirty="0">
                        <a:solidFill>
                          <a:srgbClr val="00FF0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rgbClr val="00FF00"/>
                          </a:solidFill>
                          <a:latin typeface="Consolas" panose="020B0609020204030204" pitchFamily="49" charset="0"/>
                        </a:rPr>
                        <a:t>Col 0</a:t>
                      </a:r>
                      <a:endParaRPr lang="zh-TW" altLang="en-US" sz="2400" b="0" dirty="0">
                        <a:solidFill>
                          <a:srgbClr val="00FF0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rgbClr val="00FF00"/>
                          </a:solidFill>
                          <a:latin typeface="Consolas" panose="020B0609020204030204" pitchFamily="49" charset="0"/>
                        </a:rPr>
                        <a:t>Col 1</a:t>
                      </a:r>
                      <a:endParaRPr lang="zh-TW" altLang="en-US" sz="2400" b="0" dirty="0">
                        <a:solidFill>
                          <a:srgbClr val="00FF0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rgbClr val="00FF00"/>
                          </a:solidFill>
                          <a:latin typeface="Consolas" panose="020B0609020204030204" pitchFamily="49" charset="0"/>
                        </a:rPr>
                        <a:t>Col 2</a:t>
                      </a:r>
                      <a:endParaRPr lang="zh-TW" altLang="en-US" sz="2400" b="0" dirty="0">
                        <a:solidFill>
                          <a:srgbClr val="00FF0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rgbClr val="00FF00"/>
                          </a:solidFill>
                          <a:latin typeface="Consolas" panose="020B0609020204030204" pitchFamily="49" charset="0"/>
                        </a:rPr>
                        <a:t>Col 3</a:t>
                      </a:r>
                      <a:endParaRPr lang="zh-TW" altLang="en-US" sz="2400" b="0" dirty="0">
                        <a:solidFill>
                          <a:srgbClr val="00FF0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rgbClr val="00FF00"/>
                          </a:solidFill>
                          <a:latin typeface="Consolas" panose="020B0609020204030204" pitchFamily="49" charset="0"/>
                        </a:rPr>
                        <a:t>Col 4</a:t>
                      </a:r>
                      <a:endParaRPr lang="zh-TW" altLang="en-US" sz="2400" b="0" dirty="0">
                        <a:solidFill>
                          <a:srgbClr val="00FF0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3537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Row 0</a:t>
                      </a:r>
                      <a:endParaRPr lang="zh-TW" altLang="en-US" sz="2400" b="0" dirty="0">
                        <a:solidFill>
                          <a:srgbClr val="FFFF0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altLang="zh-TW" sz="2400" b="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][</a:t>
                      </a:r>
                      <a:r>
                        <a:rPr lang="en-US" altLang="zh-TW" sz="2400" b="0" dirty="0">
                          <a:solidFill>
                            <a:srgbClr val="00FF00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altLang="zh-TW" sz="2400" b="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][</a:t>
                      </a:r>
                      <a:r>
                        <a:rPr lang="en-US" altLang="zh-TW" sz="2400" b="0" dirty="0">
                          <a:solidFill>
                            <a:srgbClr val="00FF00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altLang="zh-TW" sz="2400" b="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][</a:t>
                      </a:r>
                      <a:r>
                        <a:rPr lang="en-US" altLang="zh-TW" sz="2400" b="0" dirty="0">
                          <a:solidFill>
                            <a:srgbClr val="00FF00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altLang="zh-TW" sz="2400" b="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][</a:t>
                      </a:r>
                      <a:r>
                        <a:rPr lang="en-US" altLang="zh-TW" sz="2400" b="0" dirty="0">
                          <a:solidFill>
                            <a:srgbClr val="00FF00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altLang="zh-TW" sz="2400" b="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][</a:t>
                      </a:r>
                      <a:r>
                        <a:rPr lang="en-US" altLang="zh-TW" sz="2400" b="0" dirty="0">
                          <a:solidFill>
                            <a:srgbClr val="00FF00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14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Row 1</a:t>
                      </a:r>
                      <a:endParaRPr lang="zh-TW" altLang="en-US" sz="2400" b="0" dirty="0">
                        <a:solidFill>
                          <a:srgbClr val="FFFF0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altLang="zh-TW" sz="2400" b="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][</a:t>
                      </a:r>
                      <a:r>
                        <a:rPr lang="en-US" altLang="zh-TW" sz="2400" b="0" dirty="0">
                          <a:solidFill>
                            <a:srgbClr val="00FF00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altLang="zh-TW" sz="2400" b="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][</a:t>
                      </a:r>
                      <a:r>
                        <a:rPr lang="en-US" altLang="zh-TW" sz="2400" b="0" dirty="0">
                          <a:solidFill>
                            <a:srgbClr val="00FF00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altLang="zh-TW" sz="2400" b="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][</a:t>
                      </a:r>
                      <a:r>
                        <a:rPr lang="en-US" altLang="zh-TW" sz="2400" b="0" dirty="0">
                          <a:solidFill>
                            <a:srgbClr val="00FF00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altLang="zh-TW" sz="2400" b="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][</a:t>
                      </a:r>
                      <a:r>
                        <a:rPr lang="en-US" altLang="zh-TW" sz="2400" b="0" dirty="0">
                          <a:solidFill>
                            <a:srgbClr val="00FF00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altLang="zh-TW" sz="2400" b="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][</a:t>
                      </a:r>
                      <a:r>
                        <a:rPr lang="en-US" altLang="zh-TW" sz="2400" b="0" dirty="0">
                          <a:solidFill>
                            <a:srgbClr val="00FF00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811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Row 2</a:t>
                      </a:r>
                      <a:endParaRPr lang="zh-TW" altLang="en-US" sz="2400" b="0" dirty="0">
                        <a:solidFill>
                          <a:srgbClr val="FFFF0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altLang="zh-TW" sz="2400" b="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][</a:t>
                      </a:r>
                      <a:r>
                        <a:rPr lang="en-US" altLang="zh-TW" sz="2400" b="0" dirty="0">
                          <a:solidFill>
                            <a:srgbClr val="00FF00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altLang="zh-TW" sz="2400" b="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][</a:t>
                      </a:r>
                      <a:r>
                        <a:rPr lang="en-US" altLang="zh-TW" sz="2400" b="0" dirty="0">
                          <a:solidFill>
                            <a:srgbClr val="00FF00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altLang="zh-TW" sz="2400" b="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][</a:t>
                      </a:r>
                      <a:r>
                        <a:rPr lang="en-US" altLang="zh-TW" sz="2400" b="0" dirty="0">
                          <a:solidFill>
                            <a:srgbClr val="00FF00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altLang="zh-TW" sz="2400" b="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][</a:t>
                      </a:r>
                      <a:r>
                        <a:rPr lang="en-US" altLang="zh-TW" sz="2400" b="0" dirty="0">
                          <a:solidFill>
                            <a:srgbClr val="00FF00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altLang="zh-TW" sz="2400" b="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][</a:t>
                      </a:r>
                      <a:r>
                        <a:rPr lang="en-US" altLang="zh-TW" sz="2400" b="0" dirty="0">
                          <a:solidFill>
                            <a:srgbClr val="00FF00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4072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Row 3</a:t>
                      </a:r>
                      <a:endParaRPr lang="zh-TW" altLang="en-US" sz="2400" b="0" dirty="0">
                        <a:solidFill>
                          <a:srgbClr val="FFFF0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altLang="zh-TW" sz="2400" b="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][</a:t>
                      </a:r>
                      <a:r>
                        <a:rPr lang="en-US" altLang="zh-TW" sz="2400" b="0" dirty="0">
                          <a:solidFill>
                            <a:srgbClr val="00FF00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altLang="zh-TW" sz="2400" b="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][</a:t>
                      </a:r>
                      <a:r>
                        <a:rPr lang="en-US" altLang="zh-TW" sz="2400" b="0" dirty="0">
                          <a:solidFill>
                            <a:srgbClr val="00FF00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altLang="zh-TW" sz="2400" b="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][</a:t>
                      </a:r>
                      <a:r>
                        <a:rPr lang="en-US" altLang="zh-TW" sz="2400" b="0" dirty="0">
                          <a:solidFill>
                            <a:srgbClr val="00FF00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altLang="zh-TW" sz="2400" b="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][</a:t>
                      </a:r>
                      <a:r>
                        <a:rPr lang="en-US" altLang="zh-TW" sz="2400" b="0" dirty="0">
                          <a:solidFill>
                            <a:srgbClr val="00FF00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altLang="zh-TW" sz="2400" b="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][</a:t>
                      </a:r>
                      <a:r>
                        <a:rPr lang="en-US" altLang="zh-TW" sz="2400" b="0" dirty="0">
                          <a:solidFill>
                            <a:srgbClr val="00FF00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784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Row 4</a:t>
                      </a:r>
                      <a:endParaRPr lang="zh-TW" altLang="en-US" sz="2400" b="0" dirty="0">
                        <a:solidFill>
                          <a:srgbClr val="FFFF0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altLang="zh-TW" sz="2400" b="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][</a:t>
                      </a:r>
                      <a:r>
                        <a:rPr lang="en-US" altLang="zh-TW" sz="2400" b="0" dirty="0">
                          <a:solidFill>
                            <a:srgbClr val="00FF00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altLang="zh-TW" sz="2400" b="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][</a:t>
                      </a:r>
                      <a:r>
                        <a:rPr lang="en-US" altLang="zh-TW" sz="2400" b="0" dirty="0">
                          <a:solidFill>
                            <a:srgbClr val="00FF00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altLang="zh-TW" sz="2400" b="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][</a:t>
                      </a:r>
                      <a:r>
                        <a:rPr lang="en-US" altLang="zh-TW" sz="2400" b="0" dirty="0">
                          <a:solidFill>
                            <a:srgbClr val="00FF00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altLang="zh-TW" sz="2400" b="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][</a:t>
                      </a:r>
                      <a:r>
                        <a:rPr lang="en-US" altLang="zh-TW" sz="2400" b="0" dirty="0">
                          <a:solidFill>
                            <a:srgbClr val="00FF00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altLang="zh-TW" sz="2400" b="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][</a:t>
                      </a:r>
                      <a:r>
                        <a:rPr lang="en-US" altLang="zh-TW" sz="2400" b="0" dirty="0">
                          <a:solidFill>
                            <a:srgbClr val="00FF00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085942"/>
                  </a:ext>
                </a:extLst>
              </a:tr>
            </a:tbl>
          </a:graphicData>
        </a:graphic>
      </p:graphicFrame>
      <p:sp>
        <p:nvSpPr>
          <p:cNvPr id="3" name="文字方塊 2">
            <a:extLst>
              <a:ext uri="{FF2B5EF4-FFF2-40B4-BE49-F238E27FC236}">
                <a16:creationId xmlns:a16="http://schemas.microsoft.com/office/drawing/2014/main" id="{85536EBC-96DC-4568-907D-4E47C3BDFEB2}"/>
              </a:ext>
            </a:extLst>
          </p:cNvPr>
          <p:cNvSpPr txBox="1"/>
          <p:nvPr/>
        </p:nvSpPr>
        <p:spPr>
          <a:xfrm>
            <a:off x="4897610" y="2510134"/>
            <a:ext cx="23936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400" b="1" dirty="0" err="1">
                <a:latin typeface="Consolas" panose="020B0609020204030204" pitchFamily="49" charset="0"/>
              </a:rPr>
              <a:t>Arr</a:t>
            </a:r>
            <a:r>
              <a:rPr lang="en-US" altLang="zh-TW" sz="2400" b="1" dirty="0">
                <a:latin typeface="Consolas" panose="020B0609020204030204" pitchFamily="49" charset="0"/>
              </a:rPr>
              <a:t>[</a:t>
            </a:r>
            <a:r>
              <a:rPr lang="en-US" altLang="zh-TW" sz="2400" b="1" dirty="0">
                <a:solidFill>
                  <a:srgbClr val="FFFF00"/>
                </a:solidFill>
                <a:latin typeface="Consolas" panose="020B0609020204030204" pitchFamily="49" charset="0"/>
              </a:rPr>
              <a:t>row</a:t>
            </a:r>
            <a:r>
              <a:rPr lang="en-US" altLang="zh-TW" sz="2400" b="1" dirty="0">
                <a:latin typeface="Consolas" panose="020B0609020204030204" pitchFamily="49" charset="0"/>
              </a:rPr>
              <a:t>][</a:t>
            </a:r>
            <a:r>
              <a:rPr lang="en-US" altLang="zh-TW" sz="2400" b="1" dirty="0">
                <a:solidFill>
                  <a:srgbClr val="00FF00"/>
                </a:solidFill>
                <a:latin typeface="Consolas" panose="020B0609020204030204" pitchFamily="49" charset="0"/>
              </a:rPr>
              <a:t>col</a:t>
            </a:r>
            <a:r>
              <a:rPr lang="en-US" altLang="zh-TW" sz="2400" b="1" dirty="0">
                <a:latin typeface="Consolas" panose="020B0609020204030204" pitchFamily="49" charset="0"/>
              </a:rPr>
              <a:t>]</a:t>
            </a:r>
            <a:endParaRPr lang="zh-TW" altLang="en-US" sz="24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01237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201346-2A0C-4D4A-8BF0-1C4DB8967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cap="none" dirty="0">
                <a:latin typeface="Consolas" panose="020B0609020204030204" pitchFamily="49" charset="0"/>
              </a:rPr>
              <a:t>Array - 2D Array Example</a:t>
            </a:r>
            <a:endParaRPr lang="zh-TW" altLang="en-US" cap="none" dirty="0">
              <a:latin typeface="Consolas" panose="020B0609020204030204" pitchFamily="49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ED37647-F0AE-4A55-9992-93521242C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3" y="2336066"/>
            <a:ext cx="4806348" cy="3912334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A044E4E3-8E3D-4323-A932-0FFAACA76B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3490" y="3306258"/>
            <a:ext cx="3734321" cy="19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7278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AF6A6D-9697-4620-A046-97B781BC0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cap="none" dirty="0">
                <a:latin typeface="Consolas" panose="020B0609020204030204" pitchFamily="49" charset="0"/>
              </a:rPr>
              <a:t>Array – String (Character Array)</a:t>
            </a:r>
            <a:endParaRPr lang="zh-TW" altLang="en-US" cap="none" dirty="0">
              <a:latin typeface="Consolas" panose="020B0609020204030204" pitchFamily="49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61B9E1D-3BE2-49AA-9338-D8B135E76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133599"/>
            <a:ext cx="9905998" cy="7620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400" cap="none" dirty="0">
                <a:latin typeface="Consolas" panose="020B0609020204030204" pitchFamily="49" charset="0"/>
              </a:rPr>
              <a:t>There must be an element ‘\0’ at the end of the string.</a:t>
            </a: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BBAD859B-397A-436B-86D3-13CFD021E1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8595407"/>
              </p:ext>
            </p:extLst>
          </p:nvPr>
        </p:nvGraphicFramePr>
        <p:xfrm>
          <a:off x="1815183" y="4072822"/>
          <a:ext cx="300546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1823">
                  <a:extLst>
                    <a:ext uri="{9D8B030D-6E8A-4147-A177-3AD203B41FA5}">
                      <a16:colId xmlns:a16="http://schemas.microsoft.com/office/drawing/2014/main" val="3946539086"/>
                    </a:ext>
                  </a:extLst>
                </a:gridCol>
                <a:gridCol w="1001823">
                  <a:extLst>
                    <a:ext uri="{9D8B030D-6E8A-4147-A177-3AD203B41FA5}">
                      <a16:colId xmlns:a16="http://schemas.microsoft.com/office/drawing/2014/main" val="739676075"/>
                    </a:ext>
                  </a:extLst>
                </a:gridCol>
                <a:gridCol w="1001823">
                  <a:extLst>
                    <a:ext uri="{9D8B030D-6E8A-4147-A177-3AD203B41FA5}">
                      <a16:colId xmlns:a16="http://schemas.microsoft.com/office/drawing/2014/main" val="14831377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onsolas" panose="020B0609020204030204" pitchFamily="49" charset="0"/>
                        </a:rPr>
                        <a:t>A</a:t>
                      </a:r>
                      <a:endParaRPr lang="zh-TW" alt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onsolas" panose="020B0609020204030204" pitchFamily="49" charset="0"/>
                        </a:rPr>
                        <a:t>B</a:t>
                      </a:r>
                      <a:endParaRPr lang="zh-TW" alt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onsolas" panose="020B0609020204030204" pitchFamily="49" charset="0"/>
                        </a:rPr>
                        <a:t>C</a:t>
                      </a:r>
                      <a:endParaRPr lang="zh-TW" alt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9849603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9939C70-6D98-4677-91D8-A2F80B2F98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3817134"/>
              </p:ext>
            </p:extLst>
          </p:nvPr>
        </p:nvGraphicFramePr>
        <p:xfrm>
          <a:off x="6094412" y="4072822"/>
          <a:ext cx="400008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0021">
                  <a:extLst>
                    <a:ext uri="{9D8B030D-6E8A-4147-A177-3AD203B41FA5}">
                      <a16:colId xmlns:a16="http://schemas.microsoft.com/office/drawing/2014/main" val="3946539086"/>
                    </a:ext>
                  </a:extLst>
                </a:gridCol>
                <a:gridCol w="1000021">
                  <a:extLst>
                    <a:ext uri="{9D8B030D-6E8A-4147-A177-3AD203B41FA5}">
                      <a16:colId xmlns:a16="http://schemas.microsoft.com/office/drawing/2014/main" val="739676075"/>
                    </a:ext>
                  </a:extLst>
                </a:gridCol>
                <a:gridCol w="1000021">
                  <a:extLst>
                    <a:ext uri="{9D8B030D-6E8A-4147-A177-3AD203B41FA5}">
                      <a16:colId xmlns:a16="http://schemas.microsoft.com/office/drawing/2014/main" val="1483137703"/>
                    </a:ext>
                  </a:extLst>
                </a:gridCol>
                <a:gridCol w="1000021">
                  <a:extLst>
                    <a:ext uri="{9D8B030D-6E8A-4147-A177-3AD203B41FA5}">
                      <a16:colId xmlns:a16="http://schemas.microsoft.com/office/drawing/2014/main" val="32169582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onsolas" panose="020B0609020204030204" pitchFamily="49" charset="0"/>
                        </a:rPr>
                        <a:t>A</a:t>
                      </a:r>
                      <a:endParaRPr lang="zh-TW" alt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onsolas" panose="020B0609020204030204" pitchFamily="49" charset="0"/>
                        </a:rPr>
                        <a:t>B</a:t>
                      </a:r>
                      <a:endParaRPr lang="zh-TW" alt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onsolas" panose="020B0609020204030204" pitchFamily="49" charset="0"/>
                        </a:rPr>
                        <a:t>C</a:t>
                      </a:r>
                      <a:endParaRPr lang="zh-TW" alt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onsolas" panose="020B0609020204030204" pitchFamily="49" charset="0"/>
                        </a:rPr>
                        <a:t>\0</a:t>
                      </a:r>
                      <a:endParaRPr lang="zh-TW" alt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9849603"/>
                  </a:ext>
                </a:extLst>
              </a:tr>
            </a:tbl>
          </a:graphicData>
        </a:graphic>
      </p:graphicFrame>
      <p:grpSp>
        <p:nvGrpSpPr>
          <p:cNvPr id="8" name="群組 7">
            <a:extLst>
              <a:ext uri="{FF2B5EF4-FFF2-40B4-BE49-F238E27FC236}">
                <a16:creationId xmlns:a16="http://schemas.microsoft.com/office/drawing/2014/main" id="{8F4AF309-0042-467A-B471-721C4AA8C49F}"/>
              </a:ext>
            </a:extLst>
          </p:cNvPr>
          <p:cNvGrpSpPr/>
          <p:nvPr/>
        </p:nvGrpSpPr>
        <p:grpSpPr>
          <a:xfrm>
            <a:off x="2352173" y="3313763"/>
            <a:ext cx="1888958" cy="1888958"/>
            <a:chOff x="2352173" y="3313763"/>
            <a:chExt cx="1888958" cy="1888958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5338A96-6841-4D34-AC23-A25C77E1CC14}"/>
                </a:ext>
              </a:extLst>
            </p:cNvPr>
            <p:cNvSpPr/>
            <p:nvPr/>
          </p:nvSpPr>
          <p:spPr>
            <a:xfrm rot="-2700000">
              <a:off x="3220453" y="3313763"/>
              <a:ext cx="152400" cy="1888958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8B118DA2-7798-46D8-89EB-8D275FB69822}"/>
                </a:ext>
              </a:extLst>
            </p:cNvPr>
            <p:cNvSpPr/>
            <p:nvPr/>
          </p:nvSpPr>
          <p:spPr>
            <a:xfrm rot="2700000">
              <a:off x="3220452" y="3313764"/>
              <a:ext cx="152400" cy="1888958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8421E058-4244-4B28-9943-DC2CFB543631}"/>
              </a:ext>
            </a:extLst>
          </p:cNvPr>
          <p:cNvSpPr/>
          <p:nvPr/>
        </p:nvSpPr>
        <p:spPr>
          <a:xfrm>
            <a:off x="9079832" y="3954379"/>
            <a:ext cx="1014664" cy="609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21165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AF6A6D-9697-4620-A046-97B781BC0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cap="none" dirty="0">
                <a:latin typeface="Consolas" panose="020B0609020204030204" pitchFamily="49" charset="0"/>
              </a:rPr>
              <a:t>Array – A Fun Fact</a:t>
            </a:r>
            <a:endParaRPr lang="zh-TW" altLang="en-US" cap="none" dirty="0">
              <a:latin typeface="Consolas" panose="020B0609020204030204" pitchFamily="49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61B9E1D-3BE2-49AA-9338-D8B135E76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089480"/>
            <a:ext cx="10212388" cy="18623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400" cap="none" dirty="0">
                <a:latin typeface="Consolas" panose="020B0609020204030204" pitchFamily="49" charset="0"/>
              </a:rPr>
              <a:t>If we have an array called </a:t>
            </a:r>
            <a:r>
              <a:rPr lang="en-US" altLang="zh-TW" sz="2400" cap="none" dirty="0" err="1">
                <a:latin typeface="Consolas" panose="020B0609020204030204" pitchFamily="49" charset="0"/>
              </a:rPr>
              <a:t>arr</a:t>
            </a:r>
            <a:r>
              <a:rPr lang="en-US" altLang="zh-TW" sz="2400" cap="none" dirty="0">
                <a:latin typeface="Consolas" panose="020B0609020204030204" pitchFamily="49" charset="0"/>
              </a:rPr>
              <a:t>, we can access its element as </a:t>
            </a:r>
            <a:r>
              <a:rPr lang="en-US" altLang="zh-TW" sz="2400" cap="none" dirty="0" err="1">
                <a:solidFill>
                  <a:srgbClr val="FFFF00"/>
                </a:solidFill>
                <a:latin typeface="Consolas" panose="020B0609020204030204" pitchFamily="49" charset="0"/>
              </a:rPr>
              <a:t>arr</a:t>
            </a:r>
            <a:r>
              <a:rPr lang="en-US" altLang="zh-TW" sz="2400" cap="none" dirty="0">
                <a:solidFill>
                  <a:srgbClr val="FFFF00"/>
                </a:solidFill>
                <a:latin typeface="Consolas" panose="020B0609020204030204" pitchFamily="49" charset="0"/>
              </a:rPr>
              <a:t>[index] </a:t>
            </a:r>
            <a:r>
              <a:rPr lang="en-US" altLang="zh-TW" sz="2400" cap="none" dirty="0">
                <a:latin typeface="Consolas" panose="020B0609020204030204" pitchFamily="49" charset="0"/>
              </a:rPr>
              <a:t>or </a:t>
            </a:r>
            <a:r>
              <a:rPr lang="en-US" altLang="zh-TW" sz="2400" cap="none" dirty="0">
                <a:solidFill>
                  <a:srgbClr val="FFFF00"/>
                </a:solidFill>
                <a:latin typeface="Consolas" panose="020B0609020204030204" pitchFamily="49" charset="0"/>
              </a:rPr>
              <a:t>index[</a:t>
            </a:r>
            <a:r>
              <a:rPr lang="en-US" altLang="zh-TW" sz="2400" cap="none" dirty="0" err="1">
                <a:solidFill>
                  <a:srgbClr val="FFFF00"/>
                </a:solidFill>
                <a:latin typeface="Consolas" panose="020B0609020204030204" pitchFamily="49" charset="0"/>
              </a:rPr>
              <a:t>arr</a:t>
            </a:r>
            <a:r>
              <a:rPr lang="en-US" altLang="zh-TW" sz="2400" cap="none" dirty="0">
                <a:solidFill>
                  <a:srgbClr val="FFFF00"/>
                </a:solidFill>
                <a:latin typeface="Consolas" panose="020B0609020204030204" pitchFamily="49" charset="0"/>
              </a:rPr>
              <a:t>]</a:t>
            </a:r>
            <a:r>
              <a:rPr lang="en-US" altLang="zh-TW" sz="2400" cap="none" dirty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</a:p>
          <a:p>
            <a:pPr marL="0" indent="0">
              <a:buNone/>
            </a:pPr>
            <a:r>
              <a:rPr lang="en-US" altLang="zh-TW" sz="2400" cap="none" dirty="0" err="1">
                <a:latin typeface="Consolas" panose="020B0609020204030204" pitchFamily="49" charset="0"/>
              </a:rPr>
              <a:t>arr</a:t>
            </a:r>
            <a:r>
              <a:rPr lang="en-US" altLang="zh-TW" sz="2400" cap="none" dirty="0">
                <a:latin typeface="Consolas" panose="020B0609020204030204" pitchFamily="49" charset="0"/>
              </a:rPr>
              <a:t>[index] means </a:t>
            </a:r>
            <a:r>
              <a:rPr lang="en-US" altLang="zh-TW" sz="2400" cap="none" dirty="0" err="1">
                <a:solidFill>
                  <a:srgbClr val="FFFF00"/>
                </a:solidFill>
                <a:latin typeface="Consolas" panose="020B0609020204030204" pitchFamily="49" charset="0"/>
              </a:rPr>
              <a:t>arr</a:t>
            </a:r>
            <a:r>
              <a:rPr lang="en-US" altLang="zh-TW" sz="2400" cap="none" dirty="0">
                <a:solidFill>
                  <a:srgbClr val="FFFF00"/>
                </a:solidFill>
                <a:latin typeface="Consolas" panose="020B0609020204030204" pitchFamily="49" charset="0"/>
              </a:rPr>
              <a:t> + index (address)</a:t>
            </a:r>
            <a:r>
              <a:rPr lang="en-US" altLang="zh-TW" sz="2400" cap="none" dirty="0">
                <a:latin typeface="Consolas" panose="020B0609020204030204" pitchFamily="49" charset="0"/>
              </a:rPr>
              <a:t>, so does index[</a:t>
            </a:r>
            <a:r>
              <a:rPr lang="en-US" altLang="zh-TW" sz="2400" cap="none" dirty="0" err="1">
                <a:latin typeface="Consolas" panose="020B0609020204030204" pitchFamily="49" charset="0"/>
              </a:rPr>
              <a:t>arr</a:t>
            </a:r>
            <a:r>
              <a:rPr lang="en-US" altLang="zh-TW" sz="2400" cap="none" dirty="0">
                <a:latin typeface="Consolas" panose="020B0609020204030204" pitchFamily="49" charset="0"/>
              </a:rPr>
              <a:t>].</a:t>
            </a:r>
            <a:endParaRPr lang="zh-TW" altLang="en-US" sz="2400" cap="none" dirty="0">
              <a:latin typeface="Consolas" panose="020B0609020204030204" pitchFamily="49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F678122-11A5-4A03-AA79-384769052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951868"/>
            <a:ext cx="5172797" cy="2734057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32B08B26-05B7-44B0-A9E8-2439B038F5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646" y="5017166"/>
            <a:ext cx="4963154" cy="603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5131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47C986-049C-41FC-A0D1-5E7895C02A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>
                <a:latin typeface="Consolas" panose="020B0609020204030204" pitchFamily="49" charset="0"/>
              </a:rPr>
              <a:t>Function</a:t>
            </a:r>
            <a:endParaRPr lang="zh-TW" altLang="en-US" dirty="0">
              <a:latin typeface="Consolas" panose="020B0609020204030204" pitchFamily="49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2631129-228D-401D-83D2-17746602C3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cap="none" dirty="0">
                <a:latin typeface="Consolas" panose="020B0609020204030204" pitchFamily="49" charset="0"/>
              </a:rPr>
              <a:t>Pack Some Repeated Code</a:t>
            </a:r>
            <a:endParaRPr lang="zh-TW" altLang="en-US" cap="none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37191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541DDF-9217-4176-9BAC-35EE0C8B7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cap="none" dirty="0">
                <a:latin typeface="Consolas" panose="020B0609020204030204" pitchFamily="49" charset="0"/>
              </a:rPr>
              <a:t>Function - Declaration</a:t>
            </a:r>
            <a:endParaRPr lang="zh-TW" altLang="en-US" cap="none" dirty="0">
              <a:latin typeface="Consolas" panose="020B0609020204030204" pitchFamily="49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F5A194C-9C6C-43FC-976B-D1D9D9FE20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185736"/>
            <a:ext cx="9905998" cy="1014664"/>
          </a:xfrm>
        </p:spPr>
        <p:txBody>
          <a:bodyPr/>
          <a:lstStyle/>
          <a:p>
            <a:pPr marL="0" indent="0">
              <a:buNone/>
            </a:pPr>
            <a:r>
              <a:rPr lang="en-US" altLang="zh-TW" cap="none" dirty="0">
                <a:latin typeface="Consolas" panose="020B0609020204030204" pitchFamily="49" charset="0"/>
              </a:rPr>
              <a:t>If the type is </a:t>
            </a:r>
            <a:r>
              <a:rPr lang="en-US" altLang="zh-TW" cap="none" dirty="0">
                <a:solidFill>
                  <a:srgbClr val="FFFF00"/>
                </a:solidFill>
                <a:latin typeface="Consolas" panose="020B0609020204030204" pitchFamily="49" charset="0"/>
              </a:rPr>
              <a:t>void</a:t>
            </a:r>
            <a:r>
              <a:rPr lang="en-US" altLang="zh-TW" cap="none" dirty="0">
                <a:latin typeface="Consolas" panose="020B0609020204030204" pitchFamily="49" charset="0"/>
              </a:rPr>
              <a:t>, we </a:t>
            </a:r>
            <a:r>
              <a:rPr lang="en-US" altLang="zh-TW" cap="none" dirty="0">
                <a:solidFill>
                  <a:srgbClr val="FFFF00"/>
                </a:solidFill>
                <a:latin typeface="Consolas" panose="020B0609020204030204" pitchFamily="49" charset="0"/>
              </a:rPr>
              <a:t>don’t have to return anything</a:t>
            </a:r>
            <a:r>
              <a:rPr lang="en-US" altLang="zh-TW" cap="none" dirty="0">
                <a:latin typeface="Consolas" panose="020B0609020204030204" pitchFamily="49" charset="0"/>
              </a:rPr>
              <a:t>.</a:t>
            </a:r>
          </a:p>
          <a:p>
            <a:pPr marL="0" indent="0">
              <a:buNone/>
            </a:pPr>
            <a:r>
              <a:rPr lang="en-US" altLang="zh-TW" cap="none" dirty="0">
                <a:latin typeface="Consolas" panose="020B0609020204030204" pitchFamily="49" charset="0"/>
              </a:rPr>
              <a:t>Otherwise, we should </a:t>
            </a:r>
            <a:r>
              <a:rPr lang="en-US" altLang="zh-TW" cap="none" dirty="0">
                <a:solidFill>
                  <a:srgbClr val="FFFF00"/>
                </a:solidFill>
                <a:latin typeface="Consolas" panose="020B0609020204030204" pitchFamily="49" charset="0"/>
              </a:rPr>
              <a:t>return a value depend on the type you declare</a:t>
            </a:r>
            <a:r>
              <a:rPr lang="en-US" altLang="zh-TW" cap="none" dirty="0">
                <a:latin typeface="Consolas" panose="020B0609020204030204" pitchFamily="49" charset="0"/>
              </a:rPr>
              <a:t>.</a:t>
            </a:r>
            <a:endParaRPr lang="zh-TW" altLang="en-US" cap="none" dirty="0">
              <a:latin typeface="Consolas" panose="020B0609020204030204" pitchFamily="49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BA3DB87-637A-41EB-8603-40036CB38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3" y="4090736"/>
            <a:ext cx="5235324" cy="1088762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FAEC43FF-2CCD-46B0-9D7C-93D1F3D7CD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3390" y="4090736"/>
            <a:ext cx="4454021" cy="1088761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150E2F67-A7C2-407A-8E2B-74EBF171FBC2}"/>
              </a:ext>
            </a:extLst>
          </p:cNvPr>
          <p:cNvSpPr/>
          <p:nvPr/>
        </p:nvSpPr>
        <p:spPr>
          <a:xfrm>
            <a:off x="7339263" y="4082715"/>
            <a:ext cx="585537" cy="36896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586038E-079C-484F-9B7D-4E20909A60BB}"/>
              </a:ext>
            </a:extLst>
          </p:cNvPr>
          <p:cNvSpPr/>
          <p:nvPr/>
        </p:nvSpPr>
        <p:spPr>
          <a:xfrm>
            <a:off x="9055683" y="4451684"/>
            <a:ext cx="1588254" cy="36896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86574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454111-2EE3-46FE-8A8D-8C61CA13A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cap="none" dirty="0">
                <a:latin typeface="Consolas" panose="020B0609020204030204" pitchFamily="49" charset="0"/>
              </a:rPr>
              <a:t>Function – Call Function</a:t>
            </a:r>
            <a:endParaRPr lang="zh-TW" altLang="en-US" cap="none" dirty="0">
              <a:latin typeface="Consolas" panose="020B0609020204030204" pitchFamily="49" charset="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8A8272D4-BE27-4C78-B821-07899CF32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3" y="2257415"/>
            <a:ext cx="8229912" cy="514369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285DB011-496C-4502-BFB1-0B4BFA2BEF1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1795" b="8676"/>
          <a:stretch/>
        </p:blipFill>
        <p:spPr>
          <a:xfrm>
            <a:off x="1141413" y="3127189"/>
            <a:ext cx="6058122" cy="409074"/>
          </a:xfrm>
          <a:prstGeom prst="rect">
            <a:avLst/>
          </a:prstGeom>
        </p:spPr>
      </p:pic>
      <p:grpSp>
        <p:nvGrpSpPr>
          <p:cNvPr id="12" name="群組 11">
            <a:extLst>
              <a:ext uri="{FF2B5EF4-FFF2-40B4-BE49-F238E27FC236}">
                <a16:creationId xmlns:a16="http://schemas.microsoft.com/office/drawing/2014/main" id="{375577A0-F73D-4B76-904C-C3823DF8C34D}"/>
              </a:ext>
            </a:extLst>
          </p:cNvPr>
          <p:cNvGrpSpPr/>
          <p:nvPr/>
        </p:nvGrpSpPr>
        <p:grpSpPr>
          <a:xfrm>
            <a:off x="1141413" y="4021536"/>
            <a:ext cx="9686414" cy="2226864"/>
            <a:chOff x="1141413" y="4021536"/>
            <a:chExt cx="9686414" cy="2226864"/>
          </a:xfrm>
        </p:grpSpPr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173E6D00-CCB5-4C0E-B610-C714B8A5368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b="49535"/>
            <a:stretch/>
          </p:blipFill>
          <p:spPr>
            <a:xfrm>
              <a:off x="1141413" y="4021536"/>
              <a:ext cx="4512634" cy="2226864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F7989FE-8201-42EE-A152-A1DF8F313D6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58829"/>
            <a:stretch/>
          </p:blipFill>
          <p:spPr>
            <a:xfrm>
              <a:off x="6096000" y="4214040"/>
              <a:ext cx="4731827" cy="1905000"/>
            </a:xfrm>
            <a:prstGeom prst="rect">
              <a:avLst/>
            </a:prstGeom>
          </p:spPr>
        </p:pic>
      </p:grpSp>
      <p:sp>
        <p:nvSpPr>
          <p:cNvPr id="13" name="矩形 12">
            <a:extLst>
              <a:ext uri="{FF2B5EF4-FFF2-40B4-BE49-F238E27FC236}">
                <a16:creationId xmlns:a16="http://schemas.microsoft.com/office/drawing/2014/main" id="{DA66DABB-77DC-4C89-AC74-D3E3FC3F710F}"/>
              </a:ext>
            </a:extLst>
          </p:cNvPr>
          <p:cNvSpPr/>
          <p:nvPr/>
        </p:nvSpPr>
        <p:spPr>
          <a:xfrm>
            <a:off x="1917032" y="5165558"/>
            <a:ext cx="537410" cy="34490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2AFE06B-4661-4CDF-A8B4-0CB5FD94BE1A}"/>
              </a:ext>
            </a:extLst>
          </p:cNvPr>
          <p:cNvSpPr/>
          <p:nvPr/>
        </p:nvSpPr>
        <p:spPr>
          <a:xfrm>
            <a:off x="7579895" y="4589279"/>
            <a:ext cx="537410" cy="34490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CE8017F-5D0B-4FBB-B332-96669C14D10F}"/>
              </a:ext>
            </a:extLst>
          </p:cNvPr>
          <p:cNvSpPr/>
          <p:nvPr/>
        </p:nvSpPr>
        <p:spPr>
          <a:xfrm>
            <a:off x="7563853" y="4985084"/>
            <a:ext cx="2486525" cy="34490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84617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541DDF-9217-4176-9BAC-35EE0C8B7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cap="none" dirty="0">
                <a:latin typeface="Consolas" panose="020B0609020204030204" pitchFamily="49" charset="0"/>
              </a:rPr>
              <a:t>Function - Example</a:t>
            </a:r>
            <a:endParaRPr lang="zh-TW" altLang="en-US" cap="none" dirty="0">
              <a:latin typeface="Consolas" panose="020B0609020204030204" pitchFamily="49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4A81B43-78E1-46FF-8EF3-72AB2E635B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3" y="2526453"/>
            <a:ext cx="3716173" cy="3633896"/>
          </a:xfrm>
          <a:prstGeom prst="rect">
            <a:avLst/>
          </a:prstGeom>
        </p:spPr>
      </p:pic>
      <p:sp>
        <p:nvSpPr>
          <p:cNvPr id="6" name="矩形: 圓角 5">
            <a:extLst>
              <a:ext uri="{FF2B5EF4-FFF2-40B4-BE49-F238E27FC236}">
                <a16:creationId xmlns:a16="http://schemas.microsoft.com/office/drawing/2014/main" id="{AE0F4165-7076-4D15-BC71-A835C84565F5}"/>
              </a:ext>
            </a:extLst>
          </p:cNvPr>
          <p:cNvSpPr/>
          <p:nvPr/>
        </p:nvSpPr>
        <p:spPr>
          <a:xfrm>
            <a:off x="6094412" y="2747210"/>
            <a:ext cx="1997242" cy="97455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Consolas" panose="020B0609020204030204" pitchFamily="49" charset="0"/>
              </a:rPr>
              <a:t>main</a:t>
            </a:r>
            <a:endParaRPr lang="zh-TW" altLang="en-US" dirty="0">
              <a:latin typeface="Consolas" panose="020B0609020204030204" pitchFamily="49" charset="0"/>
            </a:endParaRP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339536DD-9476-440A-97D1-E2C52214C0A3}"/>
              </a:ext>
            </a:extLst>
          </p:cNvPr>
          <p:cNvSpPr/>
          <p:nvPr/>
        </p:nvSpPr>
        <p:spPr>
          <a:xfrm>
            <a:off x="9050169" y="4343401"/>
            <a:ext cx="1997242" cy="97455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Consolas" panose="020B0609020204030204" pitchFamily="49" charset="0"/>
              </a:rPr>
              <a:t>MulBy10</a:t>
            </a:r>
            <a:endParaRPr lang="zh-TW" altLang="en-US" dirty="0">
              <a:latin typeface="Consolas" panose="020B0609020204030204" pitchFamily="49" charset="0"/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06245F77-2DEF-435C-ADB7-917D288DBD36}"/>
              </a:ext>
            </a:extLst>
          </p:cNvPr>
          <p:cNvGrpSpPr/>
          <p:nvPr/>
        </p:nvGrpSpPr>
        <p:grpSpPr>
          <a:xfrm>
            <a:off x="8029225" y="3184235"/>
            <a:ext cx="3433010" cy="716002"/>
            <a:chOff x="8029225" y="3184235"/>
            <a:chExt cx="3433010" cy="716002"/>
          </a:xfrm>
        </p:grpSpPr>
        <p:sp>
          <p:nvSpPr>
            <p:cNvPr id="18" name="箭號: 向右 17">
              <a:extLst>
                <a:ext uri="{FF2B5EF4-FFF2-40B4-BE49-F238E27FC236}">
                  <a16:creationId xmlns:a16="http://schemas.microsoft.com/office/drawing/2014/main" id="{25FE7359-394E-4D28-90AB-1A5B41793D28}"/>
                </a:ext>
              </a:extLst>
            </p:cNvPr>
            <p:cNvSpPr/>
            <p:nvPr/>
          </p:nvSpPr>
          <p:spPr>
            <a:xfrm rot="2121530">
              <a:off x="8029225" y="3543300"/>
              <a:ext cx="1796716" cy="356937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Consolas" panose="020B0609020204030204" pitchFamily="49" charset="0"/>
              </a:endParaRPr>
            </a:p>
          </p:txBody>
        </p:sp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19064D7A-7739-4831-81E2-9ABCD1178DD7}"/>
                </a:ext>
              </a:extLst>
            </p:cNvPr>
            <p:cNvSpPr txBox="1"/>
            <p:nvPr/>
          </p:nvSpPr>
          <p:spPr>
            <a:xfrm>
              <a:off x="8895650" y="3184235"/>
              <a:ext cx="25665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latin typeface="Consolas" panose="020B0609020204030204" pitchFamily="49" charset="0"/>
                </a:rPr>
                <a:t>pass 2 into MulBy10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</p:grpSp>
      <p:grpSp>
        <p:nvGrpSpPr>
          <p:cNvPr id="8" name="群組 7">
            <a:extLst>
              <a:ext uri="{FF2B5EF4-FFF2-40B4-BE49-F238E27FC236}">
                <a16:creationId xmlns:a16="http://schemas.microsoft.com/office/drawing/2014/main" id="{8B5A19BE-50B9-48D6-9C5B-27361B8DCAD3}"/>
              </a:ext>
            </a:extLst>
          </p:cNvPr>
          <p:cNvGrpSpPr/>
          <p:nvPr/>
        </p:nvGrpSpPr>
        <p:grpSpPr>
          <a:xfrm>
            <a:off x="5377879" y="4185292"/>
            <a:ext cx="3722285" cy="645388"/>
            <a:chOff x="5377879" y="4185292"/>
            <a:chExt cx="3722285" cy="645388"/>
          </a:xfrm>
        </p:grpSpPr>
        <p:sp>
          <p:nvSpPr>
            <p:cNvPr id="19" name="箭號: 向右 18">
              <a:extLst>
                <a:ext uri="{FF2B5EF4-FFF2-40B4-BE49-F238E27FC236}">
                  <a16:creationId xmlns:a16="http://schemas.microsoft.com/office/drawing/2014/main" id="{F06D0BA9-7DEA-44A3-A38C-D3A83975E45B}"/>
                </a:ext>
              </a:extLst>
            </p:cNvPr>
            <p:cNvSpPr/>
            <p:nvPr/>
          </p:nvSpPr>
          <p:spPr>
            <a:xfrm rot="12959478">
              <a:off x="7303448" y="4185292"/>
              <a:ext cx="1796716" cy="356937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Consolas" panose="020B0609020204030204" pitchFamily="49" charset="0"/>
              </a:endParaRPr>
            </a:p>
          </p:txBody>
        </p: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F73BE5C1-3B8B-43F3-B653-6AD8D5884538}"/>
                </a:ext>
              </a:extLst>
            </p:cNvPr>
            <p:cNvSpPr txBox="1"/>
            <p:nvPr/>
          </p:nvSpPr>
          <p:spPr>
            <a:xfrm>
              <a:off x="5377879" y="4461348"/>
              <a:ext cx="29706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>
                  <a:latin typeface="Consolas" panose="020B0609020204030204" pitchFamily="49" charset="0"/>
                </a:rPr>
                <a:t>return 20 back to main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0EEF6B99-4B1F-40FD-B22C-AED162398772}"/>
              </a:ext>
            </a:extLst>
          </p:cNvPr>
          <p:cNvSpPr/>
          <p:nvPr/>
        </p:nvSpPr>
        <p:spPr>
          <a:xfrm>
            <a:off x="2799347" y="5245768"/>
            <a:ext cx="1467853" cy="31282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63F4181-0B08-4683-A2AA-2303038495F8}"/>
              </a:ext>
            </a:extLst>
          </p:cNvPr>
          <p:cNvSpPr/>
          <p:nvPr/>
        </p:nvSpPr>
        <p:spPr>
          <a:xfrm>
            <a:off x="2305677" y="3769805"/>
            <a:ext cx="2234239" cy="31282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535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AF934C-D35A-4F26-8DFD-D4C7805BD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cap="none" dirty="0">
                <a:latin typeface="Consolas" panose="020B0609020204030204" pitchFamily="49" charset="0"/>
              </a:rPr>
              <a:t>Function – Declare Order Problem</a:t>
            </a:r>
            <a:endParaRPr lang="zh-TW" altLang="en-US" cap="none" dirty="0">
              <a:latin typeface="Consolas" panose="020B0609020204030204" pitchFamily="49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BEBD9F9-C2D8-408F-956C-909D73910EA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5000"/>
          <a:stretch/>
        </p:blipFill>
        <p:spPr>
          <a:xfrm>
            <a:off x="526215" y="2452438"/>
            <a:ext cx="5008311" cy="3318005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CF6CB014-EBA9-487C-92C6-52ABADCBB6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5182"/>
          <a:stretch/>
        </p:blipFill>
        <p:spPr>
          <a:xfrm>
            <a:off x="5637569" y="2517792"/>
            <a:ext cx="6025040" cy="3252651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5969664E-2D07-4A14-9954-A489D301E5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473" y="3089348"/>
            <a:ext cx="10957877" cy="2109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4330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AF934C-D35A-4F26-8DFD-D4C7805BD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10360776" cy="1905000"/>
          </a:xfrm>
        </p:spPr>
        <p:txBody>
          <a:bodyPr/>
          <a:lstStyle/>
          <a:p>
            <a:r>
              <a:rPr lang="en-US" altLang="zh-TW" cap="none" dirty="0">
                <a:latin typeface="Consolas" panose="020B0609020204030204" pitchFamily="49" charset="0"/>
              </a:rPr>
              <a:t>Function – Solution of Declare Order Problem</a:t>
            </a:r>
            <a:endParaRPr lang="zh-TW" altLang="en-US" cap="none" dirty="0">
              <a:latin typeface="Consolas" panose="020B0609020204030204" pitchFamily="49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85A0E612-F1CD-4B2D-AED1-6B61CC959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3" y="2102643"/>
            <a:ext cx="3039811" cy="434340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57BB33D1-AD1A-4B16-9385-9265A44292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4673" y="3627081"/>
            <a:ext cx="5672738" cy="1017469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E506CA9E-57A3-43BF-B903-B7FE42AC8760}"/>
              </a:ext>
            </a:extLst>
          </p:cNvPr>
          <p:cNvSpPr/>
          <p:nvPr/>
        </p:nvSpPr>
        <p:spPr>
          <a:xfrm>
            <a:off x="1491916" y="2454442"/>
            <a:ext cx="2366210" cy="58553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箭號: 向右 3">
            <a:extLst>
              <a:ext uri="{FF2B5EF4-FFF2-40B4-BE49-F238E27FC236}">
                <a16:creationId xmlns:a16="http://schemas.microsoft.com/office/drawing/2014/main" id="{441B879C-1820-492B-8388-D57907EFF3AA}"/>
              </a:ext>
            </a:extLst>
          </p:cNvPr>
          <p:cNvSpPr/>
          <p:nvPr/>
        </p:nvSpPr>
        <p:spPr>
          <a:xfrm>
            <a:off x="4074694" y="2705100"/>
            <a:ext cx="1652337" cy="144379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069CFF5-26E1-4339-9A12-1AF150D42789}"/>
              </a:ext>
            </a:extLst>
          </p:cNvPr>
          <p:cNvSpPr txBox="1"/>
          <p:nvPr/>
        </p:nvSpPr>
        <p:spPr>
          <a:xfrm>
            <a:off x="5916577" y="2592623"/>
            <a:ext cx="3603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Consolas" panose="020B0609020204030204" pitchFamily="49" charset="0"/>
              </a:rPr>
              <a:t>Declare the functions above</a:t>
            </a:r>
            <a:endParaRPr lang="zh-TW" altLang="en-US" dirty="0">
              <a:latin typeface="Consolas" panose="020B0609020204030204" pitchFamily="49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D39FE66-D76B-47C1-8DC3-E204D86D2D54}"/>
              </a:ext>
            </a:extLst>
          </p:cNvPr>
          <p:cNvSpPr/>
          <p:nvPr/>
        </p:nvSpPr>
        <p:spPr>
          <a:xfrm>
            <a:off x="1491916" y="4251502"/>
            <a:ext cx="2518610" cy="219454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箭號: 向右 8">
            <a:extLst>
              <a:ext uri="{FF2B5EF4-FFF2-40B4-BE49-F238E27FC236}">
                <a16:creationId xmlns:a16="http://schemas.microsoft.com/office/drawing/2014/main" id="{D46FB1C3-180A-4537-BF4F-63B1AD71B5B9}"/>
              </a:ext>
            </a:extLst>
          </p:cNvPr>
          <p:cNvSpPr/>
          <p:nvPr/>
        </p:nvSpPr>
        <p:spPr>
          <a:xfrm>
            <a:off x="4074694" y="5422153"/>
            <a:ext cx="1652337" cy="144379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346C7ED-651E-44C8-9862-58FA8340B97A}"/>
              </a:ext>
            </a:extLst>
          </p:cNvPr>
          <p:cNvSpPr txBox="1"/>
          <p:nvPr/>
        </p:nvSpPr>
        <p:spPr>
          <a:xfrm>
            <a:off x="5916577" y="5309676"/>
            <a:ext cx="3857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Consolas" panose="020B0609020204030204" pitchFamily="49" charset="0"/>
              </a:rPr>
              <a:t>Implement the functions below</a:t>
            </a:r>
            <a:endParaRPr lang="zh-TW" alt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11986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/>
      <p:bldP spid="6" grpId="0" animBg="1"/>
      <p:bldP spid="9" grpId="0" animBg="1"/>
      <p:bldP spid="1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47C986-049C-41FC-A0D1-5E7895C02A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>
                <a:latin typeface="Consolas" panose="020B0609020204030204" pitchFamily="49" charset="0"/>
              </a:rPr>
              <a:t>Recursion</a:t>
            </a:r>
            <a:endParaRPr lang="zh-TW" altLang="en-US" dirty="0">
              <a:latin typeface="Consolas" panose="020B0609020204030204" pitchFamily="49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2631129-228D-401D-83D2-17746602C3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cap="none" dirty="0">
                <a:latin typeface="Consolas" panose="020B0609020204030204" pitchFamily="49" charset="0"/>
              </a:rPr>
              <a:t>A Function Calls Itself Repeated</a:t>
            </a:r>
            <a:endParaRPr lang="zh-TW" altLang="en-US" cap="none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50122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F40727-A2E0-4DFE-BAAE-1DB58A855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cap="none" dirty="0">
                <a:latin typeface="Consolas" panose="020B0609020204030204" pitchFamily="49" charset="0"/>
              </a:rPr>
              <a:t>Recursion</a:t>
            </a:r>
            <a:endParaRPr lang="zh-TW" altLang="en-US" cap="none" dirty="0">
              <a:latin typeface="Consolas" panose="020B0609020204030204" pitchFamily="49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A6E9D2E-8F06-488F-A6E5-FB21C03C7A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491215"/>
            <a:ext cx="9905998" cy="762000"/>
          </a:xfrm>
        </p:spPr>
        <p:txBody>
          <a:bodyPr/>
          <a:lstStyle/>
          <a:p>
            <a:pPr marL="0" indent="0">
              <a:buNone/>
            </a:pPr>
            <a:r>
              <a:rPr lang="en-US" altLang="zh-TW" cap="none" dirty="0">
                <a:latin typeface="Consolas" panose="020B0609020204030204" pitchFamily="49" charset="0"/>
              </a:rPr>
              <a:t>A function call itself again and again</a:t>
            </a:r>
            <a:endParaRPr lang="zh-TW" altLang="en-US" cap="none" dirty="0">
              <a:latin typeface="Consolas" panose="020B0609020204030204" pitchFamily="49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5E1A584-AD4E-4217-96B1-46B976CE84A4}"/>
              </a:ext>
            </a:extLst>
          </p:cNvPr>
          <p:cNvSpPr/>
          <p:nvPr/>
        </p:nvSpPr>
        <p:spPr>
          <a:xfrm>
            <a:off x="2369210" y="3583239"/>
            <a:ext cx="1580147" cy="8422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>
                <a:latin typeface="Consolas" panose="020B0609020204030204" pitchFamily="49" charset="0"/>
                <a:ea typeface="NSimSun" panose="02010609030101010101" pitchFamily="49" charset="-122"/>
              </a:rPr>
              <a:t>func_f</a:t>
            </a:r>
            <a:endParaRPr lang="zh-TW" altLang="en-US" dirty="0">
              <a:latin typeface="Consolas" panose="020B0609020204030204" pitchFamily="49" charset="0"/>
              <a:ea typeface="NSimSun" panose="02010609030101010101" pitchFamily="49" charset="-122"/>
            </a:endParaRPr>
          </a:p>
        </p:txBody>
      </p: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45A6D485-CD50-4A9C-A47E-BA670376CD0C}"/>
              </a:ext>
            </a:extLst>
          </p:cNvPr>
          <p:cNvGrpSpPr/>
          <p:nvPr/>
        </p:nvGrpSpPr>
        <p:grpSpPr>
          <a:xfrm>
            <a:off x="3949357" y="3582159"/>
            <a:ext cx="1836821" cy="1592047"/>
            <a:chOff x="3949357" y="3582159"/>
            <a:chExt cx="1836821" cy="1592047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848FE28D-8B9C-473F-810C-2C9E48A70F68}"/>
                </a:ext>
              </a:extLst>
            </p:cNvPr>
            <p:cNvSpPr/>
            <p:nvPr/>
          </p:nvSpPr>
          <p:spPr>
            <a:xfrm>
              <a:off x="4206031" y="4331996"/>
              <a:ext cx="1580147" cy="84221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err="1">
                  <a:latin typeface="Consolas" panose="020B0609020204030204" pitchFamily="49" charset="0"/>
                </a:rPr>
                <a:t>func_f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7" name="箭號: 向右 6">
              <a:extLst>
                <a:ext uri="{FF2B5EF4-FFF2-40B4-BE49-F238E27FC236}">
                  <a16:creationId xmlns:a16="http://schemas.microsoft.com/office/drawing/2014/main" id="{A7150539-314E-4D80-A3CB-B9D9D4E6114A}"/>
                </a:ext>
              </a:extLst>
            </p:cNvPr>
            <p:cNvSpPr/>
            <p:nvPr/>
          </p:nvSpPr>
          <p:spPr>
            <a:xfrm rot="2563376">
              <a:off x="3949357" y="3807828"/>
              <a:ext cx="778042" cy="37297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05A72444-7CF2-4523-9A69-38DA227511D8}"/>
                </a:ext>
              </a:extLst>
            </p:cNvPr>
            <p:cNvSpPr txBox="1"/>
            <p:nvPr/>
          </p:nvSpPr>
          <p:spPr>
            <a:xfrm>
              <a:off x="4338378" y="3582159"/>
              <a:ext cx="691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>
                  <a:latin typeface="Consolas" panose="020B0609020204030204" pitchFamily="49" charset="0"/>
                </a:rPr>
                <a:t>call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</p:grp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FC8C7657-4A91-49BD-B657-861578675080}"/>
              </a:ext>
            </a:extLst>
          </p:cNvPr>
          <p:cNvGrpSpPr/>
          <p:nvPr/>
        </p:nvGrpSpPr>
        <p:grpSpPr>
          <a:xfrm>
            <a:off x="5776919" y="4316300"/>
            <a:ext cx="1846080" cy="1577001"/>
            <a:chOff x="5776919" y="4316300"/>
            <a:chExt cx="1846080" cy="1577001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9BCD5172-DCF5-4505-9E3E-144EEC192B28}"/>
                </a:ext>
              </a:extLst>
            </p:cNvPr>
            <p:cNvSpPr/>
            <p:nvPr/>
          </p:nvSpPr>
          <p:spPr>
            <a:xfrm>
              <a:off x="6042852" y="5051091"/>
              <a:ext cx="1580147" cy="84221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err="1">
                  <a:latin typeface="Consolas" panose="020B0609020204030204" pitchFamily="49" charset="0"/>
                </a:rPr>
                <a:t>func_f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8" name="箭號: 向右 7">
              <a:extLst>
                <a:ext uri="{FF2B5EF4-FFF2-40B4-BE49-F238E27FC236}">
                  <a16:creationId xmlns:a16="http://schemas.microsoft.com/office/drawing/2014/main" id="{069AB269-5848-47C1-9733-FFFA8BAC5AAE}"/>
                </a:ext>
              </a:extLst>
            </p:cNvPr>
            <p:cNvSpPr/>
            <p:nvPr/>
          </p:nvSpPr>
          <p:spPr>
            <a:xfrm rot="2563376">
              <a:off x="5776919" y="4534619"/>
              <a:ext cx="778042" cy="37297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4C736AAA-7CF8-4713-9137-98A7CC1F157F}"/>
                </a:ext>
              </a:extLst>
            </p:cNvPr>
            <p:cNvSpPr txBox="1"/>
            <p:nvPr/>
          </p:nvSpPr>
          <p:spPr>
            <a:xfrm>
              <a:off x="6145513" y="4316300"/>
              <a:ext cx="691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>
                  <a:latin typeface="Consolas" panose="020B0609020204030204" pitchFamily="49" charset="0"/>
                </a:rPr>
                <a:t>call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</p:grp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86D6B6FB-314C-4AD7-A01E-3BD091191BF0}"/>
              </a:ext>
            </a:extLst>
          </p:cNvPr>
          <p:cNvGrpSpPr/>
          <p:nvPr/>
        </p:nvGrpSpPr>
        <p:grpSpPr>
          <a:xfrm>
            <a:off x="2813370" y="4587242"/>
            <a:ext cx="1402283" cy="534803"/>
            <a:chOff x="2813370" y="4587242"/>
            <a:chExt cx="1402283" cy="534803"/>
          </a:xfrm>
        </p:grpSpPr>
        <p:sp>
          <p:nvSpPr>
            <p:cNvPr id="11" name="箭號: 向右 10">
              <a:extLst>
                <a:ext uri="{FF2B5EF4-FFF2-40B4-BE49-F238E27FC236}">
                  <a16:creationId xmlns:a16="http://schemas.microsoft.com/office/drawing/2014/main" id="{953A6FCA-6030-4D2A-A774-B28BE1F544B8}"/>
                </a:ext>
              </a:extLst>
            </p:cNvPr>
            <p:cNvSpPr/>
            <p:nvPr/>
          </p:nvSpPr>
          <p:spPr>
            <a:xfrm rot="13353447">
              <a:off x="3437611" y="4587242"/>
              <a:ext cx="778042" cy="37297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B4B64A92-2B2C-4F2F-92DA-9D3759462535}"/>
                </a:ext>
              </a:extLst>
            </p:cNvPr>
            <p:cNvSpPr txBox="1"/>
            <p:nvPr/>
          </p:nvSpPr>
          <p:spPr>
            <a:xfrm>
              <a:off x="2813370" y="4752713"/>
              <a:ext cx="9444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>
                  <a:latin typeface="Consolas" panose="020B0609020204030204" pitchFamily="49" charset="0"/>
                </a:rPr>
                <a:t>return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</p:grp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31C9A967-3E37-4885-81C6-7833D550D5C1}"/>
              </a:ext>
            </a:extLst>
          </p:cNvPr>
          <p:cNvGrpSpPr/>
          <p:nvPr/>
        </p:nvGrpSpPr>
        <p:grpSpPr>
          <a:xfrm>
            <a:off x="4734114" y="5318161"/>
            <a:ext cx="1285078" cy="530550"/>
            <a:chOff x="4734114" y="5318161"/>
            <a:chExt cx="1285078" cy="530550"/>
          </a:xfrm>
        </p:grpSpPr>
        <p:sp>
          <p:nvSpPr>
            <p:cNvPr id="9" name="箭號: 向右 8">
              <a:extLst>
                <a:ext uri="{FF2B5EF4-FFF2-40B4-BE49-F238E27FC236}">
                  <a16:creationId xmlns:a16="http://schemas.microsoft.com/office/drawing/2014/main" id="{8EF4FF62-FC10-43CD-9FF3-C4C796F2BD84}"/>
                </a:ext>
              </a:extLst>
            </p:cNvPr>
            <p:cNvSpPr/>
            <p:nvPr/>
          </p:nvSpPr>
          <p:spPr>
            <a:xfrm rot="13353447">
              <a:off x="5241150" y="5318161"/>
              <a:ext cx="778042" cy="37297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D562A568-2A06-4D3D-B404-1F818C65E59B}"/>
                </a:ext>
              </a:extLst>
            </p:cNvPr>
            <p:cNvSpPr txBox="1"/>
            <p:nvPr/>
          </p:nvSpPr>
          <p:spPr>
            <a:xfrm>
              <a:off x="4734114" y="5479379"/>
              <a:ext cx="9444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>
                  <a:latin typeface="Consolas" panose="020B0609020204030204" pitchFamily="49" charset="0"/>
                </a:rPr>
                <a:t>return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</p:grp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81B9765D-4D99-45FC-A2F6-01CA616517CB}"/>
              </a:ext>
            </a:extLst>
          </p:cNvPr>
          <p:cNvGrpSpPr/>
          <p:nvPr/>
        </p:nvGrpSpPr>
        <p:grpSpPr>
          <a:xfrm>
            <a:off x="7668558" y="5479616"/>
            <a:ext cx="2645839" cy="768784"/>
            <a:chOff x="7668558" y="5479616"/>
            <a:chExt cx="2645839" cy="768784"/>
          </a:xfrm>
        </p:grpSpPr>
        <p:sp>
          <p:nvSpPr>
            <p:cNvPr id="16" name="箭號: 向右 15">
              <a:extLst>
                <a:ext uri="{FF2B5EF4-FFF2-40B4-BE49-F238E27FC236}">
                  <a16:creationId xmlns:a16="http://schemas.microsoft.com/office/drawing/2014/main" id="{93F0582A-72C3-43E5-9BB8-A53AAE355755}"/>
                </a:ext>
              </a:extLst>
            </p:cNvPr>
            <p:cNvSpPr/>
            <p:nvPr/>
          </p:nvSpPr>
          <p:spPr>
            <a:xfrm rot="2563376">
              <a:off x="7668558" y="5684204"/>
              <a:ext cx="778042" cy="37297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7A77FBA3-15CD-4469-A389-92D7BEF66CB1}"/>
                </a:ext>
              </a:extLst>
            </p:cNvPr>
            <p:cNvSpPr txBox="1"/>
            <p:nvPr/>
          </p:nvSpPr>
          <p:spPr>
            <a:xfrm>
              <a:off x="8356810" y="5479616"/>
              <a:ext cx="19575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>
                  <a:latin typeface="Consolas" panose="020B0609020204030204" pitchFamily="49" charset="0"/>
                </a:rPr>
                <a:t>stop condition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  <p:grpSp>
          <p:nvGrpSpPr>
            <p:cNvPr id="21" name="群組 20">
              <a:extLst>
                <a:ext uri="{FF2B5EF4-FFF2-40B4-BE49-F238E27FC236}">
                  <a16:creationId xmlns:a16="http://schemas.microsoft.com/office/drawing/2014/main" id="{385602CB-4A95-46D8-AEE4-E0F60069BF63}"/>
                </a:ext>
              </a:extLst>
            </p:cNvPr>
            <p:cNvGrpSpPr>
              <a:grpSpLocks noChangeAspect="1"/>
            </p:cNvGrpSpPr>
            <p:nvPr/>
          </p:nvGrpSpPr>
          <p:grpSpPr>
            <a:xfrm rot="396823">
              <a:off x="7746093" y="5561849"/>
              <a:ext cx="686551" cy="686551"/>
              <a:chOff x="8071632" y="3785937"/>
              <a:chExt cx="963618" cy="963618"/>
            </a:xfrm>
          </p:grpSpPr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E7495BB-40BA-4AD3-88A1-4FC50BA48135}"/>
                  </a:ext>
                </a:extLst>
              </p:cNvPr>
              <p:cNvSpPr/>
              <p:nvPr/>
            </p:nvSpPr>
            <p:spPr>
              <a:xfrm rot="2235485">
                <a:off x="8490489" y="3785937"/>
                <a:ext cx="108079" cy="963618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BAAA8F5F-78A1-4341-839F-D74119B9A5AD}"/>
                  </a:ext>
                </a:extLst>
              </p:cNvPr>
              <p:cNvSpPr/>
              <p:nvPr/>
            </p:nvSpPr>
            <p:spPr>
              <a:xfrm rot="18587010">
                <a:off x="8499401" y="3776927"/>
                <a:ext cx="108079" cy="963618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165879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AD0BC9-4F9F-4E50-9D96-1477E2CD0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cap="none" dirty="0">
                <a:latin typeface="Consolas" panose="020B0609020204030204" pitchFamily="49" charset="0"/>
              </a:rPr>
              <a:t>Recursion – Example: Factorial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45443B8-DF88-4C4F-B7F4-888A9E0775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223" y="2133599"/>
            <a:ext cx="9905998" cy="1295401"/>
          </a:xfrm>
        </p:spPr>
        <p:txBody>
          <a:bodyPr/>
          <a:lstStyle/>
          <a:p>
            <a:pPr marL="0" indent="0">
              <a:buNone/>
            </a:pPr>
            <a:r>
              <a:rPr lang="en-US" altLang="zh-TW" cap="none" dirty="0">
                <a:latin typeface="Consolas" panose="020B0609020204030204" pitchFamily="49" charset="0"/>
              </a:rPr>
              <a:t>We all know that </a:t>
            </a:r>
            <a:r>
              <a:rPr lang="en-US" altLang="zh-TW" cap="none" dirty="0">
                <a:solidFill>
                  <a:srgbClr val="FFFF00"/>
                </a:solidFill>
                <a:latin typeface="Consolas" panose="020B0609020204030204" pitchFamily="49" charset="0"/>
              </a:rPr>
              <a:t>n! = n(n – 1)(n – 2) *... * 2 * 1</a:t>
            </a:r>
            <a:r>
              <a:rPr lang="en-US" altLang="zh-TW" cap="none" dirty="0">
                <a:latin typeface="Consolas" panose="020B0609020204030204" pitchFamily="49" charset="0"/>
              </a:rPr>
              <a:t>.</a:t>
            </a:r>
          </a:p>
          <a:p>
            <a:pPr marL="0" indent="0">
              <a:buNone/>
            </a:pPr>
            <a:r>
              <a:rPr lang="en-US" altLang="zh-TW" cap="none" dirty="0">
                <a:latin typeface="Consolas" panose="020B0609020204030204" pitchFamily="49" charset="0"/>
              </a:rPr>
              <a:t>Let’s use recursion to design a code for counting n!.</a:t>
            </a:r>
            <a:endParaRPr lang="zh-TW" altLang="en-US" cap="none" dirty="0">
              <a:latin typeface="Consolas" panose="020B0609020204030204" pitchFamily="49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A4137B8-10FE-4DBE-8FA8-EFA4CDEFB6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23" y="3735583"/>
            <a:ext cx="7401089" cy="2538812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BF138E36-8C37-43D9-80ED-3F549501CC93}"/>
              </a:ext>
            </a:extLst>
          </p:cNvPr>
          <p:cNvSpPr/>
          <p:nvPr/>
        </p:nvSpPr>
        <p:spPr>
          <a:xfrm>
            <a:off x="3529263" y="4251158"/>
            <a:ext cx="762000" cy="2887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056F24F-8B70-4272-B626-DB2D944151DD}"/>
              </a:ext>
            </a:extLst>
          </p:cNvPr>
          <p:cNvSpPr/>
          <p:nvPr/>
        </p:nvSpPr>
        <p:spPr>
          <a:xfrm>
            <a:off x="2021305" y="4539916"/>
            <a:ext cx="2269958" cy="22458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F25DA11-F70D-44F7-9DF0-82A45B89479D}"/>
              </a:ext>
            </a:extLst>
          </p:cNvPr>
          <p:cNvSpPr/>
          <p:nvPr/>
        </p:nvSpPr>
        <p:spPr>
          <a:xfrm>
            <a:off x="2021305" y="4764505"/>
            <a:ext cx="3561348" cy="2887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39" name="群組 38">
            <a:extLst>
              <a:ext uri="{FF2B5EF4-FFF2-40B4-BE49-F238E27FC236}">
                <a16:creationId xmlns:a16="http://schemas.microsoft.com/office/drawing/2014/main" id="{DA6EAEA0-8601-4C0F-9570-A4D81F62660D}"/>
              </a:ext>
            </a:extLst>
          </p:cNvPr>
          <p:cNvGrpSpPr/>
          <p:nvPr/>
        </p:nvGrpSpPr>
        <p:grpSpPr>
          <a:xfrm>
            <a:off x="9683833" y="1199148"/>
            <a:ext cx="2277586" cy="1315452"/>
            <a:chOff x="9683833" y="1199148"/>
            <a:chExt cx="2277586" cy="1315452"/>
          </a:xfrm>
        </p:grpSpPr>
        <p:grpSp>
          <p:nvGrpSpPr>
            <p:cNvPr id="22" name="群組 21">
              <a:extLst>
                <a:ext uri="{FF2B5EF4-FFF2-40B4-BE49-F238E27FC236}">
                  <a16:creationId xmlns:a16="http://schemas.microsoft.com/office/drawing/2014/main" id="{98376BB3-3A5F-4252-87A2-B3B79B63A15E}"/>
                </a:ext>
              </a:extLst>
            </p:cNvPr>
            <p:cNvGrpSpPr/>
            <p:nvPr/>
          </p:nvGrpSpPr>
          <p:grpSpPr>
            <a:xfrm>
              <a:off x="9683833" y="1199148"/>
              <a:ext cx="1435768" cy="1315452"/>
              <a:chOff x="9683833" y="1199148"/>
              <a:chExt cx="1435768" cy="1315452"/>
            </a:xfrm>
          </p:grpSpPr>
          <p:sp>
            <p:nvSpPr>
              <p:cNvPr id="10" name="矩形: 圓角 9">
                <a:extLst>
                  <a:ext uri="{FF2B5EF4-FFF2-40B4-BE49-F238E27FC236}">
                    <a16:creationId xmlns:a16="http://schemas.microsoft.com/office/drawing/2014/main" id="{C1D77F33-5F7E-4D53-968A-632F130A53E7}"/>
                  </a:ext>
                </a:extLst>
              </p:cNvPr>
              <p:cNvSpPr/>
              <p:nvPr/>
            </p:nvSpPr>
            <p:spPr>
              <a:xfrm>
                <a:off x="9683833" y="1712495"/>
                <a:ext cx="1435768" cy="802105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latin typeface="Consolas" panose="020B0609020204030204" pitchFamily="49" charset="0"/>
                  </a:rPr>
                  <a:t>a = 4</a:t>
                </a:r>
                <a:endParaRPr lang="zh-TW" altLang="en-US" dirty="0">
                  <a:latin typeface="Consolas" panose="020B0609020204030204" pitchFamily="49" charset="0"/>
                </a:endParaRPr>
              </a:p>
            </p:txBody>
          </p:sp>
          <p:sp>
            <p:nvSpPr>
              <p:cNvPr id="14" name="箭號: 向下 13">
                <a:extLst>
                  <a:ext uri="{FF2B5EF4-FFF2-40B4-BE49-F238E27FC236}">
                    <a16:creationId xmlns:a16="http://schemas.microsoft.com/office/drawing/2014/main" id="{D614B855-72D5-4FF2-B578-4B12DD91B037}"/>
                  </a:ext>
                </a:extLst>
              </p:cNvPr>
              <p:cNvSpPr/>
              <p:nvPr/>
            </p:nvSpPr>
            <p:spPr>
              <a:xfrm>
                <a:off x="10643937" y="1199148"/>
                <a:ext cx="184484" cy="513346"/>
              </a:xfrm>
              <a:prstGeom prst="dow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D798E979-7841-4E27-BF40-77395C5098CB}"/>
                </a:ext>
              </a:extLst>
            </p:cNvPr>
            <p:cNvSpPr txBox="1"/>
            <p:nvPr/>
          </p:nvSpPr>
          <p:spPr>
            <a:xfrm>
              <a:off x="10763655" y="1274980"/>
              <a:ext cx="11977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>
                  <a:latin typeface="Consolas" panose="020B0609020204030204" pitchFamily="49" charset="0"/>
                </a:rPr>
                <a:t>Pass 5-1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</p:grpSp>
      <p:grpSp>
        <p:nvGrpSpPr>
          <p:cNvPr id="40" name="群組 39">
            <a:extLst>
              <a:ext uri="{FF2B5EF4-FFF2-40B4-BE49-F238E27FC236}">
                <a16:creationId xmlns:a16="http://schemas.microsoft.com/office/drawing/2014/main" id="{20DC47F1-2351-4023-8690-E3D74705DAD8}"/>
              </a:ext>
            </a:extLst>
          </p:cNvPr>
          <p:cNvGrpSpPr/>
          <p:nvPr/>
        </p:nvGrpSpPr>
        <p:grpSpPr>
          <a:xfrm>
            <a:off x="9683833" y="2514601"/>
            <a:ext cx="2277586" cy="1315451"/>
            <a:chOff x="9683833" y="2514601"/>
            <a:chExt cx="2277586" cy="1315451"/>
          </a:xfrm>
        </p:grpSpPr>
        <p:grpSp>
          <p:nvGrpSpPr>
            <p:cNvPr id="23" name="群組 22">
              <a:extLst>
                <a:ext uri="{FF2B5EF4-FFF2-40B4-BE49-F238E27FC236}">
                  <a16:creationId xmlns:a16="http://schemas.microsoft.com/office/drawing/2014/main" id="{C15F4074-0794-49EC-B695-D2CDFD606E9A}"/>
                </a:ext>
              </a:extLst>
            </p:cNvPr>
            <p:cNvGrpSpPr/>
            <p:nvPr/>
          </p:nvGrpSpPr>
          <p:grpSpPr>
            <a:xfrm>
              <a:off x="9683833" y="2514601"/>
              <a:ext cx="1435768" cy="1315451"/>
              <a:chOff x="9683833" y="2514601"/>
              <a:chExt cx="1435768" cy="1315451"/>
            </a:xfrm>
          </p:grpSpPr>
          <p:sp>
            <p:nvSpPr>
              <p:cNvPr id="11" name="矩形: 圓角 10">
                <a:extLst>
                  <a:ext uri="{FF2B5EF4-FFF2-40B4-BE49-F238E27FC236}">
                    <a16:creationId xmlns:a16="http://schemas.microsoft.com/office/drawing/2014/main" id="{4915F13C-55D1-4CF1-89B9-819E5320782E}"/>
                  </a:ext>
                </a:extLst>
              </p:cNvPr>
              <p:cNvSpPr/>
              <p:nvPr/>
            </p:nvSpPr>
            <p:spPr>
              <a:xfrm>
                <a:off x="9683833" y="3027947"/>
                <a:ext cx="1435768" cy="802105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latin typeface="Consolas" panose="020B0609020204030204" pitchFamily="49" charset="0"/>
                  </a:rPr>
                  <a:t>a = 3</a:t>
                </a:r>
                <a:endParaRPr lang="zh-TW" altLang="en-US" dirty="0">
                  <a:latin typeface="Consolas" panose="020B0609020204030204" pitchFamily="49" charset="0"/>
                </a:endParaRPr>
              </a:p>
            </p:txBody>
          </p:sp>
          <p:sp>
            <p:nvSpPr>
              <p:cNvPr id="15" name="箭號: 向下 14">
                <a:extLst>
                  <a:ext uri="{FF2B5EF4-FFF2-40B4-BE49-F238E27FC236}">
                    <a16:creationId xmlns:a16="http://schemas.microsoft.com/office/drawing/2014/main" id="{D94DCB7A-3B49-4892-BA39-311937DAEAA4}"/>
                  </a:ext>
                </a:extLst>
              </p:cNvPr>
              <p:cNvSpPr/>
              <p:nvPr/>
            </p:nvSpPr>
            <p:spPr>
              <a:xfrm>
                <a:off x="10643937" y="2514601"/>
                <a:ext cx="184484" cy="513346"/>
              </a:xfrm>
              <a:prstGeom prst="dow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27" name="文字方塊 26">
              <a:extLst>
                <a:ext uri="{FF2B5EF4-FFF2-40B4-BE49-F238E27FC236}">
                  <a16:creationId xmlns:a16="http://schemas.microsoft.com/office/drawing/2014/main" id="{C36B98C1-EAD6-42DE-B3EC-2636ADC94DD3}"/>
                </a:ext>
              </a:extLst>
            </p:cNvPr>
            <p:cNvSpPr txBox="1"/>
            <p:nvPr/>
          </p:nvSpPr>
          <p:spPr>
            <a:xfrm>
              <a:off x="10763655" y="2586604"/>
              <a:ext cx="11977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>
                  <a:latin typeface="Consolas" panose="020B0609020204030204" pitchFamily="49" charset="0"/>
                </a:rPr>
                <a:t>Pass 4-1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</p:grpSp>
      <p:grpSp>
        <p:nvGrpSpPr>
          <p:cNvPr id="41" name="群組 40">
            <a:extLst>
              <a:ext uri="{FF2B5EF4-FFF2-40B4-BE49-F238E27FC236}">
                <a16:creationId xmlns:a16="http://schemas.microsoft.com/office/drawing/2014/main" id="{1F9D4C46-6E72-4DEC-8D5E-3093194D53B0}"/>
              </a:ext>
            </a:extLst>
          </p:cNvPr>
          <p:cNvGrpSpPr/>
          <p:nvPr/>
        </p:nvGrpSpPr>
        <p:grpSpPr>
          <a:xfrm>
            <a:off x="9683833" y="3830052"/>
            <a:ext cx="2342352" cy="1315454"/>
            <a:chOff x="9683833" y="3830052"/>
            <a:chExt cx="2342352" cy="1315454"/>
          </a:xfrm>
        </p:grpSpPr>
        <p:grpSp>
          <p:nvGrpSpPr>
            <p:cNvPr id="24" name="群組 23">
              <a:extLst>
                <a:ext uri="{FF2B5EF4-FFF2-40B4-BE49-F238E27FC236}">
                  <a16:creationId xmlns:a16="http://schemas.microsoft.com/office/drawing/2014/main" id="{B6AF9A2D-1CD3-478D-8E92-8CC1182532F6}"/>
                </a:ext>
              </a:extLst>
            </p:cNvPr>
            <p:cNvGrpSpPr/>
            <p:nvPr/>
          </p:nvGrpSpPr>
          <p:grpSpPr>
            <a:xfrm>
              <a:off x="9683833" y="3830052"/>
              <a:ext cx="1435768" cy="1315454"/>
              <a:chOff x="9683833" y="3830052"/>
              <a:chExt cx="1435768" cy="1315454"/>
            </a:xfrm>
          </p:grpSpPr>
          <p:sp>
            <p:nvSpPr>
              <p:cNvPr id="12" name="矩形: 圓角 11">
                <a:extLst>
                  <a:ext uri="{FF2B5EF4-FFF2-40B4-BE49-F238E27FC236}">
                    <a16:creationId xmlns:a16="http://schemas.microsoft.com/office/drawing/2014/main" id="{40797788-52C9-4D4E-8640-54A159B2EC4C}"/>
                  </a:ext>
                </a:extLst>
              </p:cNvPr>
              <p:cNvSpPr/>
              <p:nvPr/>
            </p:nvSpPr>
            <p:spPr>
              <a:xfrm>
                <a:off x="9683833" y="4343401"/>
                <a:ext cx="1435768" cy="802105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latin typeface="Consolas" panose="020B0609020204030204" pitchFamily="49" charset="0"/>
                  </a:rPr>
                  <a:t>a = 2</a:t>
                </a:r>
                <a:endParaRPr lang="zh-TW" altLang="en-US" dirty="0">
                  <a:latin typeface="Consolas" panose="020B0609020204030204" pitchFamily="49" charset="0"/>
                </a:endParaRPr>
              </a:p>
            </p:txBody>
          </p:sp>
          <p:sp>
            <p:nvSpPr>
              <p:cNvPr id="16" name="箭號: 向下 15">
                <a:extLst>
                  <a:ext uri="{FF2B5EF4-FFF2-40B4-BE49-F238E27FC236}">
                    <a16:creationId xmlns:a16="http://schemas.microsoft.com/office/drawing/2014/main" id="{2C046E2F-B752-4CCB-9634-E37793F3EA57}"/>
                  </a:ext>
                </a:extLst>
              </p:cNvPr>
              <p:cNvSpPr/>
              <p:nvPr/>
            </p:nvSpPr>
            <p:spPr>
              <a:xfrm>
                <a:off x="10643937" y="3830052"/>
                <a:ext cx="184484" cy="513346"/>
              </a:xfrm>
              <a:prstGeom prst="dow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28" name="文字方塊 27">
              <a:extLst>
                <a:ext uri="{FF2B5EF4-FFF2-40B4-BE49-F238E27FC236}">
                  <a16:creationId xmlns:a16="http://schemas.microsoft.com/office/drawing/2014/main" id="{39665D42-B9E4-4642-968F-A819DFE8FAD1}"/>
                </a:ext>
              </a:extLst>
            </p:cNvPr>
            <p:cNvSpPr txBox="1"/>
            <p:nvPr/>
          </p:nvSpPr>
          <p:spPr>
            <a:xfrm>
              <a:off x="10828421" y="3902058"/>
              <a:ext cx="11977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>
                  <a:latin typeface="Consolas" panose="020B0609020204030204" pitchFamily="49" charset="0"/>
                </a:rPr>
                <a:t>Pass 3-1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</p:grpSp>
      <p:grpSp>
        <p:nvGrpSpPr>
          <p:cNvPr id="42" name="群組 41">
            <a:extLst>
              <a:ext uri="{FF2B5EF4-FFF2-40B4-BE49-F238E27FC236}">
                <a16:creationId xmlns:a16="http://schemas.microsoft.com/office/drawing/2014/main" id="{0ADC8765-7B91-4C7A-A99A-94658E7B9D0A}"/>
              </a:ext>
            </a:extLst>
          </p:cNvPr>
          <p:cNvGrpSpPr/>
          <p:nvPr/>
        </p:nvGrpSpPr>
        <p:grpSpPr>
          <a:xfrm>
            <a:off x="9683833" y="5145506"/>
            <a:ext cx="2254893" cy="1315454"/>
            <a:chOff x="9683833" y="5145506"/>
            <a:chExt cx="2254893" cy="1315454"/>
          </a:xfrm>
        </p:grpSpPr>
        <p:grpSp>
          <p:nvGrpSpPr>
            <p:cNvPr id="25" name="群組 24">
              <a:extLst>
                <a:ext uri="{FF2B5EF4-FFF2-40B4-BE49-F238E27FC236}">
                  <a16:creationId xmlns:a16="http://schemas.microsoft.com/office/drawing/2014/main" id="{7F11FA9D-FDB4-4748-A0D4-1618DC8EDF14}"/>
                </a:ext>
              </a:extLst>
            </p:cNvPr>
            <p:cNvGrpSpPr/>
            <p:nvPr/>
          </p:nvGrpSpPr>
          <p:grpSpPr>
            <a:xfrm>
              <a:off x="9683833" y="5145506"/>
              <a:ext cx="1435768" cy="1315454"/>
              <a:chOff x="9683833" y="5145506"/>
              <a:chExt cx="1435768" cy="1315454"/>
            </a:xfrm>
          </p:grpSpPr>
          <p:sp>
            <p:nvSpPr>
              <p:cNvPr id="13" name="矩形: 圓角 12">
                <a:extLst>
                  <a:ext uri="{FF2B5EF4-FFF2-40B4-BE49-F238E27FC236}">
                    <a16:creationId xmlns:a16="http://schemas.microsoft.com/office/drawing/2014/main" id="{D4E58816-F61E-4999-9934-F769D60D3907}"/>
                  </a:ext>
                </a:extLst>
              </p:cNvPr>
              <p:cNvSpPr/>
              <p:nvPr/>
            </p:nvSpPr>
            <p:spPr>
              <a:xfrm>
                <a:off x="9683833" y="5658855"/>
                <a:ext cx="1435768" cy="802105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latin typeface="Consolas" panose="020B0609020204030204" pitchFamily="49" charset="0"/>
                  </a:rPr>
                  <a:t>a = 1</a:t>
                </a:r>
                <a:endParaRPr lang="zh-TW" altLang="en-US" dirty="0">
                  <a:latin typeface="Consolas" panose="020B0609020204030204" pitchFamily="49" charset="0"/>
                </a:endParaRPr>
              </a:p>
            </p:txBody>
          </p:sp>
          <p:sp>
            <p:nvSpPr>
              <p:cNvPr id="17" name="箭號: 向下 16">
                <a:extLst>
                  <a:ext uri="{FF2B5EF4-FFF2-40B4-BE49-F238E27FC236}">
                    <a16:creationId xmlns:a16="http://schemas.microsoft.com/office/drawing/2014/main" id="{07FFD288-3104-4A7A-87A8-7AB01E1E5537}"/>
                  </a:ext>
                </a:extLst>
              </p:cNvPr>
              <p:cNvSpPr/>
              <p:nvPr/>
            </p:nvSpPr>
            <p:spPr>
              <a:xfrm>
                <a:off x="10643937" y="5145506"/>
                <a:ext cx="184484" cy="513346"/>
              </a:xfrm>
              <a:prstGeom prst="dow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8C71A2B5-0B5A-4741-9253-7BF58A6045BD}"/>
                </a:ext>
              </a:extLst>
            </p:cNvPr>
            <p:cNvSpPr txBox="1"/>
            <p:nvPr/>
          </p:nvSpPr>
          <p:spPr>
            <a:xfrm>
              <a:off x="10740962" y="5217875"/>
              <a:ext cx="11977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>
                  <a:latin typeface="Consolas" panose="020B0609020204030204" pitchFamily="49" charset="0"/>
                </a:rPr>
                <a:t>Pass 2-1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</p:grpSp>
      <p:grpSp>
        <p:nvGrpSpPr>
          <p:cNvPr id="43" name="群組 42">
            <a:extLst>
              <a:ext uri="{FF2B5EF4-FFF2-40B4-BE49-F238E27FC236}">
                <a16:creationId xmlns:a16="http://schemas.microsoft.com/office/drawing/2014/main" id="{EFC01EE1-2C96-4610-91C4-250CCC26E409}"/>
              </a:ext>
            </a:extLst>
          </p:cNvPr>
          <p:cNvGrpSpPr/>
          <p:nvPr/>
        </p:nvGrpSpPr>
        <p:grpSpPr>
          <a:xfrm>
            <a:off x="8781637" y="5145505"/>
            <a:ext cx="1382248" cy="513346"/>
            <a:chOff x="8781637" y="5145505"/>
            <a:chExt cx="1382248" cy="513346"/>
          </a:xfrm>
        </p:grpSpPr>
        <p:sp>
          <p:nvSpPr>
            <p:cNvPr id="18" name="箭號: 向下 17">
              <a:extLst>
                <a:ext uri="{FF2B5EF4-FFF2-40B4-BE49-F238E27FC236}">
                  <a16:creationId xmlns:a16="http://schemas.microsoft.com/office/drawing/2014/main" id="{A7AE6846-8464-45CC-BF69-99B207968474}"/>
                </a:ext>
              </a:extLst>
            </p:cNvPr>
            <p:cNvSpPr/>
            <p:nvPr/>
          </p:nvSpPr>
          <p:spPr>
            <a:xfrm flipV="1">
              <a:off x="9979401" y="5145505"/>
              <a:ext cx="184484" cy="513346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CE56E485-3384-4B17-8D87-6572EBBF74B0}"/>
                </a:ext>
              </a:extLst>
            </p:cNvPr>
            <p:cNvSpPr txBox="1"/>
            <p:nvPr/>
          </p:nvSpPr>
          <p:spPr>
            <a:xfrm>
              <a:off x="8781637" y="5217875"/>
              <a:ext cx="11977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>
                  <a:latin typeface="Consolas" panose="020B0609020204030204" pitchFamily="49" charset="0"/>
                </a:rPr>
                <a:t>Return 1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</p:grpSp>
      <p:grpSp>
        <p:nvGrpSpPr>
          <p:cNvPr id="44" name="群組 43">
            <a:extLst>
              <a:ext uri="{FF2B5EF4-FFF2-40B4-BE49-F238E27FC236}">
                <a16:creationId xmlns:a16="http://schemas.microsoft.com/office/drawing/2014/main" id="{D5196BFA-F530-4DAD-852A-69418AA61A46}"/>
              </a:ext>
            </a:extLst>
          </p:cNvPr>
          <p:cNvGrpSpPr/>
          <p:nvPr/>
        </p:nvGrpSpPr>
        <p:grpSpPr>
          <a:xfrm>
            <a:off x="8567418" y="3830052"/>
            <a:ext cx="1596467" cy="513346"/>
            <a:chOff x="8567418" y="3830052"/>
            <a:chExt cx="1596467" cy="513346"/>
          </a:xfrm>
        </p:grpSpPr>
        <p:sp>
          <p:nvSpPr>
            <p:cNvPr id="19" name="箭號: 向下 18">
              <a:extLst>
                <a:ext uri="{FF2B5EF4-FFF2-40B4-BE49-F238E27FC236}">
                  <a16:creationId xmlns:a16="http://schemas.microsoft.com/office/drawing/2014/main" id="{66A1E690-3CB4-408E-92DA-ABE1D5E29BBD}"/>
                </a:ext>
              </a:extLst>
            </p:cNvPr>
            <p:cNvSpPr/>
            <p:nvPr/>
          </p:nvSpPr>
          <p:spPr>
            <a:xfrm flipV="1">
              <a:off x="9979401" y="3830052"/>
              <a:ext cx="184484" cy="513346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1" name="文字方塊 30">
              <a:extLst>
                <a:ext uri="{FF2B5EF4-FFF2-40B4-BE49-F238E27FC236}">
                  <a16:creationId xmlns:a16="http://schemas.microsoft.com/office/drawing/2014/main" id="{EDC2CD12-F812-4BA4-838D-97DF1FA6E605}"/>
                </a:ext>
              </a:extLst>
            </p:cNvPr>
            <p:cNvSpPr txBox="1"/>
            <p:nvPr/>
          </p:nvSpPr>
          <p:spPr>
            <a:xfrm>
              <a:off x="8567418" y="3902058"/>
              <a:ext cx="14510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>
                  <a:latin typeface="Consolas" panose="020B0609020204030204" pitchFamily="49" charset="0"/>
                </a:rPr>
                <a:t>Return 2*1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</p:grpSp>
      <p:grpSp>
        <p:nvGrpSpPr>
          <p:cNvPr id="45" name="群組 44">
            <a:extLst>
              <a:ext uri="{FF2B5EF4-FFF2-40B4-BE49-F238E27FC236}">
                <a16:creationId xmlns:a16="http://schemas.microsoft.com/office/drawing/2014/main" id="{CBCB9DE2-671F-42D7-8D40-125E476714EF}"/>
              </a:ext>
            </a:extLst>
          </p:cNvPr>
          <p:cNvGrpSpPr/>
          <p:nvPr/>
        </p:nvGrpSpPr>
        <p:grpSpPr>
          <a:xfrm>
            <a:off x="8567418" y="2514597"/>
            <a:ext cx="1596467" cy="513346"/>
            <a:chOff x="8567418" y="2514597"/>
            <a:chExt cx="1596467" cy="513346"/>
          </a:xfrm>
        </p:grpSpPr>
        <p:sp>
          <p:nvSpPr>
            <p:cNvPr id="20" name="箭號: 向下 19">
              <a:extLst>
                <a:ext uri="{FF2B5EF4-FFF2-40B4-BE49-F238E27FC236}">
                  <a16:creationId xmlns:a16="http://schemas.microsoft.com/office/drawing/2014/main" id="{4737B460-A800-4CE3-9DF4-FFDE2BD71FEE}"/>
                </a:ext>
              </a:extLst>
            </p:cNvPr>
            <p:cNvSpPr/>
            <p:nvPr/>
          </p:nvSpPr>
          <p:spPr>
            <a:xfrm flipV="1">
              <a:off x="9979401" y="2514597"/>
              <a:ext cx="184484" cy="513346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2" name="文字方塊 31">
              <a:extLst>
                <a:ext uri="{FF2B5EF4-FFF2-40B4-BE49-F238E27FC236}">
                  <a16:creationId xmlns:a16="http://schemas.microsoft.com/office/drawing/2014/main" id="{F53E5F62-686D-4F3D-A67E-F552F936218F}"/>
                </a:ext>
              </a:extLst>
            </p:cNvPr>
            <p:cNvSpPr txBox="1"/>
            <p:nvPr/>
          </p:nvSpPr>
          <p:spPr>
            <a:xfrm>
              <a:off x="8567418" y="2586604"/>
              <a:ext cx="14510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>
                  <a:latin typeface="Consolas" panose="020B0609020204030204" pitchFamily="49" charset="0"/>
                </a:rPr>
                <a:t>Return 3*2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</p:grpSp>
      <p:grpSp>
        <p:nvGrpSpPr>
          <p:cNvPr id="46" name="群組 45">
            <a:extLst>
              <a:ext uri="{FF2B5EF4-FFF2-40B4-BE49-F238E27FC236}">
                <a16:creationId xmlns:a16="http://schemas.microsoft.com/office/drawing/2014/main" id="{BF1BA868-1D89-436A-AE85-6FE6BB90AD9C}"/>
              </a:ext>
            </a:extLst>
          </p:cNvPr>
          <p:cNvGrpSpPr/>
          <p:nvPr/>
        </p:nvGrpSpPr>
        <p:grpSpPr>
          <a:xfrm>
            <a:off x="8569279" y="1199145"/>
            <a:ext cx="1594606" cy="513346"/>
            <a:chOff x="8569279" y="1199145"/>
            <a:chExt cx="1594606" cy="513346"/>
          </a:xfrm>
        </p:grpSpPr>
        <p:sp>
          <p:nvSpPr>
            <p:cNvPr id="21" name="箭號: 向下 20">
              <a:extLst>
                <a:ext uri="{FF2B5EF4-FFF2-40B4-BE49-F238E27FC236}">
                  <a16:creationId xmlns:a16="http://schemas.microsoft.com/office/drawing/2014/main" id="{8E6EB603-A727-4DEA-AE56-59DF615A91CE}"/>
                </a:ext>
              </a:extLst>
            </p:cNvPr>
            <p:cNvSpPr/>
            <p:nvPr/>
          </p:nvSpPr>
          <p:spPr>
            <a:xfrm flipV="1">
              <a:off x="9979401" y="1199145"/>
              <a:ext cx="184484" cy="513346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3" name="文字方塊 32">
              <a:extLst>
                <a:ext uri="{FF2B5EF4-FFF2-40B4-BE49-F238E27FC236}">
                  <a16:creationId xmlns:a16="http://schemas.microsoft.com/office/drawing/2014/main" id="{2416310F-1C12-42B4-9668-349F296BF0E1}"/>
                </a:ext>
              </a:extLst>
            </p:cNvPr>
            <p:cNvSpPr txBox="1"/>
            <p:nvPr/>
          </p:nvSpPr>
          <p:spPr>
            <a:xfrm>
              <a:off x="8569279" y="1274980"/>
              <a:ext cx="14510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>
                  <a:latin typeface="Consolas" panose="020B0609020204030204" pitchFamily="49" charset="0"/>
                </a:rPr>
                <a:t>Return 4*6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</p:grpSp>
      <p:grpSp>
        <p:nvGrpSpPr>
          <p:cNvPr id="38" name="群組 37">
            <a:extLst>
              <a:ext uri="{FF2B5EF4-FFF2-40B4-BE49-F238E27FC236}">
                <a16:creationId xmlns:a16="http://schemas.microsoft.com/office/drawing/2014/main" id="{28C00A5E-9AC5-4555-AB30-AF36D8B71869}"/>
              </a:ext>
            </a:extLst>
          </p:cNvPr>
          <p:cNvGrpSpPr/>
          <p:nvPr/>
        </p:nvGrpSpPr>
        <p:grpSpPr>
          <a:xfrm>
            <a:off x="9683833" y="133990"/>
            <a:ext cx="2449068" cy="1065158"/>
            <a:chOff x="9683833" y="133990"/>
            <a:chExt cx="2449068" cy="1065158"/>
          </a:xfrm>
        </p:grpSpPr>
        <p:sp>
          <p:nvSpPr>
            <p:cNvPr id="9" name="矩形: 圓角 8">
              <a:extLst>
                <a:ext uri="{FF2B5EF4-FFF2-40B4-BE49-F238E27FC236}">
                  <a16:creationId xmlns:a16="http://schemas.microsoft.com/office/drawing/2014/main" id="{BA81E998-7032-4A76-A075-C3F16491A630}"/>
                </a:ext>
              </a:extLst>
            </p:cNvPr>
            <p:cNvSpPr/>
            <p:nvPr/>
          </p:nvSpPr>
          <p:spPr>
            <a:xfrm>
              <a:off x="9683833" y="397043"/>
              <a:ext cx="1435768" cy="80210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latin typeface="Consolas" panose="020B0609020204030204" pitchFamily="49" charset="0"/>
                </a:rPr>
                <a:t>a = 5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34" name="箭號: 向下 33">
              <a:extLst>
                <a:ext uri="{FF2B5EF4-FFF2-40B4-BE49-F238E27FC236}">
                  <a16:creationId xmlns:a16="http://schemas.microsoft.com/office/drawing/2014/main" id="{5F00E7BD-7A64-4260-9997-3259D1E30629}"/>
                </a:ext>
              </a:extLst>
            </p:cNvPr>
            <p:cNvSpPr/>
            <p:nvPr/>
          </p:nvSpPr>
          <p:spPr>
            <a:xfrm rot="2700000">
              <a:off x="11270295" y="486951"/>
              <a:ext cx="184484" cy="513346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6" name="文字方塊 35">
              <a:extLst>
                <a:ext uri="{FF2B5EF4-FFF2-40B4-BE49-F238E27FC236}">
                  <a16:creationId xmlns:a16="http://schemas.microsoft.com/office/drawing/2014/main" id="{60CA3E60-43B5-478C-81EB-7916369CEF23}"/>
                </a:ext>
              </a:extLst>
            </p:cNvPr>
            <p:cNvSpPr txBox="1"/>
            <p:nvPr/>
          </p:nvSpPr>
          <p:spPr>
            <a:xfrm>
              <a:off x="10975221" y="133990"/>
              <a:ext cx="11576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>
                  <a:latin typeface="Consolas" panose="020B0609020204030204" pitchFamily="49" charset="0"/>
                </a:rPr>
                <a:t>Pass 5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</p:grpSp>
      <p:grpSp>
        <p:nvGrpSpPr>
          <p:cNvPr id="47" name="群組 46">
            <a:extLst>
              <a:ext uri="{FF2B5EF4-FFF2-40B4-BE49-F238E27FC236}">
                <a16:creationId xmlns:a16="http://schemas.microsoft.com/office/drawing/2014/main" id="{68ABE531-FADA-4454-8756-038EB11B3CF8}"/>
              </a:ext>
            </a:extLst>
          </p:cNvPr>
          <p:cNvGrpSpPr/>
          <p:nvPr/>
        </p:nvGrpSpPr>
        <p:grpSpPr>
          <a:xfrm>
            <a:off x="7791413" y="86977"/>
            <a:ext cx="1980448" cy="865266"/>
            <a:chOff x="7791413" y="86977"/>
            <a:chExt cx="1980448" cy="865266"/>
          </a:xfrm>
        </p:grpSpPr>
        <p:sp>
          <p:nvSpPr>
            <p:cNvPr id="35" name="箭號: 向下 34">
              <a:extLst>
                <a:ext uri="{FF2B5EF4-FFF2-40B4-BE49-F238E27FC236}">
                  <a16:creationId xmlns:a16="http://schemas.microsoft.com/office/drawing/2014/main" id="{2C3D3892-DB9C-4287-8971-16D63279F1A5}"/>
                </a:ext>
              </a:extLst>
            </p:cNvPr>
            <p:cNvSpPr/>
            <p:nvPr/>
          </p:nvSpPr>
          <p:spPr>
            <a:xfrm rot="8100000">
              <a:off x="9376539" y="438897"/>
              <a:ext cx="184484" cy="513346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7" name="文字方塊 36">
              <a:extLst>
                <a:ext uri="{FF2B5EF4-FFF2-40B4-BE49-F238E27FC236}">
                  <a16:creationId xmlns:a16="http://schemas.microsoft.com/office/drawing/2014/main" id="{8B804950-0EEE-401C-BE96-3434F18DC653}"/>
                </a:ext>
              </a:extLst>
            </p:cNvPr>
            <p:cNvSpPr txBox="1"/>
            <p:nvPr/>
          </p:nvSpPr>
          <p:spPr>
            <a:xfrm>
              <a:off x="7791413" y="86977"/>
              <a:ext cx="19804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>
                  <a:latin typeface="Consolas" panose="020B0609020204030204" pitchFamily="49" charset="0"/>
                </a:rPr>
                <a:t>Return 5*24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93690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  <p:bldP spid="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18A5F7-8843-4A50-8A67-A6FA73CFE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cap="none" dirty="0">
                <a:latin typeface="Consolas" panose="020B0609020204030204" pitchFamily="49" charset="0"/>
              </a:rPr>
              <a:t>Recursion – Example: Maze</a:t>
            </a:r>
            <a:endParaRPr lang="zh-TW" altLang="en-US" cap="none" dirty="0">
              <a:latin typeface="Consolas" panose="020B0609020204030204" pitchFamily="49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5FC1553-9B37-4DBA-8925-FB8E6031F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570748"/>
            <a:ext cx="9905998" cy="9585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400" cap="none" dirty="0">
                <a:latin typeface="Consolas" panose="020B0609020204030204" pitchFamily="49" charset="0"/>
              </a:rPr>
              <a:t>Given a map with start point and end point, please find the minimum steps to reach end point from start point.</a:t>
            </a:r>
            <a:endParaRPr lang="zh-TW" altLang="en-US" sz="2400" cap="none" dirty="0">
              <a:latin typeface="Consolas" panose="020B0609020204030204" pitchFamily="49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1114CC6-A37D-420B-8599-23574E496F33}"/>
              </a:ext>
            </a:extLst>
          </p:cNvPr>
          <p:cNvSpPr txBox="1"/>
          <p:nvPr/>
        </p:nvSpPr>
        <p:spPr>
          <a:xfrm>
            <a:off x="1141413" y="4170946"/>
            <a:ext cx="2959769" cy="156966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Consolas" panose="020B0609020204030204" pitchFamily="49" charset="0"/>
              </a:rPr>
              <a:t>‘S’: Start point</a:t>
            </a:r>
          </a:p>
          <a:p>
            <a:r>
              <a:rPr lang="en-US" altLang="zh-TW" sz="2400" dirty="0">
                <a:latin typeface="Consolas" panose="020B0609020204030204" pitchFamily="49" charset="0"/>
              </a:rPr>
              <a:t>‘E’: End point</a:t>
            </a:r>
          </a:p>
          <a:p>
            <a:r>
              <a:rPr lang="en-US" altLang="zh-TW" sz="2400" dirty="0">
                <a:latin typeface="Consolas" panose="020B0609020204030204" pitchFamily="49" charset="0"/>
              </a:rPr>
              <a:t>‘.’: path</a:t>
            </a:r>
          </a:p>
          <a:p>
            <a:r>
              <a:rPr lang="en-US" altLang="zh-TW" sz="2400" dirty="0">
                <a:latin typeface="Consolas" panose="020B0609020204030204" pitchFamily="49" charset="0"/>
              </a:rPr>
              <a:t>‘#’: wall</a:t>
            </a:r>
            <a:endParaRPr lang="zh-TW" altLang="en-US" sz="2400" dirty="0">
              <a:latin typeface="Consolas" panose="020B0609020204030204" pitchFamily="49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1F6D5FB-48B2-4C88-8AFE-46951C2E2065}"/>
              </a:ext>
            </a:extLst>
          </p:cNvPr>
          <p:cNvSpPr txBox="1"/>
          <p:nvPr/>
        </p:nvSpPr>
        <p:spPr>
          <a:xfrm>
            <a:off x="4916396" y="3616946"/>
            <a:ext cx="1395663" cy="2677656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Consolas" panose="020B0609020204030204" pitchFamily="49" charset="0"/>
              </a:rPr>
              <a:t>6 7</a:t>
            </a:r>
          </a:p>
          <a:p>
            <a:r>
              <a:rPr lang="en-US" altLang="zh-TW" sz="2400" dirty="0">
                <a:latin typeface="Consolas" panose="020B0609020204030204" pitchFamily="49" charset="0"/>
              </a:rPr>
              <a:t>#######</a:t>
            </a:r>
          </a:p>
          <a:p>
            <a:r>
              <a:rPr lang="en-US" altLang="zh-TW" sz="2400" dirty="0">
                <a:latin typeface="Consolas" panose="020B0609020204030204" pitchFamily="49" charset="0"/>
              </a:rPr>
              <a:t>##</a:t>
            </a:r>
            <a:r>
              <a:rPr lang="en-US" altLang="zh-TW" sz="2400" dirty="0">
                <a:solidFill>
                  <a:srgbClr val="FFFF00"/>
                </a:solidFill>
                <a:latin typeface="Consolas" panose="020B0609020204030204" pitchFamily="49" charset="0"/>
              </a:rPr>
              <a:t>S...</a:t>
            </a:r>
            <a:r>
              <a:rPr lang="en-US" altLang="zh-TW" sz="2400" dirty="0">
                <a:latin typeface="Consolas" panose="020B0609020204030204" pitchFamily="49" charset="0"/>
              </a:rPr>
              <a:t>#</a:t>
            </a:r>
          </a:p>
          <a:p>
            <a:r>
              <a:rPr lang="en-US" altLang="zh-TW" sz="2400" dirty="0">
                <a:latin typeface="Consolas" panose="020B0609020204030204" pitchFamily="49" charset="0"/>
              </a:rPr>
              <a:t>#...#</a:t>
            </a:r>
            <a:r>
              <a:rPr lang="en-US" altLang="zh-TW" sz="2400" dirty="0">
                <a:solidFill>
                  <a:srgbClr val="FFFF00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400" dirty="0">
                <a:latin typeface="Consolas" panose="020B0609020204030204" pitchFamily="49" charset="0"/>
              </a:rPr>
              <a:t>#</a:t>
            </a:r>
          </a:p>
          <a:p>
            <a:r>
              <a:rPr lang="en-US" altLang="zh-TW" sz="2400" dirty="0">
                <a:latin typeface="Consolas" panose="020B0609020204030204" pitchFamily="49" charset="0"/>
              </a:rPr>
              <a:t>#.##</a:t>
            </a:r>
            <a:r>
              <a:rPr lang="en-US" altLang="zh-TW" sz="2400" dirty="0">
                <a:solidFill>
                  <a:srgbClr val="FFFF00"/>
                </a:solidFill>
                <a:latin typeface="Consolas" panose="020B0609020204030204" pitchFamily="49" charset="0"/>
              </a:rPr>
              <a:t>E.</a:t>
            </a:r>
            <a:r>
              <a:rPr lang="en-US" altLang="zh-TW" sz="2400" dirty="0">
                <a:latin typeface="Consolas" panose="020B0609020204030204" pitchFamily="49" charset="0"/>
              </a:rPr>
              <a:t>#</a:t>
            </a:r>
          </a:p>
          <a:p>
            <a:r>
              <a:rPr lang="en-US" altLang="zh-TW" sz="2400" dirty="0">
                <a:latin typeface="Consolas" panose="020B0609020204030204" pitchFamily="49" charset="0"/>
              </a:rPr>
              <a:t>#.....#</a:t>
            </a:r>
          </a:p>
          <a:p>
            <a:r>
              <a:rPr lang="en-US" altLang="zh-TW" sz="2400" dirty="0">
                <a:latin typeface="Consolas" panose="020B0609020204030204" pitchFamily="49" charset="0"/>
              </a:rPr>
              <a:t>#######</a:t>
            </a:r>
            <a:endParaRPr lang="zh-TW" altLang="en-US" sz="2400" dirty="0">
              <a:latin typeface="Consolas" panose="020B0609020204030204" pitchFamily="49" charset="0"/>
            </a:endParaRPr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ACE60251-68FF-4BF2-B79A-8D187E374012}"/>
              </a:ext>
            </a:extLst>
          </p:cNvPr>
          <p:cNvGrpSpPr>
            <a:grpSpLocks noChangeAspect="1"/>
          </p:cNvGrpSpPr>
          <p:nvPr/>
        </p:nvGrpSpPr>
        <p:grpSpPr>
          <a:xfrm>
            <a:off x="8181474" y="3616947"/>
            <a:ext cx="2654968" cy="2701915"/>
            <a:chOff x="7213350" y="3429001"/>
            <a:chExt cx="3214018" cy="3270851"/>
          </a:xfrm>
        </p:grpSpPr>
        <p:sp>
          <p:nvSpPr>
            <p:cNvPr id="6" name="箭號: 向右 5">
              <a:extLst>
                <a:ext uri="{FF2B5EF4-FFF2-40B4-BE49-F238E27FC236}">
                  <a16:creationId xmlns:a16="http://schemas.microsoft.com/office/drawing/2014/main" id="{247DE26F-D6F9-4995-9B11-E558A354D834}"/>
                </a:ext>
              </a:extLst>
            </p:cNvPr>
            <p:cNvSpPr/>
            <p:nvPr/>
          </p:nvSpPr>
          <p:spPr>
            <a:xfrm>
              <a:off x="9248274" y="4891973"/>
              <a:ext cx="1179094" cy="344905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箭號: 向右 6">
              <a:extLst>
                <a:ext uri="{FF2B5EF4-FFF2-40B4-BE49-F238E27FC236}">
                  <a16:creationId xmlns:a16="http://schemas.microsoft.com/office/drawing/2014/main" id="{D7B97C79-E32D-4E3B-8A58-D7BE82F8618A}"/>
                </a:ext>
              </a:extLst>
            </p:cNvPr>
            <p:cNvSpPr/>
            <p:nvPr/>
          </p:nvSpPr>
          <p:spPr>
            <a:xfrm rot="5400000">
              <a:off x="8238832" y="5937852"/>
              <a:ext cx="1179094" cy="344905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8" name="箭號: 向右 7">
              <a:extLst>
                <a:ext uri="{FF2B5EF4-FFF2-40B4-BE49-F238E27FC236}">
                  <a16:creationId xmlns:a16="http://schemas.microsoft.com/office/drawing/2014/main" id="{A32E4B56-8B90-47C2-92C4-5E9848C56BAB}"/>
                </a:ext>
              </a:extLst>
            </p:cNvPr>
            <p:cNvSpPr/>
            <p:nvPr/>
          </p:nvSpPr>
          <p:spPr>
            <a:xfrm rot="16200000">
              <a:off x="8238832" y="3846095"/>
              <a:ext cx="1179094" cy="344905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箭號: 向右 8">
              <a:extLst>
                <a:ext uri="{FF2B5EF4-FFF2-40B4-BE49-F238E27FC236}">
                  <a16:creationId xmlns:a16="http://schemas.microsoft.com/office/drawing/2014/main" id="{CC69319F-38AB-4D0B-958A-B999FAB8D880}"/>
                </a:ext>
              </a:extLst>
            </p:cNvPr>
            <p:cNvSpPr/>
            <p:nvPr/>
          </p:nvSpPr>
          <p:spPr>
            <a:xfrm flipH="1">
              <a:off x="7213350" y="4891973"/>
              <a:ext cx="1179094" cy="344905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橢圓 9">
              <a:extLst>
                <a:ext uri="{FF2B5EF4-FFF2-40B4-BE49-F238E27FC236}">
                  <a16:creationId xmlns:a16="http://schemas.microsoft.com/office/drawing/2014/main" id="{F92B5B3B-1364-48A5-86D5-D88003A249E5}"/>
                </a:ext>
              </a:extLst>
            </p:cNvPr>
            <p:cNvSpPr/>
            <p:nvPr/>
          </p:nvSpPr>
          <p:spPr>
            <a:xfrm>
              <a:off x="8392444" y="4608095"/>
              <a:ext cx="855830" cy="91266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1EB0CEB8-8206-47CE-9F83-BAF882EF2174}"/>
              </a:ext>
            </a:extLst>
          </p:cNvPr>
          <p:cNvSpPr txBox="1"/>
          <p:nvPr/>
        </p:nvSpPr>
        <p:spPr>
          <a:xfrm>
            <a:off x="5205300" y="6382285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Consolas" panose="020B0609020204030204" pitchFamily="49" charset="0"/>
              </a:rPr>
              <a:t>Input</a:t>
            </a:r>
            <a:endParaRPr lang="zh-TW" altLang="en-US" dirty="0">
              <a:latin typeface="Consolas" panose="020B0609020204030204" pitchFamily="49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3FD34A35-42FD-47BD-BCA5-B2E1259703C8}"/>
              </a:ext>
            </a:extLst>
          </p:cNvPr>
          <p:cNvSpPr txBox="1"/>
          <p:nvPr/>
        </p:nvSpPr>
        <p:spPr>
          <a:xfrm>
            <a:off x="6356824" y="4771108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Consolas" panose="020B0609020204030204" pitchFamily="49" charset="0"/>
              </a:rPr>
              <a:t>Output: 6</a:t>
            </a:r>
            <a:endParaRPr lang="zh-TW" alt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10621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2C8D34-F284-44D2-A973-17221D158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cap="none" dirty="0">
                <a:latin typeface="Consolas" panose="020B0609020204030204" pitchFamily="49" charset="0"/>
              </a:rPr>
              <a:t>Recursion – Example: Maze </a:t>
            </a:r>
            <a:r>
              <a:rPr lang="en-US" altLang="zh-TW" cap="none" dirty="0">
                <a:solidFill>
                  <a:srgbClr val="FFFF00"/>
                </a:solidFill>
                <a:latin typeface="Consolas" panose="020B0609020204030204" pitchFamily="49" charset="0"/>
              </a:rPr>
              <a:t>| Variables</a:t>
            </a:r>
            <a:endParaRPr lang="zh-TW" altLang="en-US" cap="none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1FF5D9B-7F6D-4903-8146-96A92B474A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3" y="2910393"/>
            <a:ext cx="9298522" cy="1003222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9F8BE6BA-ECE1-486E-A59A-F3B6AF4EFDEB}"/>
              </a:ext>
            </a:extLst>
          </p:cNvPr>
          <p:cNvSpPr txBox="1"/>
          <p:nvPr/>
        </p:nvSpPr>
        <p:spPr>
          <a:xfrm>
            <a:off x="1141413" y="4309408"/>
            <a:ext cx="1078029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Consolas" panose="020B0609020204030204" pitchFamily="49" charset="0"/>
              </a:rPr>
              <a:t>R: Total row</a:t>
            </a:r>
          </a:p>
          <a:p>
            <a:r>
              <a:rPr lang="en-US" altLang="zh-TW" sz="2400" dirty="0">
                <a:latin typeface="Consolas" panose="020B0609020204030204" pitchFamily="49" charset="0"/>
              </a:rPr>
              <a:t>C: Total column</a:t>
            </a:r>
          </a:p>
          <a:p>
            <a:r>
              <a:rPr lang="en-US" altLang="zh-TW" sz="2400" dirty="0">
                <a:latin typeface="Consolas" panose="020B0609020204030204" pitchFamily="49" charset="0"/>
              </a:rPr>
              <a:t>Start[2]: record the start point</a:t>
            </a:r>
          </a:p>
          <a:p>
            <a:r>
              <a:rPr lang="en-US" altLang="zh-TW" sz="2400" dirty="0" err="1">
                <a:latin typeface="Consolas" panose="020B0609020204030204" pitchFamily="49" charset="0"/>
              </a:rPr>
              <a:t>min_distance</a:t>
            </a:r>
            <a:r>
              <a:rPr lang="en-US" altLang="zh-TW" sz="2400" dirty="0">
                <a:latin typeface="Consolas" panose="020B0609020204030204" pitchFamily="49" charset="0"/>
              </a:rPr>
              <a:t>: record the minimum step to reach the end point</a:t>
            </a:r>
          </a:p>
          <a:p>
            <a:r>
              <a:rPr lang="en-US" altLang="zh-TW" sz="2400" dirty="0">
                <a:latin typeface="Consolas" panose="020B0609020204030204" pitchFamily="49" charset="0"/>
              </a:rPr>
              <a:t>map: store the maze</a:t>
            </a:r>
            <a:endParaRPr lang="zh-TW" altLang="en-US" sz="2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63562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D6E9AF-8035-4342-AC6E-A7EBE27A5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cap="none" dirty="0">
                <a:latin typeface="Consolas" panose="020B0609020204030204" pitchFamily="49" charset="0"/>
              </a:rPr>
              <a:t>Recursion – Example: Maze </a:t>
            </a:r>
            <a:r>
              <a:rPr lang="en-US" altLang="zh-TW" cap="none" dirty="0">
                <a:solidFill>
                  <a:srgbClr val="FFFF00"/>
                </a:solidFill>
                <a:latin typeface="Consolas" panose="020B0609020204030204" pitchFamily="49" charset="0"/>
              </a:rPr>
              <a:t>| Main Function</a:t>
            </a:r>
            <a:endParaRPr lang="zh-TW" altLang="en-US" dirty="0">
              <a:solidFill>
                <a:srgbClr val="FFFF00"/>
              </a:solidFill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071DCB7-7D84-422E-827E-9DAB7A40D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3" y="2514600"/>
            <a:ext cx="4591691" cy="3991532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22E44283-471B-4785-95AC-C77C4E86C63A}"/>
              </a:ext>
            </a:extLst>
          </p:cNvPr>
          <p:cNvSpPr txBox="1"/>
          <p:nvPr/>
        </p:nvSpPr>
        <p:spPr>
          <a:xfrm>
            <a:off x="8124818" y="3004573"/>
            <a:ext cx="1395663" cy="2677656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Consolas" panose="020B0609020204030204" pitchFamily="49" charset="0"/>
              </a:rPr>
              <a:t>6 7</a:t>
            </a:r>
          </a:p>
          <a:p>
            <a:r>
              <a:rPr lang="en-US" altLang="zh-TW" sz="2400" dirty="0">
                <a:latin typeface="Consolas" panose="020B0609020204030204" pitchFamily="49" charset="0"/>
              </a:rPr>
              <a:t>#######</a:t>
            </a:r>
          </a:p>
          <a:p>
            <a:r>
              <a:rPr lang="en-US" altLang="zh-TW" sz="2400" dirty="0">
                <a:latin typeface="Consolas" panose="020B0609020204030204" pitchFamily="49" charset="0"/>
              </a:rPr>
              <a:t>##</a:t>
            </a:r>
            <a:r>
              <a:rPr lang="en-US" altLang="zh-TW" sz="2400" dirty="0">
                <a:solidFill>
                  <a:srgbClr val="FFFF00"/>
                </a:solidFill>
                <a:latin typeface="Consolas" panose="020B0609020204030204" pitchFamily="49" charset="0"/>
              </a:rPr>
              <a:t>S...</a:t>
            </a:r>
            <a:r>
              <a:rPr lang="en-US" altLang="zh-TW" sz="2400" dirty="0">
                <a:latin typeface="Consolas" panose="020B0609020204030204" pitchFamily="49" charset="0"/>
              </a:rPr>
              <a:t>#</a:t>
            </a:r>
          </a:p>
          <a:p>
            <a:r>
              <a:rPr lang="en-US" altLang="zh-TW" sz="2400" dirty="0">
                <a:latin typeface="Consolas" panose="020B0609020204030204" pitchFamily="49" charset="0"/>
              </a:rPr>
              <a:t>#...#</a:t>
            </a:r>
            <a:r>
              <a:rPr lang="en-US" altLang="zh-TW" sz="2400" dirty="0">
                <a:solidFill>
                  <a:srgbClr val="FFFF00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400" dirty="0">
                <a:latin typeface="Consolas" panose="020B0609020204030204" pitchFamily="49" charset="0"/>
              </a:rPr>
              <a:t>#</a:t>
            </a:r>
          </a:p>
          <a:p>
            <a:r>
              <a:rPr lang="en-US" altLang="zh-TW" sz="2400" dirty="0">
                <a:latin typeface="Consolas" panose="020B0609020204030204" pitchFamily="49" charset="0"/>
              </a:rPr>
              <a:t>#.##</a:t>
            </a:r>
            <a:r>
              <a:rPr lang="en-US" altLang="zh-TW" sz="2400" dirty="0">
                <a:solidFill>
                  <a:srgbClr val="FFFF00"/>
                </a:solidFill>
                <a:latin typeface="Consolas" panose="020B0609020204030204" pitchFamily="49" charset="0"/>
              </a:rPr>
              <a:t>E.</a:t>
            </a:r>
            <a:r>
              <a:rPr lang="en-US" altLang="zh-TW" sz="2400" dirty="0">
                <a:latin typeface="Consolas" panose="020B0609020204030204" pitchFamily="49" charset="0"/>
              </a:rPr>
              <a:t>#</a:t>
            </a:r>
          </a:p>
          <a:p>
            <a:r>
              <a:rPr lang="en-US" altLang="zh-TW" sz="2400" dirty="0">
                <a:latin typeface="Consolas" panose="020B0609020204030204" pitchFamily="49" charset="0"/>
              </a:rPr>
              <a:t>#.....#</a:t>
            </a:r>
          </a:p>
          <a:p>
            <a:r>
              <a:rPr lang="en-US" altLang="zh-TW" sz="2400" dirty="0">
                <a:latin typeface="Consolas" panose="020B0609020204030204" pitchFamily="49" charset="0"/>
              </a:rPr>
              <a:t>#######</a:t>
            </a:r>
            <a:endParaRPr lang="zh-TW" altLang="en-US" sz="2400" dirty="0">
              <a:latin typeface="Consolas" panose="020B0609020204030204" pitchFamily="49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BADFFBA-FC02-483D-BC75-FC90183D9504}"/>
              </a:ext>
            </a:extLst>
          </p:cNvPr>
          <p:cNvSpPr txBox="1"/>
          <p:nvPr/>
        </p:nvSpPr>
        <p:spPr>
          <a:xfrm>
            <a:off x="8413722" y="5769912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Consolas" panose="020B0609020204030204" pitchFamily="49" charset="0"/>
              </a:rPr>
              <a:t>Input</a:t>
            </a:r>
            <a:endParaRPr lang="zh-TW" altLang="en-US" dirty="0">
              <a:latin typeface="Consolas" panose="020B0609020204030204" pitchFamily="49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38D1CD1-9484-491B-99C4-0BBCAD03F910}"/>
              </a:ext>
            </a:extLst>
          </p:cNvPr>
          <p:cNvSpPr/>
          <p:nvPr/>
        </p:nvSpPr>
        <p:spPr>
          <a:xfrm>
            <a:off x="1141413" y="2514600"/>
            <a:ext cx="2893176" cy="6216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7EC1362-AECC-4810-9D94-3978531329DE}"/>
              </a:ext>
            </a:extLst>
          </p:cNvPr>
          <p:cNvSpPr/>
          <p:nvPr/>
        </p:nvSpPr>
        <p:spPr>
          <a:xfrm>
            <a:off x="8124818" y="3004573"/>
            <a:ext cx="682298" cy="4244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87D3BD3-571C-4C21-90BE-B928ADCABA73}"/>
              </a:ext>
            </a:extLst>
          </p:cNvPr>
          <p:cNvSpPr/>
          <p:nvPr/>
        </p:nvSpPr>
        <p:spPr>
          <a:xfrm>
            <a:off x="1141413" y="3429000"/>
            <a:ext cx="4591691" cy="30771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97398BE-C693-4FF9-A907-15385BE299CF}"/>
              </a:ext>
            </a:extLst>
          </p:cNvPr>
          <p:cNvSpPr/>
          <p:nvPr/>
        </p:nvSpPr>
        <p:spPr>
          <a:xfrm>
            <a:off x="8124818" y="3429000"/>
            <a:ext cx="1395663" cy="22532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29860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  <p:bldP spid="8" grpId="1" animBg="1"/>
      <p:bldP spid="9" grpId="0" animBg="1"/>
      <p:bldP spid="10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D6E9AF-8035-4342-AC6E-A7EBE27A5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cap="none" dirty="0">
                <a:latin typeface="Consolas" panose="020B0609020204030204" pitchFamily="49" charset="0"/>
              </a:rPr>
              <a:t>Recursion – Example: Maze </a:t>
            </a:r>
            <a:r>
              <a:rPr lang="en-US" altLang="zh-TW" cap="none" dirty="0">
                <a:solidFill>
                  <a:srgbClr val="FFFF00"/>
                </a:solidFill>
                <a:latin typeface="Consolas" panose="020B0609020204030204" pitchFamily="49" charset="0"/>
              </a:rPr>
              <a:t>| Main Function</a:t>
            </a:r>
            <a:endParaRPr lang="zh-TW" altLang="en-US" dirty="0">
              <a:solidFill>
                <a:srgbClr val="FFFF00"/>
              </a:solidFill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9947E7D-92AB-4D2F-BA77-F49C3FC83E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558" y="3493493"/>
            <a:ext cx="9300883" cy="1699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5035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77C5FB-2098-4AE7-BE8E-49605106F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09600"/>
            <a:ext cx="10593387" cy="1905000"/>
          </a:xfrm>
        </p:spPr>
        <p:txBody>
          <a:bodyPr/>
          <a:lstStyle/>
          <a:p>
            <a:r>
              <a:rPr lang="en-US" altLang="zh-TW" cap="none" dirty="0">
                <a:latin typeface="Consolas" panose="020B0609020204030204" pitchFamily="49" charset="0"/>
              </a:rPr>
              <a:t>Recursion – Example: Maze </a:t>
            </a:r>
            <a:r>
              <a:rPr lang="en-US" altLang="zh-TW" cap="none" dirty="0">
                <a:solidFill>
                  <a:srgbClr val="FFFF00"/>
                </a:solidFill>
                <a:latin typeface="Consolas" panose="020B0609020204030204" pitchFamily="49" charset="0"/>
              </a:rPr>
              <a:t>| Recursive Function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68C9875-B4EF-4F45-A2E8-C9D4C9346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2" y="2940178"/>
            <a:ext cx="9944983" cy="488822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A113718C-347D-4CCB-8ADD-7D460EC8D383}"/>
              </a:ext>
            </a:extLst>
          </p:cNvPr>
          <p:cNvSpPr txBox="1"/>
          <p:nvPr/>
        </p:nvSpPr>
        <p:spPr>
          <a:xfrm>
            <a:off x="5329987" y="5053262"/>
            <a:ext cx="4203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  <a:latin typeface="Consolas" panose="020B0609020204030204" pitchFamily="49" charset="0"/>
              </a:rPr>
              <a:t>Decide the parameters</a:t>
            </a:r>
            <a:endParaRPr lang="zh-TW" altLang="en-US" sz="24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5BA3DDF-A83C-48ED-B6A6-E14925934EFC}"/>
              </a:ext>
            </a:extLst>
          </p:cNvPr>
          <p:cNvSpPr/>
          <p:nvPr/>
        </p:nvSpPr>
        <p:spPr>
          <a:xfrm>
            <a:off x="4026568" y="2940178"/>
            <a:ext cx="6809874" cy="48882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箭號: 向下 7">
            <a:extLst>
              <a:ext uri="{FF2B5EF4-FFF2-40B4-BE49-F238E27FC236}">
                <a16:creationId xmlns:a16="http://schemas.microsoft.com/office/drawing/2014/main" id="{D270305A-230D-42FC-9E99-51D6931A6FCE}"/>
              </a:ext>
            </a:extLst>
          </p:cNvPr>
          <p:cNvSpPr/>
          <p:nvPr/>
        </p:nvSpPr>
        <p:spPr>
          <a:xfrm>
            <a:off x="7291135" y="3493167"/>
            <a:ext cx="280737" cy="1560095"/>
          </a:xfrm>
          <a:prstGeom prst="down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876816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77C5FB-2098-4AE7-BE8E-49605106F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09600"/>
            <a:ext cx="10593387" cy="1905000"/>
          </a:xfrm>
        </p:spPr>
        <p:txBody>
          <a:bodyPr/>
          <a:lstStyle/>
          <a:p>
            <a:r>
              <a:rPr lang="en-US" altLang="zh-TW" cap="none" dirty="0">
                <a:latin typeface="Consolas" panose="020B0609020204030204" pitchFamily="49" charset="0"/>
              </a:rPr>
              <a:t>Recursion – Example: Maze </a:t>
            </a:r>
            <a:r>
              <a:rPr lang="en-US" altLang="zh-TW" cap="none" dirty="0">
                <a:solidFill>
                  <a:srgbClr val="FFFF00"/>
                </a:solidFill>
                <a:latin typeface="Consolas" panose="020B0609020204030204" pitchFamily="49" charset="0"/>
              </a:rPr>
              <a:t>| Recursive Function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4E58F45-8D58-4652-B794-CAA0CBBF3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01" y="2763025"/>
            <a:ext cx="8881997" cy="2237874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87C34A4B-E457-42C2-8F2B-B8A4C58D9797}"/>
              </a:ext>
            </a:extLst>
          </p:cNvPr>
          <p:cNvSpPr txBox="1"/>
          <p:nvPr/>
        </p:nvSpPr>
        <p:spPr>
          <a:xfrm>
            <a:off x="3794728" y="5284964"/>
            <a:ext cx="46025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  <a:latin typeface="Consolas" panose="020B0609020204030204" pitchFamily="49" charset="0"/>
              </a:rPr>
              <a:t>Decide the stop conditions</a:t>
            </a:r>
            <a:endParaRPr lang="zh-TW" altLang="en-US" sz="24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44C53FB-1C57-4E12-BD5C-BA6D7D863893}"/>
              </a:ext>
            </a:extLst>
          </p:cNvPr>
          <p:cNvSpPr/>
          <p:nvPr/>
        </p:nvSpPr>
        <p:spPr>
          <a:xfrm>
            <a:off x="1655001" y="2763025"/>
            <a:ext cx="8881997" cy="223787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62644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77C5FB-2098-4AE7-BE8E-49605106F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09600"/>
            <a:ext cx="10593387" cy="1905000"/>
          </a:xfrm>
        </p:spPr>
        <p:txBody>
          <a:bodyPr/>
          <a:lstStyle/>
          <a:p>
            <a:r>
              <a:rPr lang="en-US" altLang="zh-TW" cap="none" dirty="0">
                <a:latin typeface="Consolas" panose="020B0609020204030204" pitchFamily="49" charset="0"/>
              </a:rPr>
              <a:t>Recursion – Example: Maze </a:t>
            </a:r>
            <a:r>
              <a:rPr lang="en-US" altLang="zh-TW" cap="none" dirty="0">
                <a:solidFill>
                  <a:srgbClr val="FFFF00"/>
                </a:solidFill>
                <a:latin typeface="Consolas" panose="020B0609020204030204" pitchFamily="49" charset="0"/>
              </a:rPr>
              <a:t>| Recursive Function</a:t>
            </a:r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6630E97-6766-4CF4-B065-4C55532B24F7}"/>
              </a:ext>
            </a:extLst>
          </p:cNvPr>
          <p:cNvSpPr txBox="1"/>
          <p:nvPr/>
        </p:nvSpPr>
        <p:spPr>
          <a:xfrm>
            <a:off x="4341394" y="2758351"/>
            <a:ext cx="350921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###########</a:t>
            </a:r>
          </a:p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#...#..#..#</a:t>
            </a:r>
          </a:p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#...#</a:t>
            </a:r>
            <a:r>
              <a:rPr lang="en-US" altLang="zh-TW" sz="4000" dirty="0">
                <a:highlight>
                  <a:srgbClr val="FF0000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4000" dirty="0">
                <a:latin typeface="Consolas" panose="020B0609020204030204" pitchFamily="49" charset="0"/>
              </a:rPr>
              <a:t>#...#</a:t>
            </a:r>
          </a:p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#.....#...#</a:t>
            </a:r>
          </a:p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###########</a:t>
            </a:r>
            <a:endParaRPr lang="zh-TW" altLang="en-US" sz="4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28944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77C5FB-2098-4AE7-BE8E-49605106F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09600"/>
            <a:ext cx="10593387" cy="1905000"/>
          </a:xfrm>
        </p:spPr>
        <p:txBody>
          <a:bodyPr/>
          <a:lstStyle/>
          <a:p>
            <a:r>
              <a:rPr lang="en-US" altLang="zh-TW" cap="none" dirty="0">
                <a:latin typeface="Consolas" panose="020B0609020204030204" pitchFamily="49" charset="0"/>
              </a:rPr>
              <a:t>Recursion – Example: Maze </a:t>
            </a:r>
            <a:r>
              <a:rPr lang="en-US" altLang="zh-TW" cap="none" dirty="0">
                <a:solidFill>
                  <a:srgbClr val="FFFF00"/>
                </a:solidFill>
                <a:latin typeface="Consolas" panose="020B0609020204030204" pitchFamily="49" charset="0"/>
              </a:rPr>
              <a:t>| Recursive Function</a:t>
            </a:r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6630E97-6766-4CF4-B065-4C55532B24F7}"/>
              </a:ext>
            </a:extLst>
          </p:cNvPr>
          <p:cNvSpPr txBox="1"/>
          <p:nvPr/>
        </p:nvSpPr>
        <p:spPr>
          <a:xfrm>
            <a:off x="4341394" y="2758351"/>
            <a:ext cx="350921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###########</a:t>
            </a:r>
          </a:p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#...#</a:t>
            </a:r>
            <a:r>
              <a:rPr lang="en-US" altLang="zh-TW" sz="4000" dirty="0">
                <a:highlight>
                  <a:srgbClr val="FF0000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4000" dirty="0">
                <a:latin typeface="Consolas" panose="020B0609020204030204" pitchFamily="49" charset="0"/>
              </a:rPr>
              <a:t>.#..#</a:t>
            </a:r>
          </a:p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#...#</a:t>
            </a:r>
            <a:r>
              <a:rPr lang="en-US" altLang="zh-TW" sz="4000" dirty="0">
                <a:highlight>
                  <a:srgbClr val="FF0000"/>
                </a:highlight>
                <a:latin typeface="Consolas" panose="020B0609020204030204" pitchFamily="49" charset="0"/>
              </a:rPr>
              <a:t>#</a:t>
            </a:r>
            <a:r>
              <a:rPr lang="en-US" altLang="zh-TW" sz="4000" dirty="0">
                <a:latin typeface="Consolas" panose="020B0609020204030204" pitchFamily="49" charset="0"/>
              </a:rPr>
              <a:t>#...#</a:t>
            </a:r>
          </a:p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#.....#...#</a:t>
            </a:r>
          </a:p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###########</a:t>
            </a:r>
            <a:endParaRPr lang="zh-TW" altLang="en-US" sz="4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18588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77C5FB-2098-4AE7-BE8E-49605106F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09600"/>
            <a:ext cx="10593387" cy="1905000"/>
          </a:xfrm>
        </p:spPr>
        <p:txBody>
          <a:bodyPr/>
          <a:lstStyle/>
          <a:p>
            <a:r>
              <a:rPr lang="en-US" altLang="zh-TW" cap="none" dirty="0">
                <a:latin typeface="Consolas" panose="020B0609020204030204" pitchFamily="49" charset="0"/>
              </a:rPr>
              <a:t>Recursion – Example: Maze </a:t>
            </a:r>
            <a:r>
              <a:rPr lang="en-US" altLang="zh-TW" cap="none" dirty="0">
                <a:solidFill>
                  <a:srgbClr val="FFFF00"/>
                </a:solidFill>
                <a:latin typeface="Consolas" panose="020B0609020204030204" pitchFamily="49" charset="0"/>
              </a:rPr>
              <a:t>| Recursive Function</a:t>
            </a:r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6630E97-6766-4CF4-B065-4C55532B24F7}"/>
              </a:ext>
            </a:extLst>
          </p:cNvPr>
          <p:cNvSpPr txBox="1"/>
          <p:nvPr/>
        </p:nvSpPr>
        <p:spPr>
          <a:xfrm>
            <a:off x="4341394" y="2758351"/>
            <a:ext cx="350921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###########</a:t>
            </a:r>
          </a:p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#...#</a:t>
            </a:r>
            <a:r>
              <a:rPr lang="en-US" altLang="zh-TW" sz="4000" dirty="0">
                <a:highlight>
                  <a:srgbClr val="FF0000"/>
                </a:highlight>
                <a:latin typeface="Consolas" panose="020B0609020204030204" pitchFamily="49" charset="0"/>
              </a:rPr>
              <a:t>#.</a:t>
            </a:r>
            <a:r>
              <a:rPr lang="en-US" altLang="zh-TW" sz="4000" dirty="0">
                <a:latin typeface="Consolas" panose="020B0609020204030204" pitchFamily="49" charset="0"/>
              </a:rPr>
              <a:t>#..#</a:t>
            </a:r>
          </a:p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#...#</a:t>
            </a:r>
            <a:r>
              <a:rPr lang="en-US" altLang="zh-TW" sz="4000" dirty="0">
                <a:highlight>
                  <a:srgbClr val="FF0000"/>
                </a:highlight>
                <a:latin typeface="Consolas" panose="020B0609020204030204" pitchFamily="49" charset="0"/>
              </a:rPr>
              <a:t>#</a:t>
            </a:r>
            <a:r>
              <a:rPr lang="en-US" altLang="zh-TW" sz="4000" dirty="0">
                <a:latin typeface="Consolas" panose="020B0609020204030204" pitchFamily="49" charset="0"/>
              </a:rPr>
              <a:t>#...#</a:t>
            </a:r>
          </a:p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#.....#...#</a:t>
            </a:r>
          </a:p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###########</a:t>
            </a:r>
            <a:endParaRPr lang="zh-TW" altLang="en-US" sz="4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92299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77C5FB-2098-4AE7-BE8E-49605106F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09600"/>
            <a:ext cx="10593387" cy="1905000"/>
          </a:xfrm>
        </p:spPr>
        <p:txBody>
          <a:bodyPr/>
          <a:lstStyle/>
          <a:p>
            <a:r>
              <a:rPr lang="en-US" altLang="zh-TW" cap="none" dirty="0">
                <a:latin typeface="Consolas" panose="020B0609020204030204" pitchFamily="49" charset="0"/>
              </a:rPr>
              <a:t>Recursion – Example: Maze </a:t>
            </a:r>
            <a:r>
              <a:rPr lang="en-US" altLang="zh-TW" cap="none" dirty="0">
                <a:solidFill>
                  <a:srgbClr val="FFFF00"/>
                </a:solidFill>
                <a:latin typeface="Consolas" panose="020B0609020204030204" pitchFamily="49" charset="0"/>
              </a:rPr>
              <a:t>| Recursive Function</a:t>
            </a:r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6630E97-6766-4CF4-B065-4C55532B24F7}"/>
              </a:ext>
            </a:extLst>
          </p:cNvPr>
          <p:cNvSpPr txBox="1"/>
          <p:nvPr/>
        </p:nvSpPr>
        <p:spPr>
          <a:xfrm>
            <a:off x="4341394" y="2758351"/>
            <a:ext cx="350921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###########</a:t>
            </a:r>
          </a:p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#...#</a:t>
            </a:r>
            <a:r>
              <a:rPr lang="en-US" altLang="zh-TW" sz="4000" dirty="0">
                <a:highlight>
                  <a:srgbClr val="FF0000"/>
                </a:highlight>
                <a:latin typeface="Consolas" panose="020B0609020204030204" pitchFamily="49" charset="0"/>
              </a:rPr>
              <a:t>##</a:t>
            </a:r>
            <a:r>
              <a:rPr lang="en-US" altLang="zh-TW" sz="4000" dirty="0">
                <a:latin typeface="Consolas" panose="020B0609020204030204" pitchFamily="49" charset="0"/>
              </a:rPr>
              <a:t>#..#</a:t>
            </a:r>
          </a:p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#...#</a:t>
            </a:r>
            <a:r>
              <a:rPr lang="en-US" altLang="zh-TW" sz="4000" dirty="0">
                <a:highlight>
                  <a:srgbClr val="FF0000"/>
                </a:highlight>
                <a:latin typeface="Consolas" panose="020B0609020204030204" pitchFamily="49" charset="0"/>
              </a:rPr>
              <a:t>#</a:t>
            </a:r>
            <a:r>
              <a:rPr lang="en-US" altLang="zh-TW" sz="4000" dirty="0">
                <a:latin typeface="Consolas" panose="020B0609020204030204" pitchFamily="49" charset="0"/>
              </a:rPr>
              <a:t>#...#</a:t>
            </a:r>
          </a:p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#.....#...#</a:t>
            </a:r>
          </a:p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###########</a:t>
            </a:r>
            <a:endParaRPr lang="zh-TW" altLang="en-US" sz="4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12205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77C5FB-2098-4AE7-BE8E-49605106F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09600"/>
            <a:ext cx="10593387" cy="1905000"/>
          </a:xfrm>
        </p:spPr>
        <p:txBody>
          <a:bodyPr/>
          <a:lstStyle/>
          <a:p>
            <a:r>
              <a:rPr lang="en-US" altLang="zh-TW" cap="none" dirty="0">
                <a:latin typeface="Consolas" panose="020B0609020204030204" pitchFamily="49" charset="0"/>
              </a:rPr>
              <a:t>Recursion – Example: Maze </a:t>
            </a:r>
            <a:r>
              <a:rPr lang="en-US" altLang="zh-TW" cap="none" dirty="0">
                <a:solidFill>
                  <a:srgbClr val="FFFF00"/>
                </a:solidFill>
                <a:latin typeface="Consolas" panose="020B0609020204030204" pitchFamily="49" charset="0"/>
              </a:rPr>
              <a:t>| Recursive Function</a:t>
            </a:r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6630E97-6766-4CF4-B065-4C55532B24F7}"/>
              </a:ext>
            </a:extLst>
          </p:cNvPr>
          <p:cNvSpPr txBox="1"/>
          <p:nvPr/>
        </p:nvSpPr>
        <p:spPr>
          <a:xfrm>
            <a:off x="4341394" y="2758351"/>
            <a:ext cx="350921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###########</a:t>
            </a:r>
          </a:p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#...#</a:t>
            </a:r>
            <a:r>
              <a:rPr lang="en-US" altLang="zh-TW" sz="4000" dirty="0">
                <a:highlight>
                  <a:srgbClr val="FF0000"/>
                </a:highlight>
                <a:latin typeface="Consolas" panose="020B0609020204030204" pitchFamily="49" charset="0"/>
              </a:rPr>
              <a:t>#</a:t>
            </a:r>
            <a:r>
              <a:rPr lang="en-US" altLang="zh-TW" sz="4000" dirty="0">
                <a:latin typeface="Consolas" panose="020B0609020204030204" pitchFamily="49" charset="0"/>
              </a:rPr>
              <a:t>.#..#</a:t>
            </a:r>
          </a:p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#...#</a:t>
            </a:r>
            <a:r>
              <a:rPr lang="en-US" altLang="zh-TW" sz="4000" dirty="0">
                <a:highlight>
                  <a:srgbClr val="FF0000"/>
                </a:highlight>
                <a:latin typeface="Consolas" panose="020B0609020204030204" pitchFamily="49" charset="0"/>
              </a:rPr>
              <a:t>#</a:t>
            </a:r>
            <a:r>
              <a:rPr lang="en-US" altLang="zh-TW" sz="4000" dirty="0">
                <a:latin typeface="Consolas" panose="020B0609020204030204" pitchFamily="49" charset="0"/>
              </a:rPr>
              <a:t>#...#</a:t>
            </a:r>
          </a:p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#.....#...#</a:t>
            </a:r>
          </a:p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###########</a:t>
            </a:r>
            <a:endParaRPr lang="zh-TW" altLang="en-US" sz="4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47927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77C5FB-2098-4AE7-BE8E-49605106F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09600"/>
            <a:ext cx="10593387" cy="1905000"/>
          </a:xfrm>
        </p:spPr>
        <p:txBody>
          <a:bodyPr/>
          <a:lstStyle/>
          <a:p>
            <a:r>
              <a:rPr lang="en-US" altLang="zh-TW" cap="none" dirty="0">
                <a:latin typeface="Consolas" panose="020B0609020204030204" pitchFamily="49" charset="0"/>
              </a:rPr>
              <a:t>Recursion – Example: Maze </a:t>
            </a:r>
            <a:r>
              <a:rPr lang="en-US" altLang="zh-TW" cap="none" dirty="0">
                <a:solidFill>
                  <a:srgbClr val="FFFF00"/>
                </a:solidFill>
                <a:latin typeface="Consolas" panose="020B0609020204030204" pitchFamily="49" charset="0"/>
              </a:rPr>
              <a:t>| Recursive Function</a:t>
            </a:r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6630E97-6766-4CF4-B065-4C55532B24F7}"/>
              </a:ext>
            </a:extLst>
          </p:cNvPr>
          <p:cNvSpPr txBox="1"/>
          <p:nvPr/>
        </p:nvSpPr>
        <p:spPr>
          <a:xfrm>
            <a:off x="4341394" y="2758351"/>
            <a:ext cx="350921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###########</a:t>
            </a:r>
          </a:p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#...#..#..#</a:t>
            </a:r>
          </a:p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#...#</a:t>
            </a:r>
            <a:r>
              <a:rPr lang="en-US" altLang="zh-TW" sz="4000" dirty="0">
                <a:highlight>
                  <a:srgbClr val="FF0000"/>
                </a:highlight>
                <a:latin typeface="Consolas" panose="020B0609020204030204" pitchFamily="49" charset="0"/>
              </a:rPr>
              <a:t>#</a:t>
            </a:r>
            <a:r>
              <a:rPr lang="en-US" altLang="zh-TW" sz="4000" dirty="0">
                <a:latin typeface="Consolas" panose="020B0609020204030204" pitchFamily="49" charset="0"/>
              </a:rPr>
              <a:t>#...#</a:t>
            </a:r>
          </a:p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#.....#...#</a:t>
            </a:r>
          </a:p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###########</a:t>
            </a:r>
            <a:endParaRPr lang="zh-TW" altLang="en-US" sz="4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46995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77C5FB-2098-4AE7-BE8E-49605106F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09600"/>
            <a:ext cx="10593387" cy="1905000"/>
          </a:xfrm>
        </p:spPr>
        <p:txBody>
          <a:bodyPr/>
          <a:lstStyle/>
          <a:p>
            <a:r>
              <a:rPr lang="en-US" altLang="zh-TW" cap="none" dirty="0">
                <a:latin typeface="Consolas" panose="020B0609020204030204" pitchFamily="49" charset="0"/>
              </a:rPr>
              <a:t>Recursion – Example: Maze </a:t>
            </a:r>
            <a:r>
              <a:rPr lang="en-US" altLang="zh-TW" cap="none" dirty="0">
                <a:solidFill>
                  <a:srgbClr val="FFFF00"/>
                </a:solidFill>
                <a:latin typeface="Consolas" panose="020B0609020204030204" pitchFamily="49" charset="0"/>
              </a:rPr>
              <a:t>| Recursive Function</a:t>
            </a:r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6630E97-6766-4CF4-B065-4C55532B24F7}"/>
              </a:ext>
            </a:extLst>
          </p:cNvPr>
          <p:cNvSpPr txBox="1"/>
          <p:nvPr/>
        </p:nvSpPr>
        <p:spPr>
          <a:xfrm>
            <a:off x="4341394" y="2758351"/>
            <a:ext cx="350921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###########</a:t>
            </a:r>
          </a:p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#...#..#..#</a:t>
            </a:r>
          </a:p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#...#</a:t>
            </a:r>
            <a:r>
              <a:rPr lang="en-US" altLang="zh-TW" sz="4000" dirty="0">
                <a:highlight>
                  <a:srgbClr val="FF0000"/>
                </a:highlight>
                <a:latin typeface="Consolas" panose="020B0609020204030204" pitchFamily="49" charset="0"/>
              </a:rPr>
              <a:t>#</a:t>
            </a:r>
            <a:r>
              <a:rPr lang="en-US" altLang="zh-TW" sz="4000" dirty="0">
                <a:latin typeface="Consolas" panose="020B0609020204030204" pitchFamily="49" charset="0"/>
              </a:rPr>
              <a:t>#...#</a:t>
            </a:r>
          </a:p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#....</a:t>
            </a:r>
            <a:r>
              <a:rPr lang="en-US" altLang="zh-TW" sz="4000" dirty="0">
                <a:highlight>
                  <a:srgbClr val="FF0000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4000" dirty="0">
                <a:latin typeface="Consolas" panose="020B0609020204030204" pitchFamily="49" charset="0"/>
              </a:rPr>
              <a:t>#...#</a:t>
            </a:r>
          </a:p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###########</a:t>
            </a:r>
            <a:endParaRPr lang="zh-TW" altLang="en-US" sz="4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17236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77C5FB-2098-4AE7-BE8E-49605106F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09600"/>
            <a:ext cx="10593387" cy="1905000"/>
          </a:xfrm>
        </p:spPr>
        <p:txBody>
          <a:bodyPr/>
          <a:lstStyle/>
          <a:p>
            <a:r>
              <a:rPr lang="en-US" altLang="zh-TW" cap="none" dirty="0">
                <a:latin typeface="Consolas" panose="020B0609020204030204" pitchFamily="49" charset="0"/>
              </a:rPr>
              <a:t>Recursion – Example: Maze </a:t>
            </a:r>
            <a:r>
              <a:rPr lang="en-US" altLang="zh-TW" cap="none" dirty="0">
                <a:solidFill>
                  <a:srgbClr val="FFFF00"/>
                </a:solidFill>
                <a:latin typeface="Consolas" panose="020B0609020204030204" pitchFamily="49" charset="0"/>
              </a:rPr>
              <a:t>| Recursive Function</a:t>
            </a:r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6630E97-6766-4CF4-B065-4C55532B24F7}"/>
              </a:ext>
            </a:extLst>
          </p:cNvPr>
          <p:cNvSpPr txBox="1"/>
          <p:nvPr/>
        </p:nvSpPr>
        <p:spPr>
          <a:xfrm>
            <a:off x="4341394" y="2758351"/>
            <a:ext cx="350921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###########</a:t>
            </a:r>
          </a:p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#...#..#..#</a:t>
            </a:r>
          </a:p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#...#</a:t>
            </a:r>
            <a:r>
              <a:rPr lang="en-US" altLang="zh-TW" sz="4000" dirty="0">
                <a:highlight>
                  <a:srgbClr val="FF0000"/>
                </a:highlight>
                <a:latin typeface="Consolas" panose="020B0609020204030204" pitchFamily="49" charset="0"/>
              </a:rPr>
              <a:t>#</a:t>
            </a:r>
            <a:r>
              <a:rPr lang="en-US" altLang="zh-TW" sz="4000" dirty="0">
                <a:latin typeface="Consolas" panose="020B0609020204030204" pitchFamily="49" charset="0"/>
              </a:rPr>
              <a:t>#...#</a:t>
            </a:r>
          </a:p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#...</a:t>
            </a:r>
            <a:r>
              <a:rPr lang="en-US" altLang="zh-TW" sz="4000" dirty="0">
                <a:highlight>
                  <a:srgbClr val="FF0000"/>
                </a:highlight>
                <a:latin typeface="Consolas" panose="020B0609020204030204" pitchFamily="49" charset="0"/>
              </a:rPr>
              <a:t>.#</a:t>
            </a:r>
            <a:r>
              <a:rPr lang="en-US" altLang="zh-TW" sz="4000" dirty="0">
                <a:latin typeface="Consolas" panose="020B0609020204030204" pitchFamily="49" charset="0"/>
              </a:rPr>
              <a:t>#...#</a:t>
            </a:r>
          </a:p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###########</a:t>
            </a:r>
            <a:endParaRPr lang="zh-TW" altLang="en-US" sz="4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37511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77C5FB-2098-4AE7-BE8E-49605106F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09600"/>
            <a:ext cx="10593387" cy="1905000"/>
          </a:xfrm>
        </p:spPr>
        <p:txBody>
          <a:bodyPr/>
          <a:lstStyle/>
          <a:p>
            <a:r>
              <a:rPr lang="en-US" altLang="zh-TW" cap="none" dirty="0">
                <a:latin typeface="Consolas" panose="020B0609020204030204" pitchFamily="49" charset="0"/>
              </a:rPr>
              <a:t>Recursion – Example: Maze </a:t>
            </a:r>
            <a:r>
              <a:rPr lang="en-US" altLang="zh-TW" cap="none" dirty="0">
                <a:solidFill>
                  <a:srgbClr val="FFFF00"/>
                </a:solidFill>
                <a:latin typeface="Consolas" panose="020B0609020204030204" pitchFamily="49" charset="0"/>
              </a:rPr>
              <a:t>| Recursive Function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22956E6-4614-42EC-984E-0CBE31CFA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2" y="2634916"/>
            <a:ext cx="8294537" cy="327660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AAFD9435-2ACC-46A0-850E-7EDA297143A5}"/>
              </a:ext>
            </a:extLst>
          </p:cNvPr>
          <p:cNvSpPr/>
          <p:nvPr/>
        </p:nvSpPr>
        <p:spPr>
          <a:xfrm>
            <a:off x="2181726" y="3609474"/>
            <a:ext cx="6456948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EFF4412-3773-4100-8F71-3638528A1181}"/>
              </a:ext>
            </a:extLst>
          </p:cNvPr>
          <p:cNvSpPr/>
          <p:nvPr/>
        </p:nvSpPr>
        <p:spPr>
          <a:xfrm>
            <a:off x="2656564" y="3946358"/>
            <a:ext cx="272556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78B9DCB-A7AE-45DE-A0FF-FB480EDD5735}"/>
              </a:ext>
            </a:extLst>
          </p:cNvPr>
          <p:cNvSpPr/>
          <p:nvPr/>
        </p:nvSpPr>
        <p:spPr>
          <a:xfrm>
            <a:off x="2656563" y="4267200"/>
            <a:ext cx="6779385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2E4FC88-A455-4A9E-A088-864F905F4400}"/>
              </a:ext>
            </a:extLst>
          </p:cNvPr>
          <p:cNvSpPr/>
          <p:nvPr/>
        </p:nvSpPr>
        <p:spPr>
          <a:xfrm>
            <a:off x="2656562" y="4596063"/>
            <a:ext cx="272556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35529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  <p:bldP spid="11" grpId="0" animBg="1"/>
      <p:bldP spid="11" grpId="1" animBg="1"/>
      <p:bldP spid="12" grpId="0" animBg="1"/>
      <p:bldP spid="12" grpId="1" animBg="1"/>
      <p:bldP spid="13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47C986-049C-41FC-A0D1-5E7895C02A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>
                <a:latin typeface="Consolas" panose="020B0609020204030204" pitchFamily="49" charset="0"/>
              </a:rPr>
              <a:t>Pointer</a:t>
            </a:r>
            <a:endParaRPr lang="zh-TW" altLang="en-US" dirty="0">
              <a:latin typeface="Consolas" panose="020B0609020204030204" pitchFamily="49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2631129-228D-401D-83D2-17746602C3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cap="none" dirty="0">
                <a:latin typeface="Consolas" panose="020B0609020204030204" pitchFamily="49" charset="0"/>
              </a:rPr>
              <a:t>Variable’s Address</a:t>
            </a:r>
            <a:endParaRPr lang="zh-TW" altLang="en-US" cap="none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86594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C4C1D6-D9FB-4A53-AAED-6CF713FC4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cap="none" dirty="0">
                <a:latin typeface="Consolas" panose="020B0609020204030204" pitchFamily="49" charset="0"/>
              </a:rPr>
              <a:t>Pointer</a:t>
            </a:r>
            <a:endParaRPr lang="zh-TW" altLang="en-US" cap="none" dirty="0">
              <a:latin typeface="Consolas" panose="020B0609020204030204" pitchFamily="49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E5B272C-E588-4538-9F92-1CF0F1BBEA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846" y="2514600"/>
            <a:ext cx="9905998" cy="352525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2400" cap="none" dirty="0">
                <a:latin typeface="Consolas" panose="020B0609020204030204" pitchFamily="49" charset="0"/>
              </a:rPr>
              <a:t>Stored the variable’s </a:t>
            </a:r>
            <a:r>
              <a:rPr lang="en-US" altLang="zh-TW" sz="2400" cap="none" dirty="0">
                <a:solidFill>
                  <a:srgbClr val="FFFF00"/>
                </a:solidFill>
                <a:latin typeface="Consolas" panose="020B0609020204030204" pitchFamily="49" charset="0"/>
              </a:rPr>
              <a:t>address</a:t>
            </a:r>
          </a:p>
          <a:p>
            <a:pPr marL="0" indent="0">
              <a:buNone/>
            </a:pPr>
            <a:endParaRPr lang="en-US" altLang="zh-TW" sz="2400" cap="none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TW" sz="2400" b="1" cap="none" dirty="0">
                <a:solidFill>
                  <a:srgbClr val="FFFF00"/>
                </a:solidFill>
                <a:latin typeface="Consolas" panose="020B0609020204030204" pitchFamily="49" charset="0"/>
              </a:rPr>
              <a:t>type* name; </a:t>
            </a:r>
            <a:r>
              <a:rPr lang="en-US" altLang="zh-TW" sz="2400" cap="none" dirty="0">
                <a:latin typeface="Consolas" panose="020B0609020204030204" pitchFamily="49" charset="0"/>
              </a:rPr>
              <a:t>-&gt; store the address of the variable of this type in the variable name.</a:t>
            </a:r>
          </a:p>
          <a:p>
            <a:pPr marL="0" indent="0">
              <a:buNone/>
            </a:pPr>
            <a:endParaRPr lang="en-US" altLang="zh-TW" sz="2400" cap="none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TW" sz="2400" cap="none" dirty="0">
                <a:latin typeface="Consolas" panose="020B0609020204030204" pitchFamily="49" charset="0"/>
              </a:rPr>
              <a:t>This part is </a:t>
            </a:r>
            <a:r>
              <a:rPr lang="en-US" altLang="zh-TW" sz="2400" cap="none" dirty="0">
                <a:solidFill>
                  <a:srgbClr val="FFFF00"/>
                </a:solidFill>
                <a:latin typeface="Consolas" panose="020B0609020204030204" pitchFamily="49" charset="0"/>
              </a:rPr>
              <a:t>important</a:t>
            </a:r>
            <a:r>
              <a:rPr lang="en-US" altLang="zh-TW" sz="2400" cap="none" dirty="0">
                <a:latin typeface="Consolas" panose="020B0609020204030204" pitchFamily="49" charset="0"/>
              </a:rPr>
              <a:t> for learning C. But it is not friendly to a beginner.</a:t>
            </a:r>
          </a:p>
        </p:txBody>
      </p:sp>
    </p:spTree>
    <p:extLst>
      <p:ext uri="{BB962C8B-B14F-4D97-AF65-F5344CB8AC3E}">
        <p14:creationId xmlns:p14="http://schemas.microsoft.com/office/powerpoint/2010/main" val="27144408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1CBF03-5EB3-4E70-A248-587F2835B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cap="none" dirty="0">
                <a:latin typeface="Consolas" panose="020B0609020204030204" pitchFamily="49" charset="0"/>
              </a:rPr>
              <a:t>Pointer - Example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D5CEB90-8581-411A-B3BA-BD7048037F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3" y="2594037"/>
            <a:ext cx="7984299" cy="3616908"/>
          </a:xfrm>
          <a:prstGeom prst="rect">
            <a:avLst/>
          </a:prstGeom>
        </p:spPr>
      </p:pic>
      <p:grpSp>
        <p:nvGrpSpPr>
          <p:cNvPr id="10" name="群組 9">
            <a:extLst>
              <a:ext uri="{FF2B5EF4-FFF2-40B4-BE49-F238E27FC236}">
                <a16:creationId xmlns:a16="http://schemas.microsoft.com/office/drawing/2014/main" id="{EE973F25-7F64-4974-B977-3FE8CFE50E7F}"/>
              </a:ext>
            </a:extLst>
          </p:cNvPr>
          <p:cNvGrpSpPr/>
          <p:nvPr/>
        </p:nvGrpSpPr>
        <p:grpSpPr>
          <a:xfrm>
            <a:off x="5557965" y="609600"/>
            <a:ext cx="6187372" cy="1463040"/>
            <a:chOff x="5557965" y="609600"/>
            <a:chExt cx="6187372" cy="1463040"/>
          </a:xfrm>
        </p:grpSpPr>
        <p:sp>
          <p:nvSpPr>
            <p:cNvPr id="8" name="矩形: 圓角 7">
              <a:extLst>
                <a:ext uri="{FF2B5EF4-FFF2-40B4-BE49-F238E27FC236}">
                  <a16:creationId xmlns:a16="http://schemas.microsoft.com/office/drawing/2014/main" id="{23629D86-8219-4BF7-854C-D7F40DDF3E67}"/>
                </a:ext>
              </a:extLst>
            </p:cNvPr>
            <p:cNvSpPr/>
            <p:nvPr/>
          </p:nvSpPr>
          <p:spPr>
            <a:xfrm>
              <a:off x="5557965" y="609600"/>
              <a:ext cx="2651760" cy="146304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TW" dirty="0">
                  <a:latin typeface="Consolas" panose="020B0609020204030204" pitchFamily="49" charset="0"/>
                </a:rPr>
                <a:t>Name: a</a:t>
              </a:r>
            </a:p>
            <a:p>
              <a:r>
                <a:rPr lang="en-US" altLang="zh-TW" dirty="0">
                  <a:latin typeface="Consolas" panose="020B0609020204030204" pitchFamily="49" charset="0"/>
                </a:rPr>
                <a:t>Type: int</a:t>
              </a:r>
            </a:p>
            <a:p>
              <a:r>
                <a:rPr lang="en-US" altLang="zh-TW" dirty="0">
                  <a:latin typeface="Consolas" panose="020B0609020204030204" pitchFamily="49" charset="0"/>
                </a:rPr>
                <a:t>Value: 5</a:t>
              </a:r>
            </a:p>
            <a:p>
              <a:r>
                <a:rPr lang="en-US" altLang="zh-TW" dirty="0">
                  <a:latin typeface="Consolas" panose="020B0609020204030204" pitchFamily="49" charset="0"/>
                </a:rPr>
                <a:t>Address: 0061FF1C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9" name="矩形: 圓角 8">
              <a:extLst>
                <a:ext uri="{FF2B5EF4-FFF2-40B4-BE49-F238E27FC236}">
                  <a16:creationId xmlns:a16="http://schemas.microsoft.com/office/drawing/2014/main" id="{EB5BD1F0-6917-47C4-ADC0-C576F6F755FC}"/>
                </a:ext>
              </a:extLst>
            </p:cNvPr>
            <p:cNvSpPr/>
            <p:nvPr/>
          </p:nvSpPr>
          <p:spPr>
            <a:xfrm>
              <a:off x="9093577" y="609600"/>
              <a:ext cx="2651760" cy="146304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TW" dirty="0">
                  <a:latin typeface="Consolas" panose="020B0609020204030204" pitchFamily="49" charset="0"/>
                </a:rPr>
                <a:t>Name: </a:t>
              </a:r>
              <a:r>
                <a:rPr lang="en-US" altLang="zh-TW" dirty="0" err="1">
                  <a:latin typeface="Consolas" panose="020B0609020204030204" pitchFamily="49" charset="0"/>
                </a:rPr>
                <a:t>ptr</a:t>
              </a:r>
              <a:endParaRPr lang="en-US" altLang="zh-TW" dirty="0">
                <a:latin typeface="Consolas" panose="020B0609020204030204" pitchFamily="49" charset="0"/>
              </a:endParaRPr>
            </a:p>
            <a:p>
              <a:r>
                <a:rPr lang="en-US" altLang="zh-TW" dirty="0">
                  <a:latin typeface="Consolas" panose="020B0609020204030204" pitchFamily="49" charset="0"/>
                </a:rPr>
                <a:t>Type: int*</a:t>
              </a:r>
            </a:p>
            <a:p>
              <a:r>
                <a:rPr lang="en-US" altLang="zh-TW" dirty="0">
                  <a:latin typeface="Consolas" panose="020B0609020204030204" pitchFamily="49" charset="0"/>
                </a:rPr>
                <a:t>Value: 0061FF1C Address: 0061FF18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</p:grpSp>
      <p:pic>
        <p:nvPicPr>
          <p:cNvPr id="11" name="圖片 10">
            <a:extLst>
              <a:ext uri="{FF2B5EF4-FFF2-40B4-BE49-F238E27FC236}">
                <a16:creationId xmlns:a16="http://schemas.microsoft.com/office/drawing/2014/main" id="{5EE1997A-A828-4363-A4E8-347FFF2EF2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3845" y="2152077"/>
            <a:ext cx="5165236" cy="1905000"/>
          </a:xfrm>
          <a:prstGeom prst="rect">
            <a:avLst/>
          </a:prstGeom>
        </p:spPr>
      </p:pic>
      <p:grpSp>
        <p:nvGrpSpPr>
          <p:cNvPr id="22" name="群組 21">
            <a:extLst>
              <a:ext uri="{FF2B5EF4-FFF2-40B4-BE49-F238E27FC236}">
                <a16:creationId xmlns:a16="http://schemas.microsoft.com/office/drawing/2014/main" id="{A171A7DD-B030-4AEF-8580-45078E2CAF3F}"/>
              </a:ext>
            </a:extLst>
          </p:cNvPr>
          <p:cNvGrpSpPr/>
          <p:nvPr/>
        </p:nvGrpSpPr>
        <p:grpSpPr>
          <a:xfrm>
            <a:off x="2322576" y="2465330"/>
            <a:ext cx="7443216" cy="2106670"/>
            <a:chOff x="2322576" y="2465330"/>
            <a:chExt cx="7443216" cy="2106670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8B4BA4FC-D633-46B4-A021-2A1F5F2E9EF4}"/>
                </a:ext>
              </a:extLst>
            </p:cNvPr>
            <p:cNvSpPr/>
            <p:nvPr/>
          </p:nvSpPr>
          <p:spPr>
            <a:xfrm>
              <a:off x="2322576" y="4279392"/>
              <a:ext cx="4919472" cy="29260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AAFF0735-0967-4AB0-8775-41D16FCC59F3}"/>
                </a:ext>
              </a:extLst>
            </p:cNvPr>
            <p:cNvSpPr/>
            <p:nvPr/>
          </p:nvSpPr>
          <p:spPr>
            <a:xfrm>
              <a:off x="6883845" y="2465330"/>
              <a:ext cx="2881947" cy="29260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AFF647DB-9262-4370-910A-0B853D84248F}"/>
              </a:ext>
            </a:extLst>
          </p:cNvPr>
          <p:cNvGrpSpPr/>
          <p:nvPr/>
        </p:nvGrpSpPr>
        <p:grpSpPr>
          <a:xfrm>
            <a:off x="2322576" y="2795692"/>
            <a:ext cx="8586216" cy="2108289"/>
            <a:chOff x="2322576" y="2795692"/>
            <a:chExt cx="8586216" cy="2108289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F04C3349-75D5-4FC1-8C68-D686CA7BEE78}"/>
                </a:ext>
              </a:extLst>
            </p:cNvPr>
            <p:cNvSpPr/>
            <p:nvPr/>
          </p:nvSpPr>
          <p:spPr>
            <a:xfrm>
              <a:off x="2322576" y="4611373"/>
              <a:ext cx="5165236" cy="29260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E9DF70FE-5C6E-4136-9F7D-A60F128D4542}"/>
                </a:ext>
              </a:extLst>
            </p:cNvPr>
            <p:cNvSpPr/>
            <p:nvPr/>
          </p:nvSpPr>
          <p:spPr>
            <a:xfrm>
              <a:off x="6883845" y="2795692"/>
              <a:ext cx="4024947" cy="29260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401C12EE-1F7A-40AC-8A79-2B0C894C5083}"/>
              </a:ext>
            </a:extLst>
          </p:cNvPr>
          <p:cNvGrpSpPr/>
          <p:nvPr/>
        </p:nvGrpSpPr>
        <p:grpSpPr>
          <a:xfrm>
            <a:off x="2322576" y="3117193"/>
            <a:ext cx="8586216" cy="2118769"/>
            <a:chOff x="2322576" y="3117193"/>
            <a:chExt cx="8586216" cy="2118769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556CBC24-2FCC-49F7-809A-2A17779C9FA2}"/>
                </a:ext>
              </a:extLst>
            </p:cNvPr>
            <p:cNvSpPr/>
            <p:nvPr/>
          </p:nvSpPr>
          <p:spPr>
            <a:xfrm>
              <a:off x="2322576" y="4943354"/>
              <a:ext cx="5321808" cy="29260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219454E1-A8A8-4097-B64B-EE3843FF5BB2}"/>
                </a:ext>
              </a:extLst>
            </p:cNvPr>
            <p:cNvSpPr/>
            <p:nvPr/>
          </p:nvSpPr>
          <p:spPr>
            <a:xfrm>
              <a:off x="6883845" y="3117193"/>
              <a:ext cx="4024947" cy="29260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8EF7F174-3B2C-47D0-8274-3A13B101834B}"/>
              </a:ext>
            </a:extLst>
          </p:cNvPr>
          <p:cNvGrpSpPr/>
          <p:nvPr/>
        </p:nvGrpSpPr>
        <p:grpSpPr>
          <a:xfrm>
            <a:off x="2322575" y="3438694"/>
            <a:ext cx="9162289" cy="2129249"/>
            <a:chOff x="2322575" y="3438694"/>
            <a:chExt cx="9162289" cy="2129249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8C604D6B-4279-4B74-8266-66BB59F4138C}"/>
                </a:ext>
              </a:extLst>
            </p:cNvPr>
            <p:cNvSpPr/>
            <p:nvPr/>
          </p:nvSpPr>
          <p:spPr>
            <a:xfrm>
              <a:off x="2322575" y="5275335"/>
              <a:ext cx="6771001" cy="29260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52625852-55BC-482D-97F0-564C2E1DED25}"/>
                </a:ext>
              </a:extLst>
            </p:cNvPr>
            <p:cNvSpPr/>
            <p:nvPr/>
          </p:nvSpPr>
          <p:spPr>
            <a:xfrm>
              <a:off x="6883844" y="3438694"/>
              <a:ext cx="4601020" cy="29260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6" name="群組 25">
            <a:extLst>
              <a:ext uri="{FF2B5EF4-FFF2-40B4-BE49-F238E27FC236}">
                <a16:creationId xmlns:a16="http://schemas.microsoft.com/office/drawing/2014/main" id="{8ADA6875-7E8A-4570-AF5C-42200F0C1A51}"/>
              </a:ext>
            </a:extLst>
          </p:cNvPr>
          <p:cNvGrpSpPr/>
          <p:nvPr/>
        </p:nvGrpSpPr>
        <p:grpSpPr>
          <a:xfrm>
            <a:off x="2322574" y="3754036"/>
            <a:ext cx="8860538" cy="2161128"/>
            <a:chOff x="2322574" y="3754036"/>
            <a:chExt cx="8860538" cy="2161128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9002D0BA-3C2C-46DA-A6A3-945C2DD1B975}"/>
                </a:ext>
              </a:extLst>
            </p:cNvPr>
            <p:cNvSpPr/>
            <p:nvPr/>
          </p:nvSpPr>
          <p:spPr>
            <a:xfrm>
              <a:off x="2322574" y="5622556"/>
              <a:ext cx="5751577" cy="29260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B230DC7B-A14E-438E-8E16-5F8C175073B9}"/>
                </a:ext>
              </a:extLst>
            </p:cNvPr>
            <p:cNvSpPr/>
            <p:nvPr/>
          </p:nvSpPr>
          <p:spPr>
            <a:xfrm>
              <a:off x="6883845" y="3754036"/>
              <a:ext cx="4299267" cy="29260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7164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C4C1D6-D9FB-4A53-AAED-6CF713FC4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cap="none" dirty="0">
                <a:latin typeface="Consolas" panose="020B0609020204030204" pitchFamily="49" charset="0"/>
              </a:rPr>
              <a:t>Pointer &amp; Function</a:t>
            </a:r>
            <a:endParaRPr lang="zh-TW" altLang="en-US" cap="none" dirty="0">
              <a:latin typeface="Consolas" panose="020B0609020204030204" pitchFamily="49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E5B272C-E588-4538-9F92-1CF0F1BBE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400" cap="none" dirty="0">
                <a:latin typeface="Consolas" panose="020B0609020204030204" pitchFamily="49" charset="0"/>
              </a:rPr>
              <a:t>Pass value? Pass address?</a:t>
            </a:r>
            <a:endParaRPr lang="zh-TW" altLang="en-US" sz="2400" cap="none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47834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541DDF-9217-4176-9BAC-35EE0C8B7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cap="none" dirty="0">
                <a:latin typeface="Consolas" panose="020B0609020204030204" pitchFamily="49" charset="0"/>
              </a:rPr>
              <a:t>Pointer &amp; Function Example</a:t>
            </a:r>
            <a:endParaRPr lang="zh-TW" altLang="en-US" cap="none" dirty="0">
              <a:latin typeface="Consolas" panose="020B0609020204030204" pitchFamily="49" charset="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0439831-5010-4C16-91D8-8BAB0FCFFA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107" y="2121390"/>
            <a:ext cx="2957696" cy="4208498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0BB40DCA-D1B4-4473-9227-70240643DE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3630" y="2121390"/>
            <a:ext cx="4111111" cy="4208498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EA967881-5E0C-4231-B017-17A9AD8310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4568" y="2121390"/>
            <a:ext cx="2072843" cy="4208498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C27347B1-5714-44CB-B72C-E372B844CDD6}"/>
              </a:ext>
            </a:extLst>
          </p:cNvPr>
          <p:cNvSpPr/>
          <p:nvPr/>
        </p:nvSpPr>
        <p:spPr>
          <a:xfrm>
            <a:off x="10651958" y="2646947"/>
            <a:ext cx="288758" cy="489285"/>
          </a:xfrm>
          <a:prstGeom prst="rect">
            <a:avLst/>
          </a:prstGeom>
          <a:solidFill>
            <a:srgbClr val="FFFF00"/>
          </a:solidFill>
          <a:ln>
            <a:solidFill>
              <a:srgbClr val="1E1E1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79944B2-2734-46BE-8A75-581CF142D175}"/>
              </a:ext>
            </a:extLst>
          </p:cNvPr>
          <p:cNvSpPr/>
          <p:nvPr/>
        </p:nvSpPr>
        <p:spPr>
          <a:xfrm>
            <a:off x="10659979" y="3718066"/>
            <a:ext cx="288758" cy="489285"/>
          </a:xfrm>
          <a:prstGeom prst="rect">
            <a:avLst/>
          </a:prstGeom>
          <a:solidFill>
            <a:srgbClr val="FFFF00"/>
          </a:solidFill>
          <a:ln>
            <a:solidFill>
              <a:srgbClr val="1E1E1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C1F87C7-B514-4210-B426-38B10A7DC073}"/>
              </a:ext>
            </a:extLst>
          </p:cNvPr>
          <p:cNvSpPr/>
          <p:nvPr/>
        </p:nvSpPr>
        <p:spPr>
          <a:xfrm>
            <a:off x="10659979" y="4761753"/>
            <a:ext cx="288758" cy="489285"/>
          </a:xfrm>
          <a:prstGeom prst="rect">
            <a:avLst/>
          </a:prstGeom>
          <a:solidFill>
            <a:srgbClr val="FFFF00"/>
          </a:solidFill>
          <a:ln>
            <a:solidFill>
              <a:srgbClr val="1E1E1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7BC5BAD-1A5C-4004-8030-4F67C1B250B4}"/>
              </a:ext>
            </a:extLst>
          </p:cNvPr>
          <p:cNvSpPr/>
          <p:nvPr/>
        </p:nvSpPr>
        <p:spPr>
          <a:xfrm>
            <a:off x="10659979" y="5776595"/>
            <a:ext cx="288758" cy="489285"/>
          </a:xfrm>
          <a:prstGeom prst="rect">
            <a:avLst/>
          </a:prstGeom>
          <a:solidFill>
            <a:srgbClr val="FFFF00"/>
          </a:solidFill>
          <a:ln>
            <a:solidFill>
              <a:srgbClr val="1E1E1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34133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8" grpId="0" animBg="1"/>
      <p:bldP spid="9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47C986-049C-41FC-A0D1-5E7895C02A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>
                <a:latin typeface="Consolas" panose="020B0609020204030204" pitchFamily="49" charset="0"/>
              </a:rPr>
              <a:t>Data Structure</a:t>
            </a:r>
            <a:endParaRPr lang="zh-TW" altLang="en-US" dirty="0">
              <a:latin typeface="Consolas" panose="020B0609020204030204" pitchFamily="49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2631129-228D-401D-83D2-17746602C3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cap="none" dirty="0">
                <a:latin typeface="Consolas" panose="020B0609020204030204" pitchFamily="49" charset="0"/>
              </a:rPr>
              <a:t>Make Some Concept Into Graph</a:t>
            </a:r>
            <a:endParaRPr lang="zh-TW" altLang="en-US" cap="none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89277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33419F-F054-4754-9DC3-9959B801B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cap="none" dirty="0">
                <a:latin typeface="Consolas" panose="020B0609020204030204" pitchFamily="49" charset="0"/>
              </a:rPr>
              <a:t>Data Structure</a:t>
            </a:r>
            <a:endParaRPr lang="zh-TW" altLang="en-US" cap="none" dirty="0">
              <a:latin typeface="Consolas" panose="020B0609020204030204" pitchFamily="49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0008044-5C99-4F96-9A04-EC06768304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016143"/>
            <a:ext cx="9905998" cy="586452"/>
          </a:xfrm>
        </p:spPr>
        <p:txBody>
          <a:bodyPr/>
          <a:lstStyle/>
          <a:p>
            <a:r>
              <a:rPr lang="en-US" altLang="zh-TW" cap="none" dirty="0">
                <a:latin typeface="Consolas" panose="020B0609020204030204" pitchFamily="49" charset="0"/>
              </a:rPr>
              <a:t>Tree, Stack, Queue, Linked List…</a:t>
            </a:r>
            <a:endParaRPr lang="zh-TW" altLang="en-US" cap="none" dirty="0">
              <a:latin typeface="Consolas" panose="020B0609020204030204" pitchFamily="49" charset="0"/>
            </a:endParaRPr>
          </a:p>
        </p:txBody>
      </p:sp>
      <p:grpSp>
        <p:nvGrpSpPr>
          <p:cNvPr id="45" name="群組 44">
            <a:extLst>
              <a:ext uri="{FF2B5EF4-FFF2-40B4-BE49-F238E27FC236}">
                <a16:creationId xmlns:a16="http://schemas.microsoft.com/office/drawing/2014/main" id="{294189C8-A8AC-43E1-ADE7-5666D69233E7}"/>
              </a:ext>
            </a:extLst>
          </p:cNvPr>
          <p:cNvGrpSpPr/>
          <p:nvPr/>
        </p:nvGrpSpPr>
        <p:grpSpPr>
          <a:xfrm>
            <a:off x="1141413" y="3075034"/>
            <a:ext cx="1701467" cy="3093030"/>
            <a:chOff x="1141413" y="3075034"/>
            <a:chExt cx="1701467" cy="3093030"/>
          </a:xfrm>
        </p:grpSpPr>
        <p:sp>
          <p:nvSpPr>
            <p:cNvPr id="4" name="橢圓 3">
              <a:extLst>
                <a:ext uri="{FF2B5EF4-FFF2-40B4-BE49-F238E27FC236}">
                  <a16:creationId xmlns:a16="http://schemas.microsoft.com/office/drawing/2014/main" id="{505D4A11-A18B-424F-A010-DF88F0464DE2}"/>
                </a:ext>
              </a:extLst>
            </p:cNvPr>
            <p:cNvSpPr/>
            <p:nvPr/>
          </p:nvSpPr>
          <p:spPr>
            <a:xfrm>
              <a:off x="1566780" y="3493503"/>
              <a:ext cx="425367" cy="447754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grpSp>
          <p:nvGrpSpPr>
            <p:cNvPr id="19" name="群組 18">
              <a:extLst>
                <a:ext uri="{FF2B5EF4-FFF2-40B4-BE49-F238E27FC236}">
                  <a16:creationId xmlns:a16="http://schemas.microsoft.com/office/drawing/2014/main" id="{CCAEBC2D-5191-471F-9995-B335CD20C59E}"/>
                </a:ext>
              </a:extLst>
            </p:cNvPr>
            <p:cNvGrpSpPr/>
            <p:nvPr/>
          </p:nvGrpSpPr>
          <p:grpSpPr>
            <a:xfrm>
              <a:off x="1889844" y="3896131"/>
              <a:ext cx="527669" cy="918247"/>
              <a:chOff x="1889844" y="3896131"/>
              <a:chExt cx="527669" cy="918247"/>
            </a:xfrm>
          </p:grpSpPr>
          <p:sp>
            <p:nvSpPr>
              <p:cNvPr id="5" name="橢圓 4">
                <a:extLst>
                  <a:ext uri="{FF2B5EF4-FFF2-40B4-BE49-F238E27FC236}">
                    <a16:creationId xmlns:a16="http://schemas.microsoft.com/office/drawing/2014/main" id="{3EBB4A3E-99E5-40F2-BAFA-8BC100443836}"/>
                  </a:ext>
                </a:extLst>
              </p:cNvPr>
              <p:cNvSpPr/>
              <p:nvPr/>
            </p:nvSpPr>
            <p:spPr>
              <a:xfrm>
                <a:off x="1992146" y="4366624"/>
                <a:ext cx="425367" cy="447754"/>
              </a:xfrm>
              <a:prstGeom prst="ellipse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11" name="箭號: 向右 10">
                <a:extLst>
                  <a:ext uri="{FF2B5EF4-FFF2-40B4-BE49-F238E27FC236}">
                    <a16:creationId xmlns:a16="http://schemas.microsoft.com/office/drawing/2014/main" id="{D85ECE32-7A88-4CFE-B0C2-73D50C0DF78A}"/>
                  </a:ext>
                </a:extLst>
              </p:cNvPr>
              <p:cNvSpPr/>
              <p:nvPr/>
            </p:nvSpPr>
            <p:spPr>
              <a:xfrm rot="3654824">
                <a:off x="1750562" y="4035413"/>
                <a:ext cx="515617" cy="237054"/>
              </a:xfrm>
              <a:prstGeom prst="rightArrow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31" name="群組 30">
              <a:extLst>
                <a:ext uri="{FF2B5EF4-FFF2-40B4-BE49-F238E27FC236}">
                  <a16:creationId xmlns:a16="http://schemas.microsoft.com/office/drawing/2014/main" id="{3E02E264-405E-4ED0-B784-16A6EBEC0192}"/>
                </a:ext>
              </a:extLst>
            </p:cNvPr>
            <p:cNvGrpSpPr/>
            <p:nvPr/>
          </p:nvGrpSpPr>
          <p:grpSpPr>
            <a:xfrm>
              <a:off x="2315211" y="4744882"/>
              <a:ext cx="527669" cy="896151"/>
              <a:chOff x="2315211" y="4744882"/>
              <a:chExt cx="527669" cy="896151"/>
            </a:xfrm>
          </p:grpSpPr>
          <p:sp>
            <p:nvSpPr>
              <p:cNvPr id="8" name="橢圓 7">
                <a:extLst>
                  <a:ext uri="{FF2B5EF4-FFF2-40B4-BE49-F238E27FC236}">
                    <a16:creationId xmlns:a16="http://schemas.microsoft.com/office/drawing/2014/main" id="{75FF0450-4399-4C15-BFD3-48A1A6DE1D2C}"/>
                  </a:ext>
                </a:extLst>
              </p:cNvPr>
              <p:cNvSpPr/>
              <p:nvPr/>
            </p:nvSpPr>
            <p:spPr>
              <a:xfrm>
                <a:off x="2417513" y="5193279"/>
                <a:ext cx="425367" cy="447754"/>
              </a:xfrm>
              <a:prstGeom prst="ellipse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2" name="箭號: 向右 11">
                <a:extLst>
                  <a:ext uri="{FF2B5EF4-FFF2-40B4-BE49-F238E27FC236}">
                    <a16:creationId xmlns:a16="http://schemas.microsoft.com/office/drawing/2014/main" id="{3F5D77BB-BD5C-4FBC-932D-D7BA5D5178B0}"/>
                  </a:ext>
                </a:extLst>
              </p:cNvPr>
              <p:cNvSpPr/>
              <p:nvPr/>
            </p:nvSpPr>
            <p:spPr>
              <a:xfrm rot="3654824">
                <a:off x="2175929" y="4884164"/>
                <a:ext cx="515617" cy="237054"/>
              </a:xfrm>
              <a:prstGeom prst="rightArrow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10" name="群組 9">
              <a:extLst>
                <a:ext uri="{FF2B5EF4-FFF2-40B4-BE49-F238E27FC236}">
                  <a16:creationId xmlns:a16="http://schemas.microsoft.com/office/drawing/2014/main" id="{F669DC9E-6E35-4C2F-9737-1CEC01BBD3A0}"/>
                </a:ext>
              </a:extLst>
            </p:cNvPr>
            <p:cNvGrpSpPr/>
            <p:nvPr/>
          </p:nvGrpSpPr>
          <p:grpSpPr>
            <a:xfrm>
              <a:off x="1141413" y="3895383"/>
              <a:ext cx="545839" cy="918995"/>
              <a:chOff x="1141413" y="3895383"/>
              <a:chExt cx="545839" cy="918995"/>
            </a:xfrm>
          </p:grpSpPr>
          <p:sp>
            <p:nvSpPr>
              <p:cNvPr id="6" name="橢圓 5">
                <a:extLst>
                  <a:ext uri="{FF2B5EF4-FFF2-40B4-BE49-F238E27FC236}">
                    <a16:creationId xmlns:a16="http://schemas.microsoft.com/office/drawing/2014/main" id="{648FCC66-3AD1-41D3-B3EC-8A9751EFE560}"/>
                  </a:ext>
                </a:extLst>
              </p:cNvPr>
              <p:cNvSpPr/>
              <p:nvPr/>
            </p:nvSpPr>
            <p:spPr>
              <a:xfrm>
                <a:off x="1141413" y="4366624"/>
                <a:ext cx="425367" cy="447754"/>
              </a:xfrm>
              <a:prstGeom prst="ellipse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13" name="箭號: 向右 12">
                <a:extLst>
                  <a:ext uri="{FF2B5EF4-FFF2-40B4-BE49-F238E27FC236}">
                    <a16:creationId xmlns:a16="http://schemas.microsoft.com/office/drawing/2014/main" id="{BFE7A12C-B747-4DF4-92D7-2CD8566554CD}"/>
                  </a:ext>
                </a:extLst>
              </p:cNvPr>
              <p:cNvSpPr/>
              <p:nvPr/>
            </p:nvSpPr>
            <p:spPr>
              <a:xfrm rot="6796221">
                <a:off x="1310916" y="4034665"/>
                <a:ext cx="515617" cy="237054"/>
              </a:xfrm>
              <a:prstGeom prst="rightArrow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grpSp>
          <p:nvGrpSpPr>
            <p:cNvPr id="20" name="群組 19">
              <a:extLst>
                <a:ext uri="{FF2B5EF4-FFF2-40B4-BE49-F238E27FC236}">
                  <a16:creationId xmlns:a16="http://schemas.microsoft.com/office/drawing/2014/main" id="{8B49AEA8-AF28-4978-AB2F-7F3D4910D081}"/>
                </a:ext>
              </a:extLst>
            </p:cNvPr>
            <p:cNvGrpSpPr/>
            <p:nvPr/>
          </p:nvGrpSpPr>
          <p:grpSpPr>
            <a:xfrm>
              <a:off x="1566780" y="4745628"/>
              <a:ext cx="537718" cy="895405"/>
              <a:chOff x="1566780" y="4745628"/>
              <a:chExt cx="537718" cy="895405"/>
            </a:xfrm>
          </p:grpSpPr>
          <p:sp>
            <p:nvSpPr>
              <p:cNvPr id="7" name="橢圓 6">
                <a:extLst>
                  <a:ext uri="{FF2B5EF4-FFF2-40B4-BE49-F238E27FC236}">
                    <a16:creationId xmlns:a16="http://schemas.microsoft.com/office/drawing/2014/main" id="{ECB3D8A5-3CC5-455A-9FA9-E9205FFC3EBA}"/>
                  </a:ext>
                </a:extLst>
              </p:cNvPr>
              <p:cNvSpPr/>
              <p:nvPr/>
            </p:nvSpPr>
            <p:spPr>
              <a:xfrm>
                <a:off x="1566780" y="5193279"/>
                <a:ext cx="425367" cy="447754"/>
              </a:xfrm>
              <a:prstGeom prst="ellipse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4" name="箭號: 向右 13">
                <a:extLst>
                  <a:ext uri="{FF2B5EF4-FFF2-40B4-BE49-F238E27FC236}">
                    <a16:creationId xmlns:a16="http://schemas.microsoft.com/office/drawing/2014/main" id="{33CE0548-248C-458A-8B0C-24A519F24BA7}"/>
                  </a:ext>
                </a:extLst>
              </p:cNvPr>
              <p:cNvSpPr/>
              <p:nvPr/>
            </p:nvSpPr>
            <p:spPr>
              <a:xfrm rot="6796221">
                <a:off x="1728162" y="4884910"/>
                <a:ext cx="515617" cy="237054"/>
              </a:xfrm>
              <a:prstGeom prst="rightArrow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64C5BF7B-071E-44C3-875D-9FAEC2B530AB}"/>
                </a:ext>
              </a:extLst>
            </p:cNvPr>
            <p:cNvSpPr txBox="1"/>
            <p:nvPr/>
          </p:nvSpPr>
          <p:spPr>
            <a:xfrm>
              <a:off x="1423213" y="3075034"/>
              <a:ext cx="7040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>
                  <a:latin typeface="Consolas" panose="020B0609020204030204" pitchFamily="49" charset="0"/>
                </a:rPr>
                <a:t>Root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99F603D5-EB6F-44F9-A3C5-E550210D4CBE}"/>
                </a:ext>
              </a:extLst>
            </p:cNvPr>
            <p:cNvSpPr txBox="1"/>
            <p:nvPr/>
          </p:nvSpPr>
          <p:spPr>
            <a:xfrm>
              <a:off x="1640362" y="5798732"/>
              <a:ext cx="691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>
                  <a:latin typeface="Consolas" panose="020B0609020204030204" pitchFamily="49" charset="0"/>
                </a:rPr>
                <a:t>Tree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</p:grp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2A2E7B4A-1EDD-430A-B129-EBF323B48BF8}"/>
              </a:ext>
            </a:extLst>
          </p:cNvPr>
          <p:cNvGrpSpPr>
            <a:grpSpLocks noChangeAspect="1"/>
          </p:cNvGrpSpPr>
          <p:nvPr/>
        </p:nvGrpSpPr>
        <p:grpSpPr>
          <a:xfrm>
            <a:off x="3313890" y="2982749"/>
            <a:ext cx="2795494" cy="3474052"/>
            <a:chOff x="3302401" y="2792045"/>
            <a:chExt cx="2795494" cy="3474052"/>
          </a:xfrm>
        </p:grpSpPr>
        <p:sp>
          <p:nvSpPr>
            <p:cNvPr id="18" name="矩形: 圓角 17">
              <a:extLst>
                <a:ext uri="{FF2B5EF4-FFF2-40B4-BE49-F238E27FC236}">
                  <a16:creationId xmlns:a16="http://schemas.microsoft.com/office/drawing/2014/main" id="{BEB490D6-B490-4FFD-AE1D-BCECB5194879}"/>
                </a:ext>
              </a:extLst>
            </p:cNvPr>
            <p:cNvSpPr/>
            <p:nvPr/>
          </p:nvSpPr>
          <p:spPr>
            <a:xfrm>
              <a:off x="3968917" y="3674310"/>
              <a:ext cx="1390650" cy="365531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矩形: 圓角 20">
              <a:extLst>
                <a:ext uri="{FF2B5EF4-FFF2-40B4-BE49-F238E27FC236}">
                  <a16:creationId xmlns:a16="http://schemas.microsoft.com/office/drawing/2014/main" id="{F5129E51-E047-416B-93B2-1815F4132400}"/>
                </a:ext>
              </a:extLst>
            </p:cNvPr>
            <p:cNvSpPr/>
            <p:nvPr/>
          </p:nvSpPr>
          <p:spPr>
            <a:xfrm>
              <a:off x="3968917" y="4111228"/>
              <a:ext cx="1390650" cy="365531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矩形: 圓角 21">
              <a:extLst>
                <a:ext uri="{FF2B5EF4-FFF2-40B4-BE49-F238E27FC236}">
                  <a16:creationId xmlns:a16="http://schemas.microsoft.com/office/drawing/2014/main" id="{BFFA117A-7C7F-4C70-8B77-D4B092757A29}"/>
                </a:ext>
              </a:extLst>
            </p:cNvPr>
            <p:cNvSpPr/>
            <p:nvPr/>
          </p:nvSpPr>
          <p:spPr>
            <a:xfrm>
              <a:off x="3968917" y="4554299"/>
              <a:ext cx="1390650" cy="365531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矩形: 圓角 22">
              <a:extLst>
                <a:ext uri="{FF2B5EF4-FFF2-40B4-BE49-F238E27FC236}">
                  <a16:creationId xmlns:a16="http://schemas.microsoft.com/office/drawing/2014/main" id="{D933C77C-10AF-4C23-B6DA-B4129F8CDACB}"/>
                </a:ext>
              </a:extLst>
            </p:cNvPr>
            <p:cNvSpPr/>
            <p:nvPr/>
          </p:nvSpPr>
          <p:spPr>
            <a:xfrm>
              <a:off x="3968917" y="4992263"/>
              <a:ext cx="1390650" cy="365531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矩形: 圓角 23">
              <a:extLst>
                <a:ext uri="{FF2B5EF4-FFF2-40B4-BE49-F238E27FC236}">
                  <a16:creationId xmlns:a16="http://schemas.microsoft.com/office/drawing/2014/main" id="{FAF4040C-69C8-40EE-AD98-1816CDE0C5D1}"/>
                </a:ext>
              </a:extLst>
            </p:cNvPr>
            <p:cNvSpPr/>
            <p:nvPr/>
          </p:nvSpPr>
          <p:spPr>
            <a:xfrm>
              <a:off x="3971925" y="5425263"/>
              <a:ext cx="1390650" cy="365531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" name="箭號: 向右 24">
              <a:extLst>
                <a:ext uri="{FF2B5EF4-FFF2-40B4-BE49-F238E27FC236}">
                  <a16:creationId xmlns:a16="http://schemas.microsoft.com/office/drawing/2014/main" id="{01C80224-1D75-431D-B14A-B3E19EB7CD1E}"/>
                </a:ext>
              </a:extLst>
            </p:cNvPr>
            <p:cNvSpPr/>
            <p:nvPr/>
          </p:nvSpPr>
          <p:spPr>
            <a:xfrm rot="2572731">
              <a:off x="3812875" y="3310474"/>
              <a:ext cx="515617" cy="237054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6" name="箭號: 向右 25">
              <a:extLst>
                <a:ext uri="{FF2B5EF4-FFF2-40B4-BE49-F238E27FC236}">
                  <a16:creationId xmlns:a16="http://schemas.microsoft.com/office/drawing/2014/main" id="{AF025ED7-AC4D-4DC8-9A9F-0E30C0863289}"/>
                </a:ext>
              </a:extLst>
            </p:cNvPr>
            <p:cNvSpPr/>
            <p:nvPr/>
          </p:nvSpPr>
          <p:spPr>
            <a:xfrm rot="18697159">
              <a:off x="5066382" y="3264576"/>
              <a:ext cx="515617" cy="237054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文字方塊 26">
              <a:extLst>
                <a:ext uri="{FF2B5EF4-FFF2-40B4-BE49-F238E27FC236}">
                  <a16:creationId xmlns:a16="http://schemas.microsoft.com/office/drawing/2014/main" id="{C50F3B35-F15C-4199-9E8C-23EF3810D85E}"/>
                </a:ext>
              </a:extLst>
            </p:cNvPr>
            <p:cNvSpPr txBox="1"/>
            <p:nvPr/>
          </p:nvSpPr>
          <p:spPr>
            <a:xfrm>
              <a:off x="3302401" y="2847116"/>
              <a:ext cx="10711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>
                  <a:latin typeface="Consolas" panose="020B0609020204030204" pitchFamily="49" charset="0"/>
                </a:rPr>
                <a:t>Push in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28" name="文字方塊 27">
              <a:extLst>
                <a:ext uri="{FF2B5EF4-FFF2-40B4-BE49-F238E27FC236}">
                  <a16:creationId xmlns:a16="http://schemas.microsoft.com/office/drawing/2014/main" id="{3CE2F808-3FAE-4037-9D47-D48C82E5993B}"/>
                </a:ext>
              </a:extLst>
            </p:cNvPr>
            <p:cNvSpPr txBox="1"/>
            <p:nvPr/>
          </p:nvSpPr>
          <p:spPr>
            <a:xfrm>
              <a:off x="5034782" y="2792045"/>
              <a:ext cx="10631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>
                  <a:latin typeface="Consolas" panose="020B0609020204030204" pitchFamily="49" charset="0"/>
                </a:rPr>
                <a:t>Pop out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C0A4463C-BBF6-48B8-A9EB-0A3A9A6508EB}"/>
                </a:ext>
              </a:extLst>
            </p:cNvPr>
            <p:cNvSpPr txBox="1"/>
            <p:nvPr/>
          </p:nvSpPr>
          <p:spPr>
            <a:xfrm>
              <a:off x="4255315" y="5896765"/>
              <a:ext cx="8178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>
                  <a:latin typeface="Consolas" panose="020B0609020204030204" pitchFamily="49" charset="0"/>
                </a:rPr>
                <a:t>Stack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</p:grpSp>
      <p:grpSp>
        <p:nvGrpSpPr>
          <p:cNvPr id="59" name="群組 58">
            <a:extLst>
              <a:ext uri="{FF2B5EF4-FFF2-40B4-BE49-F238E27FC236}">
                <a16:creationId xmlns:a16="http://schemas.microsoft.com/office/drawing/2014/main" id="{1017B712-2FA5-4A47-A584-538B8A71B5D3}"/>
              </a:ext>
            </a:extLst>
          </p:cNvPr>
          <p:cNvGrpSpPr/>
          <p:nvPr/>
        </p:nvGrpSpPr>
        <p:grpSpPr>
          <a:xfrm>
            <a:off x="7488752" y="4545276"/>
            <a:ext cx="3563282" cy="1296005"/>
            <a:chOff x="7595095" y="4402039"/>
            <a:chExt cx="3563282" cy="1296005"/>
          </a:xfrm>
        </p:grpSpPr>
        <p:sp>
          <p:nvSpPr>
            <p:cNvPr id="50" name="橢圓 49">
              <a:extLst>
                <a:ext uri="{FF2B5EF4-FFF2-40B4-BE49-F238E27FC236}">
                  <a16:creationId xmlns:a16="http://schemas.microsoft.com/office/drawing/2014/main" id="{C32F892D-86E2-47B3-97C8-C9452BF69C07}"/>
                </a:ext>
              </a:extLst>
            </p:cNvPr>
            <p:cNvSpPr/>
            <p:nvPr/>
          </p:nvSpPr>
          <p:spPr>
            <a:xfrm>
              <a:off x="7595095" y="4402039"/>
              <a:ext cx="425367" cy="447754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51" name="箭號: 向右 50">
              <a:extLst>
                <a:ext uri="{FF2B5EF4-FFF2-40B4-BE49-F238E27FC236}">
                  <a16:creationId xmlns:a16="http://schemas.microsoft.com/office/drawing/2014/main" id="{8FC2BA70-0297-4DEE-8CBA-594B6EDD6038}"/>
                </a:ext>
              </a:extLst>
            </p:cNvPr>
            <p:cNvSpPr/>
            <p:nvPr/>
          </p:nvSpPr>
          <p:spPr>
            <a:xfrm>
              <a:off x="8030796" y="4507389"/>
              <a:ext cx="515617" cy="237054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52" name="橢圓 51">
              <a:extLst>
                <a:ext uri="{FF2B5EF4-FFF2-40B4-BE49-F238E27FC236}">
                  <a16:creationId xmlns:a16="http://schemas.microsoft.com/office/drawing/2014/main" id="{A5C9392C-1732-4FAA-8EDF-DB2890EE6804}"/>
                </a:ext>
              </a:extLst>
            </p:cNvPr>
            <p:cNvSpPr/>
            <p:nvPr/>
          </p:nvSpPr>
          <p:spPr>
            <a:xfrm>
              <a:off x="8556747" y="4402039"/>
              <a:ext cx="425367" cy="447754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53" name="箭號: 向右 52">
              <a:extLst>
                <a:ext uri="{FF2B5EF4-FFF2-40B4-BE49-F238E27FC236}">
                  <a16:creationId xmlns:a16="http://schemas.microsoft.com/office/drawing/2014/main" id="{0E38FF9B-CD7E-4F6D-B959-2AD5502ACAEF}"/>
                </a:ext>
              </a:extLst>
            </p:cNvPr>
            <p:cNvSpPr/>
            <p:nvPr/>
          </p:nvSpPr>
          <p:spPr>
            <a:xfrm>
              <a:off x="8992448" y="4507389"/>
              <a:ext cx="515617" cy="237054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54" name="橢圓 53">
              <a:extLst>
                <a:ext uri="{FF2B5EF4-FFF2-40B4-BE49-F238E27FC236}">
                  <a16:creationId xmlns:a16="http://schemas.microsoft.com/office/drawing/2014/main" id="{7EAC80B7-F955-463C-8D9D-842F3FA6CEC8}"/>
                </a:ext>
              </a:extLst>
            </p:cNvPr>
            <p:cNvSpPr/>
            <p:nvPr/>
          </p:nvSpPr>
          <p:spPr>
            <a:xfrm>
              <a:off x="9498005" y="4402039"/>
              <a:ext cx="425367" cy="447754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55" name="箭號: 向右 54">
              <a:extLst>
                <a:ext uri="{FF2B5EF4-FFF2-40B4-BE49-F238E27FC236}">
                  <a16:creationId xmlns:a16="http://schemas.microsoft.com/office/drawing/2014/main" id="{4E536F41-87F8-495F-BE78-A2C72CE1C4CD}"/>
                </a:ext>
              </a:extLst>
            </p:cNvPr>
            <p:cNvSpPr/>
            <p:nvPr/>
          </p:nvSpPr>
          <p:spPr>
            <a:xfrm>
              <a:off x="9933706" y="4507389"/>
              <a:ext cx="515617" cy="237054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56" name="文字方塊 55">
              <a:extLst>
                <a:ext uri="{FF2B5EF4-FFF2-40B4-BE49-F238E27FC236}">
                  <a16:creationId xmlns:a16="http://schemas.microsoft.com/office/drawing/2014/main" id="{D9C7157D-E034-4133-B080-AB3D713143E0}"/>
                </a:ext>
              </a:extLst>
            </p:cNvPr>
            <p:cNvSpPr txBox="1"/>
            <p:nvPr/>
          </p:nvSpPr>
          <p:spPr>
            <a:xfrm>
              <a:off x="10467162" y="4441250"/>
              <a:ext cx="691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>
                  <a:latin typeface="Consolas" panose="020B0609020204030204" pitchFamily="49" charset="0"/>
                </a:rPr>
                <a:t>NULL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57" name="文字方塊 56">
              <a:extLst>
                <a:ext uri="{FF2B5EF4-FFF2-40B4-BE49-F238E27FC236}">
                  <a16:creationId xmlns:a16="http://schemas.microsoft.com/office/drawing/2014/main" id="{4674BFA6-9706-4E9C-AB97-923F6D77C65C}"/>
                </a:ext>
              </a:extLst>
            </p:cNvPr>
            <p:cNvSpPr txBox="1"/>
            <p:nvPr/>
          </p:nvSpPr>
          <p:spPr>
            <a:xfrm>
              <a:off x="8516722" y="5328712"/>
              <a:ext cx="15776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>
                  <a:latin typeface="Consolas" panose="020B0609020204030204" pitchFamily="49" charset="0"/>
                </a:rPr>
                <a:t>Linked List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</p:grpSp>
      <p:grpSp>
        <p:nvGrpSpPr>
          <p:cNvPr id="9" name="群組 8">
            <a:extLst>
              <a:ext uri="{FF2B5EF4-FFF2-40B4-BE49-F238E27FC236}">
                <a16:creationId xmlns:a16="http://schemas.microsoft.com/office/drawing/2014/main" id="{E73AEB91-AE76-44D8-9E8E-0EE43A36278F}"/>
              </a:ext>
            </a:extLst>
          </p:cNvPr>
          <p:cNvGrpSpPr/>
          <p:nvPr/>
        </p:nvGrpSpPr>
        <p:grpSpPr>
          <a:xfrm>
            <a:off x="6081505" y="1983765"/>
            <a:ext cx="6034443" cy="1423387"/>
            <a:chOff x="5970196" y="2107322"/>
            <a:chExt cx="6034443" cy="1423387"/>
          </a:xfrm>
        </p:grpSpPr>
        <p:sp>
          <p:nvSpPr>
            <p:cNvPr id="42" name="文字方塊 41">
              <a:extLst>
                <a:ext uri="{FF2B5EF4-FFF2-40B4-BE49-F238E27FC236}">
                  <a16:creationId xmlns:a16="http://schemas.microsoft.com/office/drawing/2014/main" id="{FF7441DD-08A5-4413-89B9-A4D940DCFB13}"/>
                </a:ext>
              </a:extLst>
            </p:cNvPr>
            <p:cNvSpPr txBox="1"/>
            <p:nvPr/>
          </p:nvSpPr>
          <p:spPr>
            <a:xfrm>
              <a:off x="5970196" y="2320757"/>
              <a:ext cx="10711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>
                  <a:latin typeface="Consolas" panose="020B0609020204030204" pitchFamily="49" charset="0"/>
                </a:rPr>
                <a:t>Push in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  <p:grpSp>
          <p:nvGrpSpPr>
            <p:cNvPr id="60" name="群組 59">
              <a:extLst>
                <a:ext uri="{FF2B5EF4-FFF2-40B4-BE49-F238E27FC236}">
                  <a16:creationId xmlns:a16="http://schemas.microsoft.com/office/drawing/2014/main" id="{86310036-419B-45AE-8099-81C6008F54E5}"/>
                </a:ext>
              </a:extLst>
            </p:cNvPr>
            <p:cNvGrpSpPr/>
            <p:nvPr/>
          </p:nvGrpSpPr>
          <p:grpSpPr>
            <a:xfrm>
              <a:off x="7079478" y="2107322"/>
              <a:ext cx="4925161" cy="1423387"/>
              <a:chOff x="7079478" y="2107322"/>
              <a:chExt cx="4925161" cy="1423387"/>
            </a:xfrm>
          </p:grpSpPr>
          <p:sp>
            <p:nvSpPr>
              <p:cNvPr id="32" name="橢圓 31">
                <a:extLst>
                  <a:ext uri="{FF2B5EF4-FFF2-40B4-BE49-F238E27FC236}">
                    <a16:creationId xmlns:a16="http://schemas.microsoft.com/office/drawing/2014/main" id="{6EAA8FDB-F4F9-497C-ABE7-C68222DB58E3}"/>
                  </a:ext>
                </a:extLst>
              </p:cNvPr>
              <p:cNvSpPr/>
              <p:nvPr/>
            </p:nvSpPr>
            <p:spPr>
              <a:xfrm>
                <a:off x="7751837" y="2274783"/>
                <a:ext cx="425367" cy="447754"/>
              </a:xfrm>
              <a:prstGeom prst="ellipse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33" name="橢圓 32">
                <a:extLst>
                  <a:ext uri="{FF2B5EF4-FFF2-40B4-BE49-F238E27FC236}">
                    <a16:creationId xmlns:a16="http://schemas.microsoft.com/office/drawing/2014/main" id="{AF84E886-74B5-40E8-B451-308606BEA8B5}"/>
                  </a:ext>
                </a:extLst>
              </p:cNvPr>
              <p:cNvSpPr/>
              <p:nvPr/>
            </p:nvSpPr>
            <p:spPr>
              <a:xfrm>
                <a:off x="8285131" y="2274783"/>
                <a:ext cx="425367" cy="447754"/>
              </a:xfrm>
              <a:prstGeom prst="ellipse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34" name="橢圓 33">
                <a:extLst>
                  <a:ext uri="{FF2B5EF4-FFF2-40B4-BE49-F238E27FC236}">
                    <a16:creationId xmlns:a16="http://schemas.microsoft.com/office/drawing/2014/main" id="{35247284-A6B0-459D-8AF1-8B00FD9BC0C1}"/>
                  </a:ext>
                </a:extLst>
              </p:cNvPr>
              <p:cNvSpPr/>
              <p:nvPr/>
            </p:nvSpPr>
            <p:spPr>
              <a:xfrm>
                <a:off x="8818425" y="2274783"/>
                <a:ext cx="425367" cy="447754"/>
              </a:xfrm>
              <a:prstGeom prst="ellipse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35" name="橢圓 34">
                <a:extLst>
                  <a:ext uri="{FF2B5EF4-FFF2-40B4-BE49-F238E27FC236}">
                    <a16:creationId xmlns:a16="http://schemas.microsoft.com/office/drawing/2014/main" id="{DD10978D-3316-4D88-A044-7328F9FE385A}"/>
                  </a:ext>
                </a:extLst>
              </p:cNvPr>
              <p:cNvSpPr/>
              <p:nvPr/>
            </p:nvSpPr>
            <p:spPr>
              <a:xfrm>
                <a:off x="9351719" y="2278905"/>
                <a:ext cx="425367" cy="447754"/>
              </a:xfrm>
              <a:prstGeom prst="ellipse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36" name="橢圓 35">
                <a:extLst>
                  <a:ext uri="{FF2B5EF4-FFF2-40B4-BE49-F238E27FC236}">
                    <a16:creationId xmlns:a16="http://schemas.microsoft.com/office/drawing/2014/main" id="{6C0FA981-CAC7-41AF-B00C-637EA744AF93}"/>
                  </a:ext>
                </a:extLst>
              </p:cNvPr>
              <p:cNvSpPr/>
              <p:nvPr/>
            </p:nvSpPr>
            <p:spPr>
              <a:xfrm>
                <a:off x="9885013" y="2274783"/>
                <a:ext cx="425367" cy="447754"/>
              </a:xfrm>
              <a:prstGeom prst="ellipse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5A5AE46F-AB1F-45A6-9608-939231ED7E08}"/>
                  </a:ext>
                </a:extLst>
              </p:cNvPr>
              <p:cNvSpPr/>
              <p:nvPr/>
            </p:nvSpPr>
            <p:spPr>
              <a:xfrm>
                <a:off x="7658086" y="2107322"/>
                <a:ext cx="2743200" cy="157232"/>
              </a:xfrm>
              <a:prstGeom prst="rect">
                <a:avLst/>
              </a:prstGeom>
              <a:solidFill>
                <a:schemeClr val="bg1">
                  <a:lumMod val="50000"/>
                  <a:lumOff val="50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93EA09E8-D5B7-4C9E-8F08-F0A04CD8E056}"/>
                  </a:ext>
                </a:extLst>
              </p:cNvPr>
              <p:cNvSpPr/>
              <p:nvPr/>
            </p:nvSpPr>
            <p:spPr>
              <a:xfrm>
                <a:off x="7658086" y="2732766"/>
                <a:ext cx="2743200" cy="157232"/>
              </a:xfrm>
              <a:prstGeom prst="rect">
                <a:avLst/>
              </a:prstGeom>
              <a:solidFill>
                <a:schemeClr val="bg1">
                  <a:lumMod val="50000"/>
                  <a:lumOff val="50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0" name="箭號: 向右 39">
                <a:extLst>
                  <a:ext uri="{FF2B5EF4-FFF2-40B4-BE49-F238E27FC236}">
                    <a16:creationId xmlns:a16="http://schemas.microsoft.com/office/drawing/2014/main" id="{05F7B924-4FEA-4E3D-BFB2-816FE39B64A1}"/>
                  </a:ext>
                </a:extLst>
              </p:cNvPr>
              <p:cNvSpPr/>
              <p:nvPr/>
            </p:nvSpPr>
            <p:spPr>
              <a:xfrm>
                <a:off x="7079478" y="2407684"/>
                <a:ext cx="515617" cy="237054"/>
              </a:xfrm>
              <a:prstGeom prst="rightArrow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41" name="箭號: 向右 40">
                <a:extLst>
                  <a:ext uri="{FF2B5EF4-FFF2-40B4-BE49-F238E27FC236}">
                    <a16:creationId xmlns:a16="http://schemas.microsoft.com/office/drawing/2014/main" id="{4206DA1E-F1CF-435B-BDDD-826F057C4813}"/>
                  </a:ext>
                </a:extLst>
              </p:cNvPr>
              <p:cNvSpPr/>
              <p:nvPr/>
            </p:nvSpPr>
            <p:spPr>
              <a:xfrm>
                <a:off x="10435984" y="2404574"/>
                <a:ext cx="515617" cy="237054"/>
              </a:xfrm>
              <a:prstGeom prst="rightArrow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C1D50466-0561-4510-86D0-DC3852241AE9}"/>
                  </a:ext>
                </a:extLst>
              </p:cNvPr>
              <p:cNvSpPr txBox="1"/>
              <p:nvPr/>
            </p:nvSpPr>
            <p:spPr>
              <a:xfrm>
                <a:off x="10933512" y="2338435"/>
                <a:ext cx="10711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>
                    <a:latin typeface="Consolas" panose="020B0609020204030204" pitchFamily="49" charset="0"/>
                  </a:rPr>
                  <a:t>Pop out</a:t>
                </a:r>
                <a:endParaRPr lang="zh-TW" altLang="en-US" dirty="0">
                  <a:latin typeface="Consolas" panose="020B0609020204030204" pitchFamily="49" charset="0"/>
                </a:endParaRPr>
              </a:p>
            </p:txBody>
          </p:sp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48D4987B-6DE2-4C0E-B522-29FEF6CB5BA6}"/>
                  </a:ext>
                </a:extLst>
              </p:cNvPr>
              <p:cNvSpPr txBox="1"/>
              <p:nvPr/>
            </p:nvSpPr>
            <p:spPr>
              <a:xfrm>
                <a:off x="8539143" y="3161377"/>
                <a:ext cx="8178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dirty="0">
                    <a:latin typeface="Consolas" panose="020B0609020204030204" pitchFamily="49" charset="0"/>
                  </a:rPr>
                  <a:t>Queue</a:t>
                </a:r>
                <a:endParaRPr lang="zh-TW" altLang="en-US" dirty="0">
                  <a:latin typeface="Consolas" panose="020B0609020204030204" pitchFamily="49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023545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A52C0E-B9ED-4526-90DD-3DBED2860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cap="none" dirty="0">
                <a:latin typeface="Consolas" panose="020B0609020204030204" pitchFamily="49" charset="0"/>
              </a:rPr>
              <a:t>Data Structure</a:t>
            </a:r>
            <a:r>
              <a:rPr lang="zh-TW" altLang="en-US" cap="none" dirty="0">
                <a:latin typeface="Consolas" panose="020B0609020204030204" pitchFamily="49" charset="0"/>
              </a:rPr>
              <a:t> </a:t>
            </a:r>
            <a:r>
              <a:rPr lang="en-US" altLang="zh-TW" cap="none" dirty="0">
                <a:latin typeface="Consolas" panose="020B0609020204030204" pitchFamily="49" charset="0"/>
              </a:rPr>
              <a:t>- struct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402E5A0-B4D3-4DE8-9288-24F259849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319527"/>
            <a:ext cx="9905998" cy="7620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400" cap="none" dirty="0">
                <a:solidFill>
                  <a:srgbClr val="FFFF00"/>
                </a:solidFill>
                <a:latin typeface="Consolas" panose="020B0609020204030204" pitchFamily="49" charset="0"/>
              </a:rPr>
              <a:t>Profit: Easier to pass data</a:t>
            </a:r>
            <a:endParaRPr lang="zh-TW" altLang="en-US" sz="2400" cap="none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AA4D5A8-CE13-4B66-870E-F7673D322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993" y="4018344"/>
            <a:ext cx="5784014" cy="1546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8383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1E1279-DDF0-4B6A-BDA0-5F9B4776B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cap="none" dirty="0">
                <a:latin typeface="Consolas" panose="020B0609020204030204" pitchFamily="49" charset="0"/>
              </a:rPr>
              <a:t>Data Structure</a:t>
            </a:r>
            <a:r>
              <a:rPr lang="zh-TW" altLang="en-US" cap="none" dirty="0">
                <a:latin typeface="Consolas" panose="020B0609020204030204" pitchFamily="49" charset="0"/>
              </a:rPr>
              <a:t> </a:t>
            </a:r>
            <a:r>
              <a:rPr lang="en-US" altLang="zh-TW" cap="none" dirty="0">
                <a:latin typeface="Consolas" panose="020B0609020204030204" pitchFamily="49" charset="0"/>
              </a:rPr>
              <a:t>- struct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683C10F-59C4-4A00-9B51-4A532DF8FF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87" y="2285362"/>
            <a:ext cx="11993649" cy="457263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87D30AD6-547B-4D75-8EDA-97B4C9686182}"/>
              </a:ext>
            </a:extLst>
          </p:cNvPr>
          <p:cNvSpPr/>
          <p:nvPr/>
        </p:nvSpPr>
        <p:spPr>
          <a:xfrm>
            <a:off x="1141413" y="5084064"/>
            <a:ext cx="2232723" cy="24688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F62695C-E5A9-4213-9162-8A0E2DB327A5}"/>
              </a:ext>
            </a:extLst>
          </p:cNvPr>
          <p:cNvSpPr/>
          <p:nvPr/>
        </p:nvSpPr>
        <p:spPr>
          <a:xfrm>
            <a:off x="1141413" y="5394960"/>
            <a:ext cx="1894395" cy="8534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B8109959-B04F-4627-96AD-BEC8554652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4136" y="3968290"/>
            <a:ext cx="8387490" cy="750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941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08F4AF-25C4-4A7D-8375-EFE3EE8CD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cap="none" dirty="0">
                <a:latin typeface="Consolas" panose="020B0609020204030204" pitchFamily="49" charset="0"/>
              </a:rPr>
              <a:t>Data Structure</a:t>
            </a:r>
            <a:r>
              <a:rPr lang="zh-TW" altLang="en-US" cap="none" dirty="0">
                <a:latin typeface="Consolas" panose="020B0609020204030204" pitchFamily="49" charset="0"/>
              </a:rPr>
              <a:t> </a:t>
            </a:r>
            <a:r>
              <a:rPr lang="en-US" altLang="zh-TW" cap="none" dirty="0">
                <a:latin typeface="Consolas" panose="020B0609020204030204" pitchFamily="49" charset="0"/>
              </a:rPr>
              <a:t>- typedef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A6BC435-6AC6-4CD8-9A88-03873CEFDA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328671"/>
            <a:ext cx="9905998" cy="7620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400" cap="none" dirty="0">
                <a:solidFill>
                  <a:srgbClr val="FFFF00"/>
                </a:solidFill>
                <a:latin typeface="Consolas" panose="020B0609020204030204" pitchFamily="49" charset="0"/>
              </a:rPr>
              <a:t>Make struct more convenient</a:t>
            </a:r>
            <a:endParaRPr lang="zh-TW" altLang="en-US" sz="2400" cap="none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F44B2D0-7FD7-41FF-91D2-FD1A894B3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658" y="4343401"/>
            <a:ext cx="10003507" cy="674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38422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BE158D-D969-4F49-9979-F3AE29578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cap="none" dirty="0">
                <a:latin typeface="Consolas" panose="020B0609020204030204" pitchFamily="49" charset="0"/>
              </a:rPr>
              <a:t>Data Structure</a:t>
            </a:r>
            <a:r>
              <a:rPr lang="zh-TW" altLang="en-US" cap="none" dirty="0">
                <a:latin typeface="Consolas" panose="020B0609020204030204" pitchFamily="49" charset="0"/>
              </a:rPr>
              <a:t> </a:t>
            </a:r>
            <a:r>
              <a:rPr lang="en-US" altLang="zh-TW" cap="none" dirty="0">
                <a:latin typeface="Consolas" panose="020B0609020204030204" pitchFamily="49" charset="0"/>
              </a:rPr>
              <a:t>- typedef</a:t>
            </a:r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4C717D1-9AE9-47C1-9000-1B2B0888E6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3" y="2267840"/>
            <a:ext cx="4963218" cy="4553585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7AC28A0B-A19D-4C56-B78E-33CCD1479AC6}"/>
              </a:ext>
            </a:extLst>
          </p:cNvPr>
          <p:cNvSpPr/>
          <p:nvPr/>
        </p:nvSpPr>
        <p:spPr>
          <a:xfrm>
            <a:off x="2240280" y="5138928"/>
            <a:ext cx="1764792" cy="53949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38921E-C496-451B-A1DC-B5097056A93D}"/>
              </a:ext>
            </a:extLst>
          </p:cNvPr>
          <p:cNvSpPr/>
          <p:nvPr/>
        </p:nvSpPr>
        <p:spPr>
          <a:xfrm>
            <a:off x="1755648" y="2889504"/>
            <a:ext cx="2852928" cy="17099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21831413-C3C8-4A3D-AEAC-CA5F7F5FC7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452" y="4258515"/>
            <a:ext cx="5427924" cy="681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74967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D173691-B0F6-4D01-A39A-9F2D12A6F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cap="none" dirty="0">
                <a:latin typeface="Consolas" panose="020B0609020204030204" pitchFamily="49" charset="0"/>
              </a:rPr>
              <a:t>Data Structure – Linked List</a:t>
            </a:r>
            <a:endParaRPr lang="zh-TW" altLang="en-US" cap="none" dirty="0">
              <a:latin typeface="Consolas" panose="020B0609020204030204" pitchFamily="49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84D3899-7B4A-4B3C-9E5A-A93626C65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3" y="3752245"/>
            <a:ext cx="4990771" cy="1795547"/>
          </a:xfrm>
          <a:prstGeom prst="rect">
            <a:avLst/>
          </a:prstGeom>
        </p:spPr>
      </p:pic>
      <p:sp>
        <p:nvSpPr>
          <p:cNvPr id="6" name="橢圓 5">
            <a:extLst>
              <a:ext uri="{FF2B5EF4-FFF2-40B4-BE49-F238E27FC236}">
                <a16:creationId xmlns:a16="http://schemas.microsoft.com/office/drawing/2014/main" id="{C3F07970-86D8-4B34-A5C4-6014C6FC1254}"/>
              </a:ext>
            </a:extLst>
          </p:cNvPr>
          <p:cNvSpPr/>
          <p:nvPr/>
        </p:nvSpPr>
        <p:spPr>
          <a:xfrm>
            <a:off x="6556781" y="4202264"/>
            <a:ext cx="425367" cy="447754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箭號: 向右 6">
            <a:extLst>
              <a:ext uri="{FF2B5EF4-FFF2-40B4-BE49-F238E27FC236}">
                <a16:creationId xmlns:a16="http://schemas.microsoft.com/office/drawing/2014/main" id="{828178B0-F448-4854-97A2-8197DD12EF0E}"/>
              </a:ext>
            </a:extLst>
          </p:cNvPr>
          <p:cNvSpPr/>
          <p:nvPr/>
        </p:nvSpPr>
        <p:spPr>
          <a:xfrm>
            <a:off x="6556781" y="4763463"/>
            <a:ext cx="515617" cy="237054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8329671-B302-4864-AC34-D0C71DBFC3E1}"/>
              </a:ext>
            </a:extLst>
          </p:cNvPr>
          <p:cNvSpPr txBox="1"/>
          <p:nvPr/>
        </p:nvSpPr>
        <p:spPr>
          <a:xfrm>
            <a:off x="7179934" y="4241475"/>
            <a:ext cx="2970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Consolas" panose="020B0609020204030204" pitchFamily="49" charset="0"/>
              </a:rPr>
              <a:t>Node with its own data</a:t>
            </a:r>
            <a:endParaRPr lang="zh-TW" altLang="en-US" dirty="0">
              <a:latin typeface="Consolas" panose="020B0609020204030204" pitchFamily="49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FD28F73-DFC7-4107-B89E-F26C913AF192}"/>
              </a:ext>
            </a:extLst>
          </p:cNvPr>
          <p:cNvSpPr txBox="1"/>
          <p:nvPr/>
        </p:nvSpPr>
        <p:spPr>
          <a:xfrm>
            <a:off x="7179934" y="4697324"/>
            <a:ext cx="2337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Consolas" panose="020B0609020204030204" pitchFamily="49" charset="0"/>
              </a:rPr>
              <a:t>Next node address</a:t>
            </a:r>
            <a:endParaRPr lang="zh-TW" altLang="en-US" dirty="0">
              <a:latin typeface="Consolas" panose="020B0609020204030204" pitchFamily="49" charset="0"/>
            </a:endParaRPr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E0E8A901-122A-4242-88F1-0B8C1F0CE3CC}"/>
              </a:ext>
            </a:extLst>
          </p:cNvPr>
          <p:cNvGrpSpPr/>
          <p:nvPr/>
        </p:nvGrpSpPr>
        <p:grpSpPr>
          <a:xfrm>
            <a:off x="8070447" y="1847245"/>
            <a:ext cx="3570496" cy="1296005"/>
            <a:chOff x="7595095" y="4402039"/>
            <a:chExt cx="3570496" cy="1296005"/>
          </a:xfrm>
        </p:grpSpPr>
        <p:sp>
          <p:nvSpPr>
            <p:cNvPr id="11" name="橢圓 10">
              <a:extLst>
                <a:ext uri="{FF2B5EF4-FFF2-40B4-BE49-F238E27FC236}">
                  <a16:creationId xmlns:a16="http://schemas.microsoft.com/office/drawing/2014/main" id="{2E1C67D1-27A9-42BF-803D-A5B2571E2F8E}"/>
                </a:ext>
              </a:extLst>
            </p:cNvPr>
            <p:cNvSpPr/>
            <p:nvPr/>
          </p:nvSpPr>
          <p:spPr>
            <a:xfrm>
              <a:off x="7595095" y="4402039"/>
              <a:ext cx="425367" cy="447754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2" name="箭號: 向右 11">
              <a:extLst>
                <a:ext uri="{FF2B5EF4-FFF2-40B4-BE49-F238E27FC236}">
                  <a16:creationId xmlns:a16="http://schemas.microsoft.com/office/drawing/2014/main" id="{9D21CFF3-3220-4D42-975E-F85D01DD9D39}"/>
                </a:ext>
              </a:extLst>
            </p:cNvPr>
            <p:cNvSpPr/>
            <p:nvPr/>
          </p:nvSpPr>
          <p:spPr>
            <a:xfrm>
              <a:off x="8030796" y="4507389"/>
              <a:ext cx="515617" cy="237054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3" name="橢圓 12">
              <a:extLst>
                <a:ext uri="{FF2B5EF4-FFF2-40B4-BE49-F238E27FC236}">
                  <a16:creationId xmlns:a16="http://schemas.microsoft.com/office/drawing/2014/main" id="{E340DC89-FD6C-469F-90F0-4E6C60194C3E}"/>
                </a:ext>
              </a:extLst>
            </p:cNvPr>
            <p:cNvSpPr/>
            <p:nvPr/>
          </p:nvSpPr>
          <p:spPr>
            <a:xfrm>
              <a:off x="8556747" y="4402039"/>
              <a:ext cx="425367" cy="447754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4" name="箭號: 向右 13">
              <a:extLst>
                <a:ext uri="{FF2B5EF4-FFF2-40B4-BE49-F238E27FC236}">
                  <a16:creationId xmlns:a16="http://schemas.microsoft.com/office/drawing/2014/main" id="{FE1BFFE4-9C4B-42F5-AF60-47366A0F075A}"/>
                </a:ext>
              </a:extLst>
            </p:cNvPr>
            <p:cNvSpPr/>
            <p:nvPr/>
          </p:nvSpPr>
          <p:spPr>
            <a:xfrm>
              <a:off x="8992448" y="4507389"/>
              <a:ext cx="515617" cy="237054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5" name="橢圓 14">
              <a:extLst>
                <a:ext uri="{FF2B5EF4-FFF2-40B4-BE49-F238E27FC236}">
                  <a16:creationId xmlns:a16="http://schemas.microsoft.com/office/drawing/2014/main" id="{02C84B9F-F7F7-4AE1-93A8-29861F25938F}"/>
                </a:ext>
              </a:extLst>
            </p:cNvPr>
            <p:cNvSpPr/>
            <p:nvPr/>
          </p:nvSpPr>
          <p:spPr>
            <a:xfrm>
              <a:off x="9498005" y="4402039"/>
              <a:ext cx="425367" cy="447754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6" name="箭號: 向右 15">
              <a:extLst>
                <a:ext uri="{FF2B5EF4-FFF2-40B4-BE49-F238E27FC236}">
                  <a16:creationId xmlns:a16="http://schemas.microsoft.com/office/drawing/2014/main" id="{C53AADE5-AF26-4497-8C14-CD9A8DD948B2}"/>
                </a:ext>
              </a:extLst>
            </p:cNvPr>
            <p:cNvSpPr/>
            <p:nvPr/>
          </p:nvSpPr>
          <p:spPr>
            <a:xfrm>
              <a:off x="9933706" y="4507389"/>
              <a:ext cx="515617" cy="237054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FFAA5B0E-AE59-46F5-97A1-797DB798A79D}"/>
                </a:ext>
              </a:extLst>
            </p:cNvPr>
            <p:cNvSpPr txBox="1"/>
            <p:nvPr/>
          </p:nvSpPr>
          <p:spPr>
            <a:xfrm>
              <a:off x="10474376" y="4441250"/>
              <a:ext cx="691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>
                  <a:latin typeface="Consolas" panose="020B0609020204030204" pitchFamily="49" charset="0"/>
                </a:rPr>
                <a:t>NULL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CFBF60D3-A648-4FE0-A3F5-06E988AF4C2A}"/>
                </a:ext>
              </a:extLst>
            </p:cNvPr>
            <p:cNvSpPr txBox="1"/>
            <p:nvPr/>
          </p:nvSpPr>
          <p:spPr>
            <a:xfrm>
              <a:off x="8726106" y="5328712"/>
              <a:ext cx="15776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>
                  <a:latin typeface="Consolas" panose="020B0609020204030204" pitchFamily="49" charset="0"/>
                </a:rPr>
                <a:t>Linked List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</p:grpSp>
      <p:sp>
        <p:nvSpPr>
          <p:cNvPr id="21" name="箭號: 向右 20">
            <a:extLst>
              <a:ext uri="{FF2B5EF4-FFF2-40B4-BE49-F238E27FC236}">
                <a16:creationId xmlns:a16="http://schemas.microsoft.com/office/drawing/2014/main" id="{E42CFD68-4A0E-4BB6-BA57-241F0BF19C08}"/>
              </a:ext>
            </a:extLst>
          </p:cNvPr>
          <p:cNvSpPr/>
          <p:nvPr/>
        </p:nvSpPr>
        <p:spPr>
          <a:xfrm>
            <a:off x="4789159" y="4352320"/>
            <a:ext cx="1569836" cy="190500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箭號: 向右 21">
            <a:extLst>
              <a:ext uri="{FF2B5EF4-FFF2-40B4-BE49-F238E27FC236}">
                <a16:creationId xmlns:a16="http://schemas.microsoft.com/office/drawing/2014/main" id="{D7C1D2FA-B06E-4506-AED2-9F765BBCAC24}"/>
              </a:ext>
            </a:extLst>
          </p:cNvPr>
          <p:cNvSpPr/>
          <p:nvPr/>
        </p:nvSpPr>
        <p:spPr>
          <a:xfrm>
            <a:off x="6039073" y="4756042"/>
            <a:ext cx="441508" cy="237054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99742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E8DE3B-0212-4177-999F-ABB3CDCB4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cap="none" dirty="0">
                <a:latin typeface="Consolas" panose="020B0609020204030204" pitchFamily="49" charset="0"/>
              </a:rPr>
              <a:t>Recursion – Example: Fibonacci Sequence</a:t>
            </a:r>
            <a:endParaRPr lang="zh-TW" altLang="en-US" cap="none" dirty="0">
              <a:latin typeface="Consolas" panose="020B0609020204030204" pitchFamily="49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FD44C33-3EA6-4F1B-9E3A-22CAE5A5DA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25079"/>
            <a:ext cx="6220693" cy="426779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FA30FFDD-97D2-4910-ABD5-194BE4F51A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1622" y="3980961"/>
            <a:ext cx="4242178" cy="7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7724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1593FE-A1A2-40C6-AAB5-9C1674DA9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cap="none" dirty="0">
                <a:latin typeface="Consolas" panose="020B0609020204030204" pitchFamily="49" charset="0"/>
              </a:rPr>
              <a:t>Recursion – Example: Prefix </a:t>
            </a:r>
            <a:r>
              <a:rPr lang="en-US" altLang="zh-TW" cap="none" dirty="0" err="1">
                <a:latin typeface="Consolas" panose="020B0609020204030204" pitchFamily="49" charset="0"/>
              </a:rPr>
              <a:t>Calaulator</a:t>
            </a:r>
            <a:endParaRPr lang="zh-TW" altLang="en-US" cap="none" dirty="0">
              <a:latin typeface="Consolas" panose="020B0609020204030204" pitchFamily="49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1B4E122-4F4D-4E3E-8E2B-983C1F650D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065420"/>
            <a:ext cx="9905998" cy="14478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cap="none" dirty="0">
                <a:latin typeface="Consolas" panose="020B0609020204030204" pitchFamily="49" charset="0"/>
              </a:rPr>
              <a:t>What is prefix calculator?</a:t>
            </a:r>
          </a:p>
          <a:p>
            <a:pPr marL="0" indent="0">
              <a:buNone/>
            </a:pPr>
            <a:r>
              <a:rPr lang="en-US" altLang="zh-TW" cap="none" dirty="0">
                <a:latin typeface="Consolas" panose="020B0609020204030204" pitchFamily="49" charset="0"/>
              </a:rPr>
              <a:t>If we put operator to the front, and we call it prefix expression</a:t>
            </a:r>
          </a:p>
          <a:p>
            <a:pPr marL="0" indent="0">
              <a:buNone/>
            </a:pPr>
            <a:r>
              <a:rPr lang="en-US" altLang="zh-TW" cap="none" dirty="0">
                <a:latin typeface="Consolas" panose="020B0609020204030204" pitchFamily="49" charset="0"/>
              </a:rPr>
              <a:t>For example: (1 + 2) * 4 =&gt; * + 1 2 4</a:t>
            </a:r>
            <a:endParaRPr lang="zh-TW" altLang="en-US" cap="none" dirty="0">
              <a:latin typeface="Consolas" panose="020B0609020204030204" pitchFamily="49" charset="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AA0CC1DD-1634-426D-BDA0-2BF05CE0D1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4595" y="3513221"/>
            <a:ext cx="3886862" cy="2995207"/>
          </a:xfrm>
          <a:prstGeom prst="rect">
            <a:avLst/>
          </a:prstGeom>
        </p:spPr>
      </p:pic>
      <p:sp>
        <p:nvSpPr>
          <p:cNvPr id="8" name="橢圓 7">
            <a:extLst>
              <a:ext uri="{FF2B5EF4-FFF2-40B4-BE49-F238E27FC236}">
                <a16:creationId xmlns:a16="http://schemas.microsoft.com/office/drawing/2014/main" id="{D217B106-7CD2-4078-BD35-7945CE53A337}"/>
              </a:ext>
            </a:extLst>
          </p:cNvPr>
          <p:cNvSpPr/>
          <p:nvPr/>
        </p:nvSpPr>
        <p:spPr>
          <a:xfrm>
            <a:off x="2456865" y="3919961"/>
            <a:ext cx="657726" cy="68981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Consolas" panose="020B0609020204030204" pitchFamily="49" charset="0"/>
              </a:rPr>
              <a:t>*</a:t>
            </a:r>
            <a:endParaRPr lang="zh-TW" altLang="en-US" dirty="0">
              <a:latin typeface="Consolas" panose="020B0609020204030204" pitchFamily="49" charset="0"/>
            </a:endParaRPr>
          </a:p>
        </p:txBody>
      </p: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C0B31EA6-895D-414C-B6B2-51FFDF89F388}"/>
              </a:ext>
            </a:extLst>
          </p:cNvPr>
          <p:cNvGrpSpPr/>
          <p:nvPr/>
        </p:nvGrpSpPr>
        <p:grpSpPr>
          <a:xfrm>
            <a:off x="1141413" y="5391066"/>
            <a:ext cx="754048" cy="983336"/>
            <a:chOff x="1141413" y="5391066"/>
            <a:chExt cx="754048" cy="983336"/>
          </a:xfrm>
        </p:grpSpPr>
        <p:sp>
          <p:nvSpPr>
            <p:cNvPr id="11" name="橢圓 10">
              <a:extLst>
                <a:ext uri="{FF2B5EF4-FFF2-40B4-BE49-F238E27FC236}">
                  <a16:creationId xmlns:a16="http://schemas.microsoft.com/office/drawing/2014/main" id="{7CDD7379-117D-4709-861E-65EE38978B4A}"/>
                </a:ext>
              </a:extLst>
            </p:cNvPr>
            <p:cNvSpPr/>
            <p:nvPr/>
          </p:nvSpPr>
          <p:spPr>
            <a:xfrm>
              <a:off x="1141413" y="5684592"/>
              <a:ext cx="657726" cy="68981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latin typeface="Consolas" panose="020B0609020204030204" pitchFamily="49" charset="0"/>
                </a:rPr>
                <a:t>1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  <p:cxnSp>
          <p:nvCxnSpPr>
            <p:cNvPr id="14" name="直線接點 13">
              <a:extLst>
                <a:ext uri="{FF2B5EF4-FFF2-40B4-BE49-F238E27FC236}">
                  <a16:creationId xmlns:a16="http://schemas.microsoft.com/office/drawing/2014/main" id="{F852D76A-8FF3-4160-AD7B-B4DB608D03D0}"/>
                </a:ext>
              </a:extLst>
            </p:cNvPr>
            <p:cNvCxnSpPr>
              <a:stCxn id="11" idx="7"/>
              <a:endCxn id="10" idx="3"/>
            </p:cNvCxnSpPr>
            <p:nvPr/>
          </p:nvCxnSpPr>
          <p:spPr>
            <a:xfrm flipV="1">
              <a:off x="1702817" y="5391066"/>
              <a:ext cx="192644" cy="394546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F231A714-8A97-4B8D-B31F-6FDAEF61A9A8}"/>
              </a:ext>
            </a:extLst>
          </p:cNvPr>
          <p:cNvGrpSpPr/>
          <p:nvPr/>
        </p:nvGrpSpPr>
        <p:grpSpPr>
          <a:xfrm>
            <a:off x="2360543" y="5391066"/>
            <a:ext cx="754048" cy="983336"/>
            <a:chOff x="2360543" y="5391066"/>
            <a:chExt cx="754048" cy="983336"/>
          </a:xfrm>
        </p:grpSpPr>
        <p:sp>
          <p:nvSpPr>
            <p:cNvPr id="12" name="橢圓 11">
              <a:extLst>
                <a:ext uri="{FF2B5EF4-FFF2-40B4-BE49-F238E27FC236}">
                  <a16:creationId xmlns:a16="http://schemas.microsoft.com/office/drawing/2014/main" id="{036ADE93-09EA-47D2-AFEF-5EC4F159BF4D}"/>
                </a:ext>
              </a:extLst>
            </p:cNvPr>
            <p:cNvSpPr/>
            <p:nvPr/>
          </p:nvSpPr>
          <p:spPr>
            <a:xfrm>
              <a:off x="2456865" y="5684592"/>
              <a:ext cx="657726" cy="68981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latin typeface="Consolas" panose="020B0609020204030204" pitchFamily="49" charset="0"/>
                </a:rPr>
                <a:t>2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  <p:cxnSp>
          <p:nvCxnSpPr>
            <p:cNvPr id="16" name="直線接點 15">
              <a:extLst>
                <a:ext uri="{FF2B5EF4-FFF2-40B4-BE49-F238E27FC236}">
                  <a16:creationId xmlns:a16="http://schemas.microsoft.com/office/drawing/2014/main" id="{B1622F75-6491-49DC-AACE-350798834F03}"/>
                </a:ext>
              </a:extLst>
            </p:cNvPr>
            <p:cNvCxnSpPr>
              <a:stCxn id="10" idx="5"/>
              <a:endCxn id="12" idx="1"/>
            </p:cNvCxnSpPr>
            <p:nvPr/>
          </p:nvCxnSpPr>
          <p:spPr>
            <a:xfrm>
              <a:off x="2360543" y="5391066"/>
              <a:ext cx="192644" cy="394546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E4FDB226-E7FB-4A88-B004-888E096CD949}"/>
              </a:ext>
            </a:extLst>
          </p:cNvPr>
          <p:cNvGrpSpPr/>
          <p:nvPr/>
        </p:nvGrpSpPr>
        <p:grpSpPr>
          <a:xfrm>
            <a:off x="1799139" y="4508751"/>
            <a:ext cx="754048" cy="983335"/>
            <a:chOff x="1799139" y="4508751"/>
            <a:chExt cx="754048" cy="983335"/>
          </a:xfrm>
        </p:grpSpPr>
        <p:sp>
          <p:nvSpPr>
            <p:cNvPr id="10" name="橢圓 9">
              <a:extLst>
                <a:ext uri="{FF2B5EF4-FFF2-40B4-BE49-F238E27FC236}">
                  <a16:creationId xmlns:a16="http://schemas.microsoft.com/office/drawing/2014/main" id="{5FFB3162-F636-413A-AFB8-D3B1964B3F24}"/>
                </a:ext>
              </a:extLst>
            </p:cNvPr>
            <p:cNvSpPr/>
            <p:nvPr/>
          </p:nvSpPr>
          <p:spPr>
            <a:xfrm>
              <a:off x="1799139" y="4802276"/>
              <a:ext cx="657726" cy="68981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latin typeface="Consolas" panose="020B0609020204030204" pitchFamily="49" charset="0"/>
                </a:rPr>
                <a:t>+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  <p:cxnSp>
          <p:nvCxnSpPr>
            <p:cNvPr id="18" name="直線接點 17">
              <a:extLst>
                <a:ext uri="{FF2B5EF4-FFF2-40B4-BE49-F238E27FC236}">
                  <a16:creationId xmlns:a16="http://schemas.microsoft.com/office/drawing/2014/main" id="{5575861C-5B76-4F07-B2CF-57BCA5CCBA7B}"/>
                </a:ext>
              </a:extLst>
            </p:cNvPr>
            <p:cNvCxnSpPr>
              <a:stCxn id="10" idx="7"/>
              <a:endCxn id="8" idx="3"/>
            </p:cNvCxnSpPr>
            <p:nvPr/>
          </p:nvCxnSpPr>
          <p:spPr>
            <a:xfrm flipV="1">
              <a:off x="2360543" y="4508751"/>
              <a:ext cx="192644" cy="394545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25F1C42B-8800-4ADA-8C2E-90D6DFEC9B72}"/>
              </a:ext>
            </a:extLst>
          </p:cNvPr>
          <p:cNvGrpSpPr/>
          <p:nvPr/>
        </p:nvGrpSpPr>
        <p:grpSpPr>
          <a:xfrm>
            <a:off x="3018269" y="4508751"/>
            <a:ext cx="754048" cy="983335"/>
            <a:chOff x="3018269" y="4508751"/>
            <a:chExt cx="754048" cy="983335"/>
          </a:xfrm>
        </p:grpSpPr>
        <p:sp>
          <p:nvSpPr>
            <p:cNvPr id="9" name="橢圓 8">
              <a:extLst>
                <a:ext uri="{FF2B5EF4-FFF2-40B4-BE49-F238E27FC236}">
                  <a16:creationId xmlns:a16="http://schemas.microsoft.com/office/drawing/2014/main" id="{E9145981-C3A1-45C6-ABD9-F6D3DFE0FA6E}"/>
                </a:ext>
              </a:extLst>
            </p:cNvPr>
            <p:cNvSpPr/>
            <p:nvPr/>
          </p:nvSpPr>
          <p:spPr>
            <a:xfrm>
              <a:off x="3114591" y="4802276"/>
              <a:ext cx="657726" cy="68981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latin typeface="Consolas" panose="020B0609020204030204" pitchFamily="49" charset="0"/>
                </a:rPr>
                <a:t>4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  <p:cxnSp>
          <p:nvCxnSpPr>
            <p:cNvPr id="20" name="直線接點 19">
              <a:extLst>
                <a:ext uri="{FF2B5EF4-FFF2-40B4-BE49-F238E27FC236}">
                  <a16:creationId xmlns:a16="http://schemas.microsoft.com/office/drawing/2014/main" id="{E0D9474D-4824-43D2-A728-05A8C3594878}"/>
                </a:ext>
              </a:extLst>
            </p:cNvPr>
            <p:cNvCxnSpPr>
              <a:stCxn id="9" idx="1"/>
              <a:endCxn id="8" idx="5"/>
            </p:cNvCxnSpPr>
            <p:nvPr/>
          </p:nvCxnSpPr>
          <p:spPr>
            <a:xfrm flipH="1" flipV="1">
              <a:off x="3018269" y="4508751"/>
              <a:ext cx="192644" cy="394545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矩形 3">
            <a:extLst>
              <a:ext uri="{FF2B5EF4-FFF2-40B4-BE49-F238E27FC236}">
                <a16:creationId xmlns:a16="http://schemas.microsoft.com/office/drawing/2014/main" id="{A6D2D815-134C-4E47-A0C1-3F2D41D0714E}"/>
              </a:ext>
            </a:extLst>
          </p:cNvPr>
          <p:cNvSpPr/>
          <p:nvPr/>
        </p:nvSpPr>
        <p:spPr>
          <a:xfrm>
            <a:off x="5367528" y="3072384"/>
            <a:ext cx="804672" cy="35661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02640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800" decel="100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8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800" decel="100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8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8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8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800" decel="100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8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8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8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800" decel="100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8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8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8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4" grpId="0" animBg="1"/>
      <p:bldP spid="4" grpId="1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網狀">
  <a:themeElements>
    <a:clrScheme name="網狀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網狀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網狀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TM03457485[[fn=網狀]]</Template>
  <TotalTime>4560</TotalTime>
  <Words>1278</Words>
  <Application>Microsoft Office PowerPoint</Application>
  <PresentationFormat>寬螢幕</PresentationFormat>
  <Paragraphs>326</Paragraphs>
  <Slides>62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62</vt:i4>
      </vt:variant>
    </vt:vector>
  </HeadingPairs>
  <TitlesOfParts>
    <vt:vector size="66" baseType="lpstr">
      <vt:lpstr>Arial</vt:lpstr>
      <vt:lpstr>Century Gothic</vt:lpstr>
      <vt:lpstr>Consolas</vt:lpstr>
      <vt:lpstr>網狀</vt:lpstr>
      <vt:lpstr>C Programming II</vt:lpstr>
      <vt:lpstr>Syllabus</vt:lpstr>
      <vt:lpstr>Loop</vt:lpstr>
      <vt:lpstr>When do we use loop?</vt:lpstr>
      <vt:lpstr>While Loop</vt:lpstr>
      <vt:lpstr>While Loop - Example</vt:lpstr>
      <vt:lpstr>For Loop</vt:lpstr>
      <vt:lpstr>For Loop - Example</vt:lpstr>
      <vt:lpstr>Loop Control - break</vt:lpstr>
      <vt:lpstr>Loop Control - break</vt:lpstr>
      <vt:lpstr>Loop Control - continue</vt:lpstr>
      <vt:lpstr>Loop Control - continue</vt:lpstr>
      <vt:lpstr>Array</vt:lpstr>
      <vt:lpstr>What is array?</vt:lpstr>
      <vt:lpstr>When do we use array?</vt:lpstr>
      <vt:lpstr>Array - Declaration</vt:lpstr>
      <vt:lpstr>Array - Initialization</vt:lpstr>
      <vt:lpstr>Array – Initialization Example</vt:lpstr>
      <vt:lpstr>Array - Operation</vt:lpstr>
      <vt:lpstr>Array – Example: Fibonacci Sequence</vt:lpstr>
      <vt:lpstr>Array – 2D Array</vt:lpstr>
      <vt:lpstr>Array - 2D Array Example</vt:lpstr>
      <vt:lpstr>Array – String (Character Array)</vt:lpstr>
      <vt:lpstr>Array – A Fun Fact</vt:lpstr>
      <vt:lpstr>Function</vt:lpstr>
      <vt:lpstr>Function - Declaration</vt:lpstr>
      <vt:lpstr>Function – Call Function</vt:lpstr>
      <vt:lpstr>Function - Example</vt:lpstr>
      <vt:lpstr>Function – Declare Order Problem</vt:lpstr>
      <vt:lpstr>Function – Solution of Declare Order Problem</vt:lpstr>
      <vt:lpstr>Recursion</vt:lpstr>
      <vt:lpstr>Recursion</vt:lpstr>
      <vt:lpstr>Recursion – Example: Factorial</vt:lpstr>
      <vt:lpstr>Recursion – Example: Maze</vt:lpstr>
      <vt:lpstr>Recursion – Example: Maze | Variables</vt:lpstr>
      <vt:lpstr>Recursion – Example: Maze | Main Function</vt:lpstr>
      <vt:lpstr>Recursion – Example: Maze | Main Function</vt:lpstr>
      <vt:lpstr>Recursion – Example: Maze | Recursive Function</vt:lpstr>
      <vt:lpstr>Recursion – Example: Maze | Recursive Function</vt:lpstr>
      <vt:lpstr>Recursion – Example: Maze | Recursive Function</vt:lpstr>
      <vt:lpstr>Recursion – Example: Maze | Recursive Function</vt:lpstr>
      <vt:lpstr>Recursion – Example: Maze | Recursive Function</vt:lpstr>
      <vt:lpstr>Recursion – Example: Maze | Recursive Function</vt:lpstr>
      <vt:lpstr>Recursion – Example: Maze | Recursive Function</vt:lpstr>
      <vt:lpstr>Recursion – Example: Maze | Recursive Function</vt:lpstr>
      <vt:lpstr>Recursion – Example: Maze | Recursive Function</vt:lpstr>
      <vt:lpstr>Recursion – Example: Maze | Recursive Function</vt:lpstr>
      <vt:lpstr>Recursion – Example: Maze | Recursive Function</vt:lpstr>
      <vt:lpstr>Pointer</vt:lpstr>
      <vt:lpstr>Pointer</vt:lpstr>
      <vt:lpstr>Pointer - Example</vt:lpstr>
      <vt:lpstr>Pointer &amp; Function</vt:lpstr>
      <vt:lpstr>Pointer &amp; Function Example</vt:lpstr>
      <vt:lpstr>Data Structure</vt:lpstr>
      <vt:lpstr>Data Structure</vt:lpstr>
      <vt:lpstr>Data Structure - struct</vt:lpstr>
      <vt:lpstr>Data Structure - struct</vt:lpstr>
      <vt:lpstr>Data Structure - typedef</vt:lpstr>
      <vt:lpstr>Data Structure - typedef</vt:lpstr>
      <vt:lpstr>Data Structure – Linked List</vt:lpstr>
      <vt:lpstr>Recursion – Example: Fibonacci Sequence</vt:lpstr>
      <vt:lpstr>Recursion – Example: Prefix Calaulator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祐廷 劉</dc:creator>
  <cp:lastModifiedBy>祐廷 劉</cp:lastModifiedBy>
  <cp:revision>80</cp:revision>
  <dcterms:created xsi:type="dcterms:W3CDTF">2023-04-22T11:49:35Z</dcterms:created>
  <dcterms:modified xsi:type="dcterms:W3CDTF">2023-06-25T15:10:17Z</dcterms:modified>
</cp:coreProperties>
</file>